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6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</p:sldIdLst>
  <p:sldSz cy="5143500" cx="9144000"/>
  <p:notesSz cx="6858000" cy="9144000"/>
  <p:embeddedFontLst>
    <p:embeddedFont>
      <p:font typeface="Delius Swash Caps"/>
      <p:regular r:id="rId43"/>
    </p:embeddedFont>
    <p:embeddedFont>
      <p:font typeface="Roboto"/>
      <p:regular r:id="rId44"/>
      <p:bold r:id="rId45"/>
      <p:italic r:id="rId46"/>
      <p:boldItalic r:id="rId47"/>
    </p:embeddedFont>
    <p:embeddedFont>
      <p:font typeface="Bebas Neue"/>
      <p:regular r:id="rId48"/>
    </p:embeddedFont>
    <p:embeddedFont>
      <p:font typeface="Coda"/>
      <p:regular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font" Target="fonts/Roboto-regular.fntdata"/><Relationship Id="rId43" Type="http://schemas.openxmlformats.org/officeDocument/2006/relationships/font" Target="fonts/DeliusSwashCaps-regular.fntdata"/><Relationship Id="rId46" Type="http://schemas.openxmlformats.org/officeDocument/2006/relationships/font" Target="fonts/Roboto-italic.fntdata"/><Relationship Id="rId45" Type="http://schemas.openxmlformats.org/officeDocument/2006/relationships/font" Target="fonts/Roboto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BebasNeue-regular.fntdata"/><Relationship Id="rId47" Type="http://schemas.openxmlformats.org/officeDocument/2006/relationships/font" Target="fonts/Roboto-boldItalic.fntdata"/><Relationship Id="rId49" Type="http://schemas.openxmlformats.org/officeDocument/2006/relationships/font" Target="fonts/Coda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16b7ef97fd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16b7ef97fd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1224a59d8d2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3" name="Google Shape;803;g1224a59d8d2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g33e8cae5b2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9" name="Google Shape;829;g33e8cae5b2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16b7ef97fdf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6" name="Google Shape;846;g16b7ef97fdf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1224a59d8d2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3" name="Google Shape;853;g1224a59d8d2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2e3c315317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4" name="Google Shape;864;g2e3c315317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2e3c315317a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2" name="Google Shape;872;g2e3c315317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18b85b0089e_0_5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9" name="Google Shape;879;g18b85b0089e_0_5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33e8cae5b27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8" name="Google Shape;888;g33e8cae5b27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33e8cae5b27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6" name="Google Shape;896;g33e8cae5b27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g2e3c315317a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3" name="Google Shape;903;g2e3c315317a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33e8cae5b27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0" name="Google Shape;910;g33e8cae5b27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g33e8cae5b27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8" name="Google Shape;918;g33e8cae5b27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33e8cae5b27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33e8cae5b27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g2e3c315317a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0" name="Google Shape;930;g2e3c315317a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33e8cae5b27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33e8cae5b27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g18b85b0089e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4" name="Google Shape;944;g18b85b0089e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g2e3c315317a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9" name="Google Shape;949;g2e3c315317a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g2e3c315317a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4" name="Google Shape;954;g2e3c315317a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g18b85b0089e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1" name="Google Shape;961;g18b85b0089e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g2e3c315317a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0" name="Google Shape;970;g2e3c315317a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g2e3c315317a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9" name="Google Shape;979;g2e3c315317a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g33e8cae5b27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7" name="Google Shape;987;g33e8cae5b27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g2e3c315317a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5" name="Google Shape;995;g2e3c315317a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g18b85b0089e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3" name="Google Shape;1003;g18b85b0089e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g2e3c315317a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1" name="Google Shape;1011;g2e3c315317a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g18b85b0089e_0_3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8" name="Google Shape;1018;g18b85b0089e_0_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g18b85b0089e_0_4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6" name="Google Shape;1026;g18b85b0089e_0_4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33e8cae5b27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33e8cae5b27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g2e3c315317a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1" name="Google Shape;1041;g2e3c315317a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g33e8cae5b27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0" name="Google Shape;1050;g33e8cae5b27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g18b85b0089e_0_5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6" name="Google Shape;1056;g18b85b0089e_0_5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g33e8cae5b27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4" name="Google Shape;1064;g33e8cae5b27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g18b85b0089e_0_5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1" name="Google Shape;1071;g18b85b0089e_0_5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g18b85b0089e_0_5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7" name="Google Shape;1077;g18b85b0089e_0_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g33e8cae5b27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5" name="Google Shape;1085;g33e8cae5b27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g33e8cae5b27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2" name="Google Shape;1092;g33e8cae5b27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g18b85b0089e_0_9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8" name="Google Shape;1098;g18b85b0089e_0_9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9.jpg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7.jp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10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3.jpg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3.jpg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3.jpg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6.jpg"/><Relationship Id="rId3" Type="http://schemas.openxmlformats.org/officeDocument/2006/relationships/image" Target="../media/image35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9.jpg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6.jp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10.png"/><Relationship Id="rId6" Type="http://schemas.openxmlformats.org/officeDocument/2006/relationships/image" Target="../media/image3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9.jpg"/><Relationship Id="rId3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9.jpg"/><Relationship Id="rId3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7.jp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9.jpg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3.jpg"/><Relationship Id="rId3" Type="http://schemas.openxmlformats.org/officeDocument/2006/relationships/image" Target="../media/image2.png"/><Relationship Id="rId4" Type="http://schemas.openxmlformats.org/officeDocument/2006/relationships/image" Target="../media/image35.png"/><Relationship Id="rId5" Type="http://schemas.openxmlformats.org/officeDocument/2006/relationships/image" Target="../media/image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7.jpg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6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9.jp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35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3.jpg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35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3.jpg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3.jpg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35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9.jpg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3.jp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3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3.jp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35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3.jp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35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3.jpg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6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9.jpg"/><Relationship Id="rId3" Type="http://schemas.openxmlformats.org/officeDocument/2006/relationships/hyperlink" Target="http://bit.ly/2Tynxth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Relationship Id="rId6" Type="http://schemas.openxmlformats.org/officeDocument/2006/relationships/image" Target="../media/image35.png"/><Relationship Id="rId7" Type="http://schemas.openxmlformats.org/officeDocument/2006/relationships/image" Target="../media/image6.png"/><Relationship Id="rId8" Type="http://schemas.openxmlformats.org/officeDocument/2006/relationships/image" Target="../media/image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9.jp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10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7.jp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2675"/>
            <a:ext cx="9143998" cy="514083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/>
          <p:nvPr>
            <p:ph type="ctrTitle"/>
          </p:nvPr>
        </p:nvSpPr>
        <p:spPr>
          <a:xfrm>
            <a:off x="1452000" y="1767775"/>
            <a:ext cx="6240000" cy="127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b="0" sz="7200">
                <a:latin typeface="Coda"/>
                <a:ea typeface="Coda"/>
                <a:cs typeface="Coda"/>
                <a:sym typeface="Cod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452000" y="3226925"/>
            <a:ext cx="62400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2" name="Google Shape;12;p2"/>
          <p:cNvGrpSpPr/>
          <p:nvPr/>
        </p:nvGrpSpPr>
        <p:grpSpPr>
          <a:xfrm rot="916819">
            <a:off x="-653651" y="3670056"/>
            <a:ext cx="5321066" cy="1664508"/>
            <a:chOff x="603050" y="2134250"/>
            <a:chExt cx="6671375" cy="1887675"/>
          </a:xfrm>
        </p:grpSpPr>
        <p:sp>
          <p:nvSpPr>
            <p:cNvPr id="13" name="Google Shape;13;p2"/>
            <p:cNvSpPr/>
            <p:nvPr/>
          </p:nvSpPr>
          <p:spPr>
            <a:xfrm>
              <a:off x="608100" y="2949275"/>
              <a:ext cx="6665750" cy="1072650"/>
            </a:xfrm>
            <a:custGeom>
              <a:rect b="b" l="l" r="r" t="t"/>
              <a:pathLst>
                <a:path extrusionOk="0" h="42906" w="266630">
                  <a:moveTo>
                    <a:pt x="242926" y="0"/>
                  </a:moveTo>
                  <a:cubicBezTo>
                    <a:pt x="241564" y="0"/>
                    <a:pt x="240185" y="76"/>
                    <a:pt x="238792" y="228"/>
                  </a:cubicBezTo>
                  <a:cubicBezTo>
                    <a:pt x="230005" y="1168"/>
                    <a:pt x="220635" y="5240"/>
                    <a:pt x="211670" y="11979"/>
                  </a:cubicBezTo>
                  <a:cubicBezTo>
                    <a:pt x="208634" y="14265"/>
                    <a:pt x="205645" y="16611"/>
                    <a:pt x="202764" y="18885"/>
                  </a:cubicBezTo>
                  <a:cubicBezTo>
                    <a:pt x="187340" y="31016"/>
                    <a:pt x="172685" y="42543"/>
                    <a:pt x="152232" y="42543"/>
                  </a:cubicBezTo>
                  <a:cubicBezTo>
                    <a:pt x="149902" y="42543"/>
                    <a:pt x="147497" y="42394"/>
                    <a:pt x="145007" y="42078"/>
                  </a:cubicBezTo>
                  <a:cubicBezTo>
                    <a:pt x="130433" y="40233"/>
                    <a:pt x="119873" y="33291"/>
                    <a:pt x="108693" y="25957"/>
                  </a:cubicBezTo>
                  <a:cubicBezTo>
                    <a:pt x="101799" y="21433"/>
                    <a:pt x="94667" y="16754"/>
                    <a:pt x="86476" y="13337"/>
                  </a:cubicBezTo>
                  <a:cubicBezTo>
                    <a:pt x="75578" y="8791"/>
                    <a:pt x="62424" y="6298"/>
                    <a:pt x="50215" y="6298"/>
                  </a:cubicBezTo>
                  <a:cubicBezTo>
                    <a:pt x="46564" y="6298"/>
                    <a:pt x="42997" y="6521"/>
                    <a:pt x="39601" y="6979"/>
                  </a:cubicBezTo>
                  <a:cubicBezTo>
                    <a:pt x="18729" y="9788"/>
                    <a:pt x="5418" y="14003"/>
                    <a:pt x="0" y="19504"/>
                  </a:cubicBezTo>
                  <a:lnTo>
                    <a:pt x="262" y="19766"/>
                  </a:lnTo>
                  <a:cubicBezTo>
                    <a:pt x="3941" y="16015"/>
                    <a:pt x="13764" y="10824"/>
                    <a:pt x="39648" y="7348"/>
                  </a:cubicBezTo>
                  <a:cubicBezTo>
                    <a:pt x="43028" y="6893"/>
                    <a:pt x="46578" y="6672"/>
                    <a:pt x="50211" y="6672"/>
                  </a:cubicBezTo>
                  <a:cubicBezTo>
                    <a:pt x="62374" y="6672"/>
                    <a:pt x="75481" y="9153"/>
                    <a:pt x="86345" y="13682"/>
                  </a:cubicBezTo>
                  <a:cubicBezTo>
                    <a:pt x="94500" y="17075"/>
                    <a:pt x="101620" y="21742"/>
                    <a:pt x="108502" y="26255"/>
                  </a:cubicBezTo>
                  <a:cubicBezTo>
                    <a:pt x="119718" y="33625"/>
                    <a:pt x="130314" y="40578"/>
                    <a:pt x="144959" y="42435"/>
                  </a:cubicBezTo>
                  <a:cubicBezTo>
                    <a:pt x="147474" y="42754"/>
                    <a:pt x="149902" y="42906"/>
                    <a:pt x="152253" y="42906"/>
                  </a:cubicBezTo>
                  <a:cubicBezTo>
                    <a:pt x="172815" y="42906"/>
                    <a:pt x="187519" y="31340"/>
                    <a:pt x="202990" y="19171"/>
                  </a:cubicBezTo>
                  <a:cubicBezTo>
                    <a:pt x="205871" y="16908"/>
                    <a:pt x="208860" y="14563"/>
                    <a:pt x="211896" y="12277"/>
                  </a:cubicBezTo>
                  <a:cubicBezTo>
                    <a:pt x="219006" y="6920"/>
                    <a:pt x="230335" y="312"/>
                    <a:pt x="242921" y="312"/>
                  </a:cubicBezTo>
                  <a:cubicBezTo>
                    <a:pt x="250504" y="312"/>
                    <a:pt x="258543" y="2711"/>
                    <a:pt x="266391" y="9229"/>
                  </a:cubicBezTo>
                  <a:lnTo>
                    <a:pt x="266629" y="8943"/>
                  </a:lnTo>
                  <a:cubicBezTo>
                    <a:pt x="259467" y="3004"/>
                    <a:pt x="251508" y="0"/>
                    <a:pt x="2429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604525" y="2938825"/>
              <a:ext cx="6669025" cy="1033425"/>
            </a:xfrm>
            <a:custGeom>
              <a:rect b="b" l="l" r="r" t="t"/>
              <a:pathLst>
                <a:path extrusionOk="0" h="41337" w="266761">
                  <a:moveTo>
                    <a:pt x="242560" y="0"/>
                  </a:moveTo>
                  <a:cubicBezTo>
                    <a:pt x="241419" y="0"/>
                    <a:pt x="240266" y="53"/>
                    <a:pt x="239102" y="158"/>
                  </a:cubicBezTo>
                  <a:cubicBezTo>
                    <a:pt x="230303" y="955"/>
                    <a:pt x="220850" y="4861"/>
                    <a:pt x="211765" y="11445"/>
                  </a:cubicBezTo>
                  <a:cubicBezTo>
                    <a:pt x="208693" y="13683"/>
                    <a:pt x="205669" y="15969"/>
                    <a:pt x="202752" y="18184"/>
                  </a:cubicBezTo>
                  <a:cubicBezTo>
                    <a:pt x="187359" y="29863"/>
                    <a:pt x="172728" y="40966"/>
                    <a:pt x="152762" y="40966"/>
                  </a:cubicBezTo>
                  <a:cubicBezTo>
                    <a:pt x="150135" y="40966"/>
                    <a:pt x="147416" y="40773"/>
                    <a:pt x="144590" y="40365"/>
                  </a:cubicBezTo>
                  <a:cubicBezTo>
                    <a:pt x="130064" y="38269"/>
                    <a:pt x="119623" y="31150"/>
                    <a:pt x="108574" y="23613"/>
                  </a:cubicBezTo>
                  <a:cubicBezTo>
                    <a:pt x="101751" y="18969"/>
                    <a:pt x="94703" y="14171"/>
                    <a:pt x="86571" y="10611"/>
                  </a:cubicBezTo>
                  <a:cubicBezTo>
                    <a:pt x="75309" y="5677"/>
                    <a:pt x="61560" y="2931"/>
                    <a:pt x="48931" y="2931"/>
                  </a:cubicBezTo>
                  <a:cubicBezTo>
                    <a:pt x="45806" y="2931"/>
                    <a:pt x="42749" y="3099"/>
                    <a:pt x="39815" y="3444"/>
                  </a:cubicBezTo>
                  <a:cubicBezTo>
                    <a:pt x="18908" y="5885"/>
                    <a:pt x="5513" y="9861"/>
                    <a:pt x="1" y="15279"/>
                  </a:cubicBezTo>
                  <a:lnTo>
                    <a:pt x="251" y="15529"/>
                  </a:lnTo>
                  <a:cubicBezTo>
                    <a:pt x="4001" y="11850"/>
                    <a:pt x="13919" y="6825"/>
                    <a:pt x="39851" y="3801"/>
                  </a:cubicBezTo>
                  <a:cubicBezTo>
                    <a:pt x="42768" y="3459"/>
                    <a:pt x="45807" y="3292"/>
                    <a:pt x="48914" y="3292"/>
                  </a:cubicBezTo>
                  <a:cubicBezTo>
                    <a:pt x="61497" y="3292"/>
                    <a:pt x="75199" y="6027"/>
                    <a:pt x="86428" y="10945"/>
                  </a:cubicBezTo>
                  <a:cubicBezTo>
                    <a:pt x="94524" y="14493"/>
                    <a:pt x="101561" y="19279"/>
                    <a:pt x="108359" y="23922"/>
                  </a:cubicBezTo>
                  <a:cubicBezTo>
                    <a:pt x="119456" y="31471"/>
                    <a:pt x="129922" y="38615"/>
                    <a:pt x="144542" y="40734"/>
                  </a:cubicBezTo>
                  <a:cubicBezTo>
                    <a:pt x="147384" y="41144"/>
                    <a:pt x="150118" y="41337"/>
                    <a:pt x="152759" y="41337"/>
                  </a:cubicBezTo>
                  <a:cubicBezTo>
                    <a:pt x="172836" y="41337"/>
                    <a:pt x="187520" y="30193"/>
                    <a:pt x="202966" y="18481"/>
                  </a:cubicBezTo>
                  <a:cubicBezTo>
                    <a:pt x="205883" y="16267"/>
                    <a:pt x="208908" y="13969"/>
                    <a:pt x="211979" y="11742"/>
                  </a:cubicBezTo>
                  <a:cubicBezTo>
                    <a:pt x="219066" y="6599"/>
                    <a:pt x="230260" y="308"/>
                    <a:pt x="242600" y="308"/>
                  </a:cubicBezTo>
                  <a:cubicBezTo>
                    <a:pt x="250370" y="308"/>
                    <a:pt x="258594" y="2802"/>
                    <a:pt x="266534" y="9647"/>
                  </a:cubicBezTo>
                  <a:lnTo>
                    <a:pt x="266760" y="9373"/>
                  </a:lnTo>
                  <a:cubicBezTo>
                    <a:pt x="259527" y="3141"/>
                    <a:pt x="251396" y="0"/>
                    <a:pt x="242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603050" y="2916775"/>
              <a:ext cx="6670800" cy="1005800"/>
            </a:xfrm>
            <a:custGeom>
              <a:rect b="b" l="l" r="r" t="t"/>
              <a:pathLst>
                <a:path extrusionOk="0" h="40232" w="266832">
                  <a:moveTo>
                    <a:pt x="47581" y="0"/>
                  </a:moveTo>
                  <a:cubicBezTo>
                    <a:pt x="44993" y="0"/>
                    <a:pt x="42457" y="119"/>
                    <a:pt x="40005" y="361"/>
                  </a:cubicBezTo>
                  <a:cubicBezTo>
                    <a:pt x="19062" y="2445"/>
                    <a:pt x="5608" y="6183"/>
                    <a:pt x="0" y="11505"/>
                  </a:cubicBezTo>
                  <a:lnTo>
                    <a:pt x="250" y="11767"/>
                  </a:lnTo>
                  <a:cubicBezTo>
                    <a:pt x="4060" y="8148"/>
                    <a:pt x="14061" y="3302"/>
                    <a:pt x="40041" y="730"/>
                  </a:cubicBezTo>
                  <a:cubicBezTo>
                    <a:pt x="42490" y="487"/>
                    <a:pt x="45023" y="368"/>
                    <a:pt x="47608" y="368"/>
                  </a:cubicBezTo>
                  <a:cubicBezTo>
                    <a:pt x="60603" y="368"/>
                    <a:pt x="74908" y="3370"/>
                    <a:pt x="86487" y="8683"/>
                  </a:cubicBezTo>
                  <a:cubicBezTo>
                    <a:pt x="94524" y="12362"/>
                    <a:pt x="101477" y="17292"/>
                    <a:pt x="108192" y="22042"/>
                  </a:cubicBezTo>
                  <a:cubicBezTo>
                    <a:pt x="119146" y="29793"/>
                    <a:pt x="129504" y="37116"/>
                    <a:pt x="144078" y="39473"/>
                  </a:cubicBezTo>
                  <a:cubicBezTo>
                    <a:pt x="147258" y="39990"/>
                    <a:pt x="150307" y="40232"/>
                    <a:pt x="153246" y="40232"/>
                  </a:cubicBezTo>
                  <a:cubicBezTo>
                    <a:pt x="172829" y="40232"/>
                    <a:pt x="187478" y="29509"/>
                    <a:pt x="202883" y="18256"/>
                  </a:cubicBezTo>
                  <a:cubicBezTo>
                    <a:pt x="205835" y="16089"/>
                    <a:pt x="208895" y="13851"/>
                    <a:pt x="212015" y="11672"/>
                  </a:cubicBezTo>
                  <a:cubicBezTo>
                    <a:pt x="219065" y="6740"/>
                    <a:pt x="230090" y="772"/>
                    <a:pt x="242173" y="772"/>
                  </a:cubicBezTo>
                  <a:cubicBezTo>
                    <a:pt x="250128" y="772"/>
                    <a:pt x="258541" y="3359"/>
                    <a:pt x="266581" y="10529"/>
                  </a:cubicBezTo>
                  <a:lnTo>
                    <a:pt x="266831" y="10255"/>
                  </a:lnTo>
                  <a:cubicBezTo>
                    <a:pt x="259528" y="3740"/>
                    <a:pt x="251234" y="461"/>
                    <a:pt x="242138" y="461"/>
                  </a:cubicBezTo>
                  <a:cubicBezTo>
                    <a:pt x="241209" y="461"/>
                    <a:pt x="240272" y="495"/>
                    <a:pt x="239328" y="563"/>
                  </a:cubicBezTo>
                  <a:cubicBezTo>
                    <a:pt x="230517" y="1206"/>
                    <a:pt x="220992" y="4945"/>
                    <a:pt x="211800" y="11374"/>
                  </a:cubicBezTo>
                  <a:cubicBezTo>
                    <a:pt x="208681" y="13553"/>
                    <a:pt x="205621" y="15791"/>
                    <a:pt x="202668" y="17958"/>
                  </a:cubicBezTo>
                  <a:cubicBezTo>
                    <a:pt x="187317" y="29187"/>
                    <a:pt x="172706" y="39865"/>
                    <a:pt x="153219" y="39865"/>
                  </a:cubicBezTo>
                  <a:cubicBezTo>
                    <a:pt x="150307" y="39865"/>
                    <a:pt x="147286" y="39627"/>
                    <a:pt x="144137" y="39116"/>
                  </a:cubicBezTo>
                  <a:cubicBezTo>
                    <a:pt x="129635" y="36770"/>
                    <a:pt x="119325" y="29472"/>
                    <a:pt x="108406" y="21745"/>
                  </a:cubicBezTo>
                  <a:cubicBezTo>
                    <a:pt x="101679" y="16982"/>
                    <a:pt x="94702" y="12053"/>
                    <a:pt x="86642" y="8350"/>
                  </a:cubicBezTo>
                  <a:cubicBezTo>
                    <a:pt x="75006" y="3014"/>
                    <a:pt x="60634" y="0"/>
                    <a:pt x="475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603625" y="2820875"/>
              <a:ext cx="6670225" cy="1052250"/>
            </a:xfrm>
            <a:custGeom>
              <a:rect b="b" l="l" r="r" t="t"/>
              <a:pathLst>
                <a:path extrusionOk="0" h="42090" w="266809">
                  <a:moveTo>
                    <a:pt x="46344" y="0"/>
                  </a:moveTo>
                  <a:cubicBezTo>
                    <a:pt x="44253" y="0"/>
                    <a:pt x="42198" y="80"/>
                    <a:pt x="40196" y="244"/>
                  </a:cubicBezTo>
                  <a:cubicBezTo>
                    <a:pt x="19218" y="1959"/>
                    <a:pt x="5692" y="5471"/>
                    <a:pt x="1" y="10686"/>
                  </a:cubicBezTo>
                  <a:lnTo>
                    <a:pt x="239" y="10948"/>
                  </a:lnTo>
                  <a:cubicBezTo>
                    <a:pt x="4120" y="7400"/>
                    <a:pt x="14193" y="2721"/>
                    <a:pt x="40220" y="601"/>
                  </a:cubicBezTo>
                  <a:cubicBezTo>
                    <a:pt x="42208" y="440"/>
                    <a:pt x="44249" y="360"/>
                    <a:pt x="46327" y="360"/>
                  </a:cubicBezTo>
                  <a:cubicBezTo>
                    <a:pt x="59706" y="360"/>
                    <a:pt x="74600" y="3646"/>
                    <a:pt x="86524" y="9376"/>
                  </a:cubicBezTo>
                  <a:cubicBezTo>
                    <a:pt x="94501" y="13198"/>
                    <a:pt x="101359" y="18234"/>
                    <a:pt x="107991" y="23104"/>
                  </a:cubicBezTo>
                  <a:cubicBezTo>
                    <a:pt x="118813" y="31046"/>
                    <a:pt x="129029" y="38546"/>
                    <a:pt x="143566" y="41166"/>
                  </a:cubicBezTo>
                  <a:cubicBezTo>
                    <a:pt x="147069" y="41797"/>
                    <a:pt x="150419" y="42090"/>
                    <a:pt x="153641" y="42090"/>
                  </a:cubicBezTo>
                  <a:cubicBezTo>
                    <a:pt x="172769" y="42090"/>
                    <a:pt x="187383" y="31783"/>
                    <a:pt x="202729" y="20961"/>
                  </a:cubicBezTo>
                  <a:cubicBezTo>
                    <a:pt x="205729" y="18854"/>
                    <a:pt x="208825" y="16663"/>
                    <a:pt x="211980" y="14543"/>
                  </a:cubicBezTo>
                  <a:cubicBezTo>
                    <a:pt x="218983" y="9825"/>
                    <a:pt x="229850" y="4171"/>
                    <a:pt x="241687" y="4171"/>
                  </a:cubicBezTo>
                  <a:cubicBezTo>
                    <a:pt x="249833" y="4171"/>
                    <a:pt x="258438" y="6849"/>
                    <a:pt x="266558" y="14353"/>
                  </a:cubicBezTo>
                  <a:lnTo>
                    <a:pt x="266808" y="14091"/>
                  </a:lnTo>
                  <a:cubicBezTo>
                    <a:pt x="259457" y="7303"/>
                    <a:pt x="251007" y="3862"/>
                    <a:pt x="241659" y="3862"/>
                  </a:cubicBezTo>
                  <a:cubicBezTo>
                    <a:pt x="240939" y="3862"/>
                    <a:pt x="240214" y="3882"/>
                    <a:pt x="239483" y="3923"/>
                  </a:cubicBezTo>
                  <a:cubicBezTo>
                    <a:pt x="230661" y="4411"/>
                    <a:pt x="221076" y="7971"/>
                    <a:pt x="211777" y="14246"/>
                  </a:cubicBezTo>
                  <a:cubicBezTo>
                    <a:pt x="208622" y="16365"/>
                    <a:pt x="205515" y="18556"/>
                    <a:pt x="202526" y="20663"/>
                  </a:cubicBezTo>
                  <a:cubicBezTo>
                    <a:pt x="187233" y="31450"/>
                    <a:pt x="172655" y="41722"/>
                    <a:pt x="153612" y="41722"/>
                  </a:cubicBezTo>
                  <a:cubicBezTo>
                    <a:pt x="150417" y="41722"/>
                    <a:pt x="147097" y="41433"/>
                    <a:pt x="143626" y="40809"/>
                  </a:cubicBezTo>
                  <a:cubicBezTo>
                    <a:pt x="129172" y="38201"/>
                    <a:pt x="118992" y="30724"/>
                    <a:pt x="108205" y="22806"/>
                  </a:cubicBezTo>
                  <a:cubicBezTo>
                    <a:pt x="101561" y="17925"/>
                    <a:pt x="94679" y="12877"/>
                    <a:pt x="86678" y="9043"/>
                  </a:cubicBezTo>
                  <a:cubicBezTo>
                    <a:pt x="74718" y="3305"/>
                    <a:pt x="59772" y="0"/>
                    <a:pt x="463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06025" y="2724425"/>
              <a:ext cx="6667825" cy="1099375"/>
            </a:xfrm>
            <a:custGeom>
              <a:rect b="b" l="l" r="r" t="t"/>
              <a:pathLst>
                <a:path extrusionOk="0" h="43975" w="266713">
                  <a:moveTo>
                    <a:pt x="45120" y="1"/>
                  </a:moveTo>
                  <a:cubicBezTo>
                    <a:pt x="43512" y="1"/>
                    <a:pt x="41927" y="50"/>
                    <a:pt x="40374" y="149"/>
                  </a:cubicBezTo>
                  <a:cubicBezTo>
                    <a:pt x="19372" y="1495"/>
                    <a:pt x="5787" y="4769"/>
                    <a:pt x="0" y="9889"/>
                  </a:cubicBezTo>
                  <a:lnTo>
                    <a:pt x="250" y="10150"/>
                  </a:lnTo>
                  <a:cubicBezTo>
                    <a:pt x="4191" y="6674"/>
                    <a:pt x="14335" y="2185"/>
                    <a:pt x="40410" y="518"/>
                  </a:cubicBezTo>
                  <a:cubicBezTo>
                    <a:pt x="41956" y="419"/>
                    <a:pt x="43534" y="370"/>
                    <a:pt x="45136" y="370"/>
                  </a:cubicBezTo>
                  <a:cubicBezTo>
                    <a:pt x="58853" y="370"/>
                    <a:pt x="74318" y="3961"/>
                    <a:pt x="86547" y="10091"/>
                  </a:cubicBezTo>
                  <a:cubicBezTo>
                    <a:pt x="94441" y="14044"/>
                    <a:pt x="101227" y="19211"/>
                    <a:pt x="107776" y="24188"/>
                  </a:cubicBezTo>
                  <a:cubicBezTo>
                    <a:pt x="118432" y="32332"/>
                    <a:pt x="128528" y="39999"/>
                    <a:pt x="143018" y="42869"/>
                  </a:cubicBezTo>
                  <a:cubicBezTo>
                    <a:pt x="146843" y="43627"/>
                    <a:pt x="150492" y="43975"/>
                    <a:pt x="153996" y="43975"/>
                  </a:cubicBezTo>
                  <a:cubicBezTo>
                    <a:pt x="172677" y="43975"/>
                    <a:pt x="187246" y="34086"/>
                    <a:pt x="202525" y="23700"/>
                  </a:cubicBezTo>
                  <a:cubicBezTo>
                    <a:pt x="205562" y="21640"/>
                    <a:pt x="208693" y="19509"/>
                    <a:pt x="211884" y="17449"/>
                  </a:cubicBezTo>
                  <a:cubicBezTo>
                    <a:pt x="218840" y="12936"/>
                    <a:pt x="229526" y="7594"/>
                    <a:pt x="241107" y="7594"/>
                  </a:cubicBezTo>
                  <a:cubicBezTo>
                    <a:pt x="249447" y="7594"/>
                    <a:pt x="258252" y="10365"/>
                    <a:pt x="266462" y="18211"/>
                  </a:cubicBezTo>
                  <a:lnTo>
                    <a:pt x="266712" y="17949"/>
                  </a:lnTo>
                  <a:cubicBezTo>
                    <a:pt x="259310" y="10864"/>
                    <a:pt x="250693" y="7276"/>
                    <a:pt x="241074" y="7276"/>
                  </a:cubicBezTo>
                  <a:cubicBezTo>
                    <a:pt x="240574" y="7276"/>
                    <a:pt x="240071" y="7285"/>
                    <a:pt x="239566" y="7305"/>
                  </a:cubicBezTo>
                  <a:cubicBezTo>
                    <a:pt x="230731" y="7638"/>
                    <a:pt x="221099" y="11043"/>
                    <a:pt x="211681" y="17139"/>
                  </a:cubicBezTo>
                  <a:cubicBezTo>
                    <a:pt x="208490" y="19211"/>
                    <a:pt x="205359" y="21342"/>
                    <a:pt x="202323" y="23402"/>
                  </a:cubicBezTo>
                  <a:cubicBezTo>
                    <a:pt x="187090" y="33751"/>
                    <a:pt x="172575" y="43610"/>
                    <a:pt x="153990" y="43610"/>
                  </a:cubicBezTo>
                  <a:cubicBezTo>
                    <a:pt x="150510" y="43610"/>
                    <a:pt x="146887" y="43265"/>
                    <a:pt x="143089" y="42512"/>
                  </a:cubicBezTo>
                  <a:cubicBezTo>
                    <a:pt x="128683" y="39654"/>
                    <a:pt x="118622" y="31998"/>
                    <a:pt x="107990" y="23902"/>
                  </a:cubicBezTo>
                  <a:cubicBezTo>
                    <a:pt x="101418" y="18913"/>
                    <a:pt x="94631" y="13734"/>
                    <a:pt x="86701" y="9758"/>
                  </a:cubicBezTo>
                  <a:cubicBezTo>
                    <a:pt x="74419" y="3595"/>
                    <a:pt x="58900" y="1"/>
                    <a:pt x="45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610775" y="2627700"/>
              <a:ext cx="6663075" cy="1147100"/>
            </a:xfrm>
            <a:custGeom>
              <a:rect b="b" l="l" r="r" t="t"/>
              <a:pathLst>
                <a:path extrusionOk="0" h="45884" w="266523">
                  <a:moveTo>
                    <a:pt x="43919" y="0"/>
                  </a:moveTo>
                  <a:cubicBezTo>
                    <a:pt x="42779" y="0"/>
                    <a:pt x="41652" y="26"/>
                    <a:pt x="40541" y="77"/>
                  </a:cubicBezTo>
                  <a:cubicBezTo>
                    <a:pt x="19515" y="1054"/>
                    <a:pt x="5870" y="4090"/>
                    <a:pt x="1" y="9102"/>
                  </a:cubicBezTo>
                  <a:lnTo>
                    <a:pt x="239" y="9376"/>
                  </a:lnTo>
                  <a:cubicBezTo>
                    <a:pt x="4227" y="5971"/>
                    <a:pt x="14467" y="1649"/>
                    <a:pt x="40553" y="434"/>
                  </a:cubicBezTo>
                  <a:cubicBezTo>
                    <a:pt x="41663" y="383"/>
                    <a:pt x="42788" y="357"/>
                    <a:pt x="43926" y="357"/>
                  </a:cubicBezTo>
                  <a:cubicBezTo>
                    <a:pt x="57980" y="357"/>
                    <a:pt x="73989" y="4252"/>
                    <a:pt x="86523" y="10817"/>
                  </a:cubicBezTo>
                  <a:cubicBezTo>
                    <a:pt x="94346" y="14912"/>
                    <a:pt x="101037" y="20187"/>
                    <a:pt x="107502" y="25283"/>
                  </a:cubicBezTo>
                  <a:cubicBezTo>
                    <a:pt x="118039" y="33593"/>
                    <a:pt x="127981" y="41451"/>
                    <a:pt x="142411" y="44571"/>
                  </a:cubicBezTo>
                  <a:cubicBezTo>
                    <a:pt x="146566" y="45473"/>
                    <a:pt x="150520" y="45883"/>
                    <a:pt x="154313" y="45883"/>
                  </a:cubicBezTo>
                  <a:cubicBezTo>
                    <a:pt x="172548" y="45883"/>
                    <a:pt x="187052" y="36397"/>
                    <a:pt x="202240" y="26461"/>
                  </a:cubicBezTo>
                  <a:cubicBezTo>
                    <a:pt x="205312" y="24449"/>
                    <a:pt x="208491" y="22378"/>
                    <a:pt x="211706" y="20365"/>
                  </a:cubicBezTo>
                  <a:cubicBezTo>
                    <a:pt x="218611" y="16054"/>
                    <a:pt x="229117" y="11007"/>
                    <a:pt x="240446" y="11007"/>
                  </a:cubicBezTo>
                  <a:cubicBezTo>
                    <a:pt x="248983" y="11007"/>
                    <a:pt x="257988" y="13873"/>
                    <a:pt x="266272" y="22080"/>
                  </a:cubicBezTo>
                  <a:lnTo>
                    <a:pt x="266522" y="21818"/>
                  </a:lnTo>
                  <a:cubicBezTo>
                    <a:pt x="259063" y="14429"/>
                    <a:pt x="250259" y="10690"/>
                    <a:pt x="240352" y="10690"/>
                  </a:cubicBezTo>
                  <a:cubicBezTo>
                    <a:pt x="240091" y="10690"/>
                    <a:pt x="239829" y="10692"/>
                    <a:pt x="239566" y="10698"/>
                  </a:cubicBezTo>
                  <a:cubicBezTo>
                    <a:pt x="230732" y="10876"/>
                    <a:pt x="221040" y="14115"/>
                    <a:pt x="211515" y="20056"/>
                  </a:cubicBezTo>
                  <a:cubicBezTo>
                    <a:pt x="208300" y="22068"/>
                    <a:pt x="205122" y="24152"/>
                    <a:pt x="202050" y="26152"/>
                  </a:cubicBezTo>
                  <a:cubicBezTo>
                    <a:pt x="186888" y="36065"/>
                    <a:pt x="172430" y="45521"/>
                    <a:pt x="154274" y="45521"/>
                  </a:cubicBezTo>
                  <a:cubicBezTo>
                    <a:pt x="150515" y="45521"/>
                    <a:pt x="146598" y="45116"/>
                    <a:pt x="142483" y="44226"/>
                  </a:cubicBezTo>
                  <a:cubicBezTo>
                    <a:pt x="128136" y="41118"/>
                    <a:pt x="118218" y="33284"/>
                    <a:pt x="107716" y="24997"/>
                  </a:cubicBezTo>
                  <a:cubicBezTo>
                    <a:pt x="101239" y="19889"/>
                    <a:pt x="94548" y="14603"/>
                    <a:pt x="86690" y="10495"/>
                  </a:cubicBezTo>
                  <a:cubicBezTo>
                    <a:pt x="74109" y="3907"/>
                    <a:pt x="58032" y="0"/>
                    <a:pt x="439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617325" y="2530375"/>
              <a:ext cx="6656525" cy="1195600"/>
            </a:xfrm>
            <a:custGeom>
              <a:rect b="b" l="l" r="r" t="t"/>
              <a:pathLst>
                <a:path extrusionOk="0" h="47824" w="266261">
                  <a:moveTo>
                    <a:pt x="42753" y="0"/>
                  </a:moveTo>
                  <a:cubicBezTo>
                    <a:pt x="42062" y="0"/>
                    <a:pt x="41376" y="10"/>
                    <a:pt x="40696" y="29"/>
                  </a:cubicBezTo>
                  <a:cubicBezTo>
                    <a:pt x="19646" y="637"/>
                    <a:pt x="5966" y="3435"/>
                    <a:pt x="1" y="8352"/>
                  </a:cubicBezTo>
                  <a:lnTo>
                    <a:pt x="227" y="8626"/>
                  </a:lnTo>
                  <a:cubicBezTo>
                    <a:pt x="4287" y="5292"/>
                    <a:pt x="14598" y="1149"/>
                    <a:pt x="40696" y="387"/>
                  </a:cubicBezTo>
                  <a:cubicBezTo>
                    <a:pt x="41375" y="367"/>
                    <a:pt x="42061" y="357"/>
                    <a:pt x="42751" y="357"/>
                  </a:cubicBezTo>
                  <a:cubicBezTo>
                    <a:pt x="57119" y="357"/>
                    <a:pt x="73684" y="4580"/>
                    <a:pt x="86476" y="11566"/>
                  </a:cubicBezTo>
                  <a:cubicBezTo>
                    <a:pt x="94239" y="15805"/>
                    <a:pt x="100823" y="21199"/>
                    <a:pt x="107193" y="26402"/>
                  </a:cubicBezTo>
                  <a:cubicBezTo>
                    <a:pt x="117587" y="34903"/>
                    <a:pt x="127397" y="42927"/>
                    <a:pt x="141768" y="46297"/>
                  </a:cubicBezTo>
                  <a:cubicBezTo>
                    <a:pt x="146242" y="47349"/>
                    <a:pt x="150491" y="47823"/>
                    <a:pt x="154562" y="47823"/>
                  </a:cubicBezTo>
                  <a:cubicBezTo>
                    <a:pt x="172376" y="47823"/>
                    <a:pt x="186800" y="38740"/>
                    <a:pt x="201919" y="29223"/>
                  </a:cubicBezTo>
                  <a:cubicBezTo>
                    <a:pt x="205014" y="27271"/>
                    <a:pt x="208229" y="25259"/>
                    <a:pt x="211479" y="23306"/>
                  </a:cubicBezTo>
                  <a:cubicBezTo>
                    <a:pt x="218321" y="19200"/>
                    <a:pt x="228632" y="14450"/>
                    <a:pt x="239705" y="14450"/>
                  </a:cubicBezTo>
                  <a:cubicBezTo>
                    <a:pt x="248443" y="14450"/>
                    <a:pt x="257655" y="17408"/>
                    <a:pt x="266010" y="25973"/>
                  </a:cubicBezTo>
                  <a:lnTo>
                    <a:pt x="266260" y="25711"/>
                  </a:lnTo>
                  <a:cubicBezTo>
                    <a:pt x="258758" y="18019"/>
                    <a:pt x="249789" y="14126"/>
                    <a:pt x="239600" y="14126"/>
                  </a:cubicBezTo>
                  <a:cubicBezTo>
                    <a:pt x="239569" y="14126"/>
                    <a:pt x="239538" y="14126"/>
                    <a:pt x="239507" y="14126"/>
                  </a:cubicBezTo>
                  <a:cubicBezTo>
                    <a:pt x="230672" y="14150"/>
                    <a:pt x="220921" y="17222"/>
                    <a:pt x="211301" y="22996"/>
                  </a:cubicBezTo>
                  <a:cubicBezTo>
                    <a:pt x="208038" y="24949"/>
                    <a:pt x="204824" y="26973"/>
                    <a:pt x="201728" y="28926"/>
                  </a:cubicBezTo>
                  <a:cubicBezTo>
                    <a:pt x="186657" y="38411"/>
                    <a:pt x="172266" y="47461"/>
                    <a:pt x="154532" y="47461"/>
                  </a:cubicBezTo>
                  <a:cubicBezTo>
                    <a:pt x="150494" y="47461"/>
                    <a:pt x="146283" y="46992"/>
                    <a:pt x="141852" y="45952"/>
                  </a:cubicBezTo>
                  <a:cubicBezTo>
                    <a:pt x="127564" y="42594"/>
                    <a:pt x="117777" y="34593"/>
                    <a:pt x="107431" y="26128"/>
                  </a:cubicBezTo>
                  <a:cubicBezTo>
                    <a:pt x="101037" y="20901"/>
                    <a:pt x="94441" y="15507"/>
                    <a:pt x="86654" y="11245"/>
                  </a:cubicBezTo>
                  <a:cubicBezTo>
                    <a:pt x="73804" y="4235"/>
                    <a:pt x="57180" y="0"/>
                    <a:pt x="427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625950" y="2432750"/>
              <a:ext cx="6647900" cy="1244800"/>
            </a:xfrm>
            <a:custGeom>
              <a:rect b="b" l="l" r="r" t="t"/>
              <a:pathLst>
                <a:path extrusionOk="0" h="49792" w="265916">
                  <a:moveTo>
                    <a:pt x="41667" y="0"/>
                  </a:moveTo>
                  <a:cubicBezTo>
                    <a:pt x="41386" y="0"/>
                    <a:pt x="41106" y="2"/>
                    <a:pt x="40827" y="5"/>
                  </a:cubicBezTo>
                  <a:cubicBezTo>
                    <a:pt x="19777" y="243"/>
                    <a:pt x="6049" y="2803"/>
                    <a:pt x="1" y="7613"/>
                  </a:cubicBezTo>
                  <a:lnTo>
                    <a:pt x="227" y="7899"/>
                  </a:lnTo>
                  <a:cubicBezTo>
                    <a:pt x="4335" y="4625"/>
                    <a:pt x="14717" y="672"/>
                    <a:pt x="40827" y="362"/>
                  </a:cubicBezTo>
                  <a:cubicBezTo>
                    <a:pt x="41089" y="360"/>
                    <a:pt x="41350" y="358"/>
                    <a:pt x="41613" y="358"/>
                  </a:cubicBezTo>
                  <a:cubicBezTo>
                    <a:pt x="56276" y="358"/>
                    <a:pt x="73363" y="4913"/>
                    <a:pt x="86405" y="12340"/>
                  </a:cubicBezTo>
                  <a:cubicBezTo>
                    <a:pt x="94096" y="16710"/>
                    <a:pt x="100585" y="22210"/>
                    <a:pt x="106871" y="27532"/>
                  </a:cubicBezTo>
                  <a:cubicBezTo>
                    <a:pt x="117111" y="36212"/>
                    <a:pt x="126779" y="44404"/>
                    <a:pt x="141078" y="48035"/>
                  </a:cubicBezTo>
                  <a:cubicBezTo>
                    <a:pt x="145866" y="49249"/>
                    <a:pt x="150405" y="49792"/>
                    <a:pt x="154753" y="49792"/>
                  </a:cubicBezTo>
                  <a:cubicBezTo>
                    <a:pt x="172149" y="49792"/>
                    <a:pt x="186490" y="41108"/>
                    <a:pt x="201502" y="32021"/>
                  </a:cubicBezTo>
                  <a:cubicBezTo>
                    <a:pt x="204645" y="30116"/>
                    <a:pt x="207884" y="28152"/>
                    <a:pt x="211182" y="26258"/>
                  </a:cubicBezTo>
                  <a:cubicBezTo>
                    <a:pt x="217949" y="22353"/>
                    <a:pt x="228064" y="17884"/>
                    <a:pt x="238884" y="17884"/>
                  </a:cubicBezTo>
                  <a:cubicBezTo>
                    <a:pt x="247824" y="17884"/>
                    <a:pt x="257244" y="20936"/>
                    <a:pt x="265653" y="29878"/>
                  </a:cubicBezTo>
                  <a:lnTo>
                    <a:pt x="265915" y="29628"/>
                  </a:lnTo>
                  <a:cubicBezTo>
                    <a:pt x="258521" y="21770"/>
                    <a:pt x="249592" y="17722"/>
                    <a:pt x="239364" y="17567"/>
                  </a:cubicBezTo>
                  <a:cubicBezTo>
                    <a:pt x="239173" y="17564"/>
                    <a:pt x="238981" y="17563"/>
                    <a:pt x="238788" y="17563"/>
                  </a:cubicBezTo>
                  <a:cubicBezTo>
                    <a:pt x="230104" y="17563"/>
                    <a:pt x="220508" y="20451"/>
                    <a:pt x="211003" y="25937"/>
                  </a:cubicBezTo>
                  <a:cubicBezTo>
                    <a:pt x="207717" y="27842"/>
                    <a:pt x="204467" y="29807"/>
                    <a:pt x="201336" y="31700"/>
                  </a:cubicBezTo>
                  <a:cubicBezTo>
                    <a:pt x="186364" y="40762"/>
                    <a:pt x="172056" y="49421"/>
                    <a:pt x="154743" y="49421"/>
                  </a:cubicBezTo>
                  <a:cubicBezTo>
                    <a:pt x="150426" y="49421"/>
                    <a:pt x="145921" y="48883"/>
                    <a:pt x="141173" y="47678"/>
                  </a:cubicBezTo>
                  <a:cubicBezTo>
                    <a:pt x="126945" y="44082"/>
                    <a:pt x="117301" y="35903"/>
                    <a:pt x="107098" y="27259"/>
                  </a:cubicBezTo>
                  <a:cubicBezTo>
                    <a:pt x="100799" y="21925"/>
                    <a:pt x="94298" y="16412"/>
                    <a:pt x="86583" y="12031"/>
                  </a:cubicBezTo>
                  <a:cubicBezTo>
                    <a:pt x="73509" y="4577"/>
                    <a:pt x="56377" y="0"/>
                    <a:pt x="416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636675" y="2334800"/>
              <a:ext cx="6637450" cy="1294425"/>
            </a:xfrm>
            <a:custGeom>
              <a:rect b="b" l="l" r="r" t="t"/>
              <a:pathLst>
                <a:path extrusionOk="0" h="51777" w="265498">
                  <a:moveTo>
                    <a:pt x="39287" y="1"/>
                  </a:moveTo>
                  <a:cubicBezTo>
                    <a:pt x="19177" y="1"/>
                    <a:pt x="5968" y="2322"/>
                    <a:pt x="0" y="6900"/>
                  </a:cubicBezTo>
                  <a:lnTo>
                    <a:pt x="227" y="7186"/>
                  </a:lnTo>
                  <a:cubicBezTo>
                    <a:pt x="4311" y="4047"/>
                    <a:pt x="14422" y="359"/>
                    <a:pt x="39404" y="359"/>
                  </a:cubicBezTo>
                  <a:cubicBezTo>
                    <a:pt x="39912" y="359"/>
                    <a:pt x="40426" y="360"/>
                    <a:pt x="40946" y="363"/>
                  </a:cubicBezTo>
                  <a:cubicBezTo>
                    <a:pt x="55781" y="447"/>
                    <a:pt x="73164" y="5340"/>
                    <a:pt x="86309" y="13127"/>
                  </a:cubicBezTo>
                  <a:cubicBezTo>
                    <a:pt x="93917" y="17639"/>
                    <a:pt x="100311" y="23247"/>
                    <a:pt x="106502" y="28676"/>
                  </a:cubicBezTo>
                  <a:cubicBezTo>
                    <a:pt x="116586" y="37535"/>
                    <a:pt x="126111" y="45905"/>
                    <a:pt x="140363" y="49774"/>
                  </a:cubicBezTo>
                  <a:cubicBezTo>
                    <a:pt x="145461" y="51162"/>
                    <a:pt x="150287" y="51777"/>
                    <a:pt x="154911" y="51777"/>
                  </a:cubicBezTo>
                  <a:cubicBezTo>
                    <a:pt x="171899" y="51777"/>
                    <a:pt x="186153" y="43484"/>
                    <a:pt x="201061" y="34808"/>
                  </a:cubicBezTo>
                  <a:cubicBezTo>
                    <a:pt x="204228" y="32963"/>
                    <a:pt x="207503" y="31058"/>
                    <a:pt x="210836" y="29212"/>
                  </a:cubicBezTo>
                  <a:cubicBezTo>
                    <a:pt x="217522" y="25512"/>
                    <a:pt x="227422" y="21326"/>
                    <a:pt x="237978" y="21326"/>
                  </a:cubicBezTo>
                  <a:cubicBezTo>
                    <a:pt x="247122" y="21326"/>
                    <a:pt x="256758" y="24467"/>
                    <a:pt x="265224" y="33784"/>
                  </a:cubicBezTo>
                  <a:lnTo>
                    <a:pt x="265498" y="33546"/>
                  </a:lnTo>
                  <a:cubicBezTo>
                    <a:pt x="258247" y="25569"/>
                    <a:pt x="249377" y="21354"/>
                    <a:pt x="239149" y="21033"/>
                  </a:cubicBezTo>
                  <a:cubicBezTo>
                    <a:pt x="238730" y="21019"/>
                    <a:pt x="238308" y="21012"/>
                    <a:pt x="237884" y="21012"/>
                  </a:cubicBezTo>
                  <a:cubicBezTo>
                    <a:pt x="229391" y="21012"/>
                    <a:pt x="220013" y="23731"/>
                    <a:pt x="210658" y="28903"/>
                  </a:cubicBezTo>
                  <a:cubicBezTo>
                    <a:pt x="207324" y="30748"/>
                    <a:pt x="204050" y="32653"/>
                    <a:pt x="200871" y="34498"/>
                  </a:cubicBezTo>
                  <a:cubicBezTo>
                    <a:pt x="186013" y="43140"/>
                    <a:pt x="171810" y="51406"/>
                    <a:pt x="154899" y="51406"/>
                  </a:cubicBezTo>
                  <a:cubicBezTo>
                    <a:pt x="150304" y="51406"/>
                    <a:pt x="145509" y="50796"/>
                    <a:pt x="140447" y="49417"/>
                  </a:cubicBezTo>
                  <a:cubicBezTo>
                    <a:pt x="126290" y="45571"/>
                    <a:pt x="116789" y="37237"/>
                    <a:pt x="106740" y="28402"/>
                  </a:cubicBezTo>
                  <a:cubicBezTo>
                    <a:pt x="100537" y="22961"/>
                    <a:pt x="94131" y="17342"/>
                    <a:pt x="86499" y="12817"/>
                  </a:cubicBezTo>
                  <a:cubicBezTo>
                    <a:pt x="73295" y="4995"/>
                    <a:pt x="55841" y="89"/>
                    <a:pt x="40958" y="6"/>
                  </a:cubicBezTo>
                  <a:cubicBezTo>
                    <a:pt x="40396" y="3"/>
                    <a:pt x="39839" y="1"/>
                    <a:pt x="392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649475" y="2235200"/>
              <a:ext cx="6624950" cy="1345700"/>
            </a:xfrm>
            <a:custGeom>
              <a:rect b="b" l="l" r="r" t="t"/>
              <a:pathLst>
                <a:path extrusionOk="0" h="53828" w="264998">
                  <a:moveTo>
                    <a:pt x="35160" y="0"/>
                  </a:moveTo>
                  <a:cubicBezTo>
                    <a:pt x="17419" y="0"/>
                    <a:pt x="5602" y="2101"/>
                    <a:pt x="0" y="6240"/>
                  </a:cubicBezTo>
                  <a:lnTo>
                    <a:pt x="215" y="6538"/>
                  </a:lnTo>
                  <a:cubicBezTo>
                    <a:pt x="4112" y="3654"/>
                    <a:pt x="13403" y="362"/>
                    <a:pt x="35411" y="362"/>
                  </a:cubicBezTo>
                  <a:cubicBezTo>
                    <a:pt x="37206" y="362"/>
                    <a:pt x="39085" y="384"/>
                    <a:pt x="41053" y="430"/>
                  </a:cubicBezTo>
                  <a:cubicBezTo>
                    <a:pt x="55876" y="787"/>
                    <a:pt x="73176" y="5978"/>
                    <a:pt x="86202" y="13979"/>
                  </a:cubicBezTo>
                  <a:cubicBezTo>
                    <a:pt x="93726" y="18623"/>
                    <a:pt x="100025" y="24350"/>
                    <a:pt x="106109" y="29886"/>
                  </a:cubicBezTo>
                  <a:cubicBezTo>
                    <a:pt x="116039" y="38911"/>
                    <a:pt x="125421" y="47436"/>
                    <a:pt x="139601" y="51567"/>
                  </a:cubicBezTo>
                  <a:cubicBezTo>
                    <a:pt x="145004" y="53139"/>
                    <a:pt x="150116" y="53827"/>
                    <a:pt x="155015" y="53827"/>
                  </a:cubicBezTo>
                  <a:cubicBezTo>
                    <a:pt x="171610" y="53827"/>
                    <a:pt x="185768" y="45925"/>
                    <a:pt x="200549" y="37661"/>
                  </a:cubicBezTo>
                  <a:cubicBezTo>
                    <a:pt x="203752" y="35875"/>
                    <a:pt x="207062" y="34030"/>
                    <a:pt x="210420" y="32244"/>
                  </a:cubicBezTo>
                  <a:cubicBezTo>
                    <a:pt x="217020" y="28737"/>
                    <a:pt x="226700" y="24823"/>
                    <a:pt x="236995" y="24823"/>
                  </a:cubicBezTo>
                  <a:cubicBezTo>
                    <a:pt x="246347" y="24823"/>
                    <a:pt x="256206" y="28053"/>
                    <a:pt x="264724" y="37756"/>
                  </a:cubicBezTo>
                  <a:lnTo>
                    <a:pt x="264998" y="37518"/>
                  </a:lnTo>
                  <a:cubicBezTo>
                    <a:pt x="257890" y="29422"/>
                    <a:pt x="249103" y="25052"/>
                    <a:pt x="238887" y="24552"/>
                  </a:cubicBezTo>
                  <a:cubicBezTo>
                    <a:pt x="238234" y="24520"/>
                    <a:pt x="237575" y="24503"/>
                    <a:pt x="236910" y="24503"/>
                  </a:cubicBezTo>
                  <a:cubicBezTo>
                    <a:pt x="228589" y="24503"/>
                    <a:pt x="219426" y="27049"/>
                    <a:pt x="210253" y="31922"/>
                  </a:cubicBezTo>
                  <a:cubicBezTo>
                    <a:pt x="206883" y="33708"/>
                    <a:pt x="203574" y="35565"/>
                    <a:pt x="200371" y="37351"/>
                  </a:cubicBezTo>
                  <a:cubicBezTo>
                    <a:pt x="185637" y="45583"/>
                    <a:pt x="171528" y="53466"/>
                    <a:pt x="155004" y="53466"/>
                  </a:cubicBezTo>
                  <a:cubicBezTo>
                    <a:pt x="150137" y="53466"/>
                    <a:pt x="145060" y="52782"/>
                    <a:pt x="139696" y="51222"/>
                  </a:cubicBezTo>
                  <a:cubicBezTo>
                    <a:pt x="125599" y="47114"/>
                    <a:pt x="116253" y="38613"/>
                    <a:pt x="106359" y="29612"/>
                  </a:cubicBezTo>
                  <a:cubicBezTo>
                    <a:pt x="100251" y="24064"/>
                    <a:pt x="93941" y="18325"/>
                    <a:pt x="86392" y="13682"/>
                  </a:cubicBezTo>
                  <a:cubicBezTo>
                    <a:pt x="73331" y="5633"/>
                    <a:pt x="55960" y="418"/>
                    <a:pt x="41077" y="73"/>
                  </a:cubicBezTo>
                  <a:cubicBezTo>
                    <a:pt x="39037" y="25"/>
                    <a:pt x="37064" y="0"/>
                    <a:pt x="35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664050" y="2134250"/>
              <a:ext cx="6610375" cy="1399125"/>
            </a:xfrm>
            <a:custGeom>
              <a:rect b="b" l="l" r="r" t="t"/>
              <a:pathLst>
                <a:path extrusionOk="0" h="55965" w="264415">
                  <a:moveTo>
                    <a:pt x="31658" y="1"/>
                  </a:moveTo>
                  <a:cubicBezTo>
                    <a:pt x="15910" y="1"/>
                    <a:pt x="5285" y="1898"/>
                    <a:pt x="1" y="5671"/>
                  </a:cubicBezTo>
                  <a:lnTo>
                    <a:pt x="215" y="5968"/>
                  </a:lnTo>
                  <a:cubicBezTo>
                    <a:pt x="3941" y="3311"/>
                    <a:pt x="12454" y="374"/>
                    <a:pt x="31865" y="374"/>
                  </a:cubicBezTo>
                  <a:cubicBezTo>
                    <a:pt x="34721" y="374"/>
                    <a:pt x="37813" y="437"/>
                    <a:pt x="41161" y="575"/>
                  </a:cubicBezTo>
                  <a:cubicBezTo>
                    <a:pt x="55972" y="1182"/>
                    <a:pt x="73177" y="6671"/>
                    <a:pt x="86047" y="14910"/>
                  </a:cubicBezTo>
                  <a:cubicBezTo>
                    <a:pt x="93489" y="19684"/>
                    <a:pt x="99692" y="25518"/>
                    <a:pt x="105681" y="31162"/>
                  </a:cubicBezTo>
                  <a:cubicBezTo>
                    <a:pt x="115456" y="40365"/>
                    <a:pt x="124683" y="49045"/>
                    <a:pt x="138792" y="53427"/>
                  </a:cubicBezTo>
                  <a:cubicBezTo>
                    <a:pt x="144499" y="55196"/>
                    <a:pt x="149895" y="55964"/>
                    <a:pt x="155070" y="55964"/>
                  </a:cubicBezTo>
                  <a:cubicBezTo>
                    <a:pt x="171272" y="55964"/>
                    <a:pt x="185312" y="48439"/>
                    <a:pt x="199966" y="40580"/>
                  </a:cubicBezTo>
                  <a:cubicBezTo>
                    <a:pt x="203205" y="38853"/>
                    <a:pt x="206539" y="37056"/>
                    <a:pt x="209932" y="35329"/>
                  </a:cubicBezTo>
                  <a:cubicBezTo>
                    <a:pt x="216438" y="32021"/>
                    <a:pt x="225885" y="28376"/>
                    <a:pt x="235908" y="28376"/>
                  </a:cubicBezTo>
                  <a:cubicBezTo>
                    <a:pt x="245474" y="28376"/>
                    <a:pt x="255565" y="31695"/>
                    <a:pt x="264129" y="41794"/>
                  </a:cubicBezTo>
                  <a:lnTo>
                    <a:pt x="264415" y="41568"/>
                  </a:lnTo>
                  <a:cubicBezTo>
                    <a:pt x="257438" y="33341"/>
                    <a:pt x="248734" y="28828"/>
                    <a:pt x="238519" y="28138"/>
                  </a:cubicBezTo>
                  <a:cubicBezTo>
                    <a:pt x="237634" y="28078"/>
                    <a:pt x="236737" y="28048"/>
                    <a:pt x="235830" y="28048"/>
                  </a:cubicBezTo>
                  <a:cubicBezTo>
                    <a:pt x="227710" y="28048"/>
                    <a:pt x="218762" y="30434"/>
                    <a:pt x="209765" y="35008"/>
                  </a:cubicBezTo>
                  <a:cubicBezTo>
                    <a:pt x="206372" y="36734"/>
                    <a:pt x="203026" y="38532"/>
                    <a:pt x="199800" y="40258"/>
                  </a:cubicBezTo>
                  <a:cubicBezTo>
                    <a:pt x="185191" y="48086"/>
                    <a:pt x="171191" y="55586"/>
                    <a:pt x="155054" y="55586"/>
                  </a:cubicBezTo>
                  <a:cubicBezTo>
                    <a:pt x="149912" y="55586"/>
                    <a:pt x="144552" y="54824"/>
                    <a:pt x="138887" y="53069"/>
                  </a:cubicBezTo>
                  <a:cubicBezTo>
                    <a:pt x="124862" y="48724"/>
                    <a:pt x="115658" y="40068"/>
                    <a:pt x="105931" y="30900"/>
                  </a:cubicBezTo>
                  <a:cubicBezTo>
                    <a:pt x="99918" y="25245"/>
                    <a:pt x="93715" y="19387"/>
                    <a:pt x="86238" y="14612"/>
                  </a:cubicBezTo>
                  <a:cubicBezTo>
                    <a:pt x="73320" y="6337"/>
                    <a:pt x="56055" y="813"/>
                    <a:pt x="41173" y="206"/>
                  </a:cubicBezTo>
                  <a:cubicBezTo>
                    <a:pt x="37818" y="69"/>
                    <a:pt x="34646" y="1"/>
                    <a:pt x="316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" name="Google Shape;24;p2"/>
          <p:cNvGrpSpPr/>
          <p:nvPr/>
        </p:nvGrpSpPr>
        <p:grpSpPr>
          <a:xfrm rot="916819">
            <a:off x="3966899" y="-456431"/>
            <a:ext cx="5321066" cy="1664508"/>
            <a:chOff x="603050" y="2134250"/>
            <a:chExt cx="6671375" cy="1887675"/>
          </a:xfrm>
        </p:grpSpPr>
        <p:sp>
          <p:nvSpPr>
            <p:cNvPr id="25" name="Google Shape;25;p2"/>
            <p:cNvSpPr/>
            <p:nvPr/>
          </p:nvSpPr>
          <p:spPr>
            <a:xfrm>
              <a:off x="608100" y="2949275"/>
              <a:ext cx="6665750" cy="1072650"/>
            </a:xfrm>
            <a:custGeom>
              <a:rect b="b" l="l" r="r" t="t"/>
              <a:pathLst>
                <a:path extrusionOk="0" h="42906" w="266630">
                  <a:moveTo>
                    <a:pt x="242926" y="0"/>
                  </a:moveTo>
                  <a:cubicBezTo>
                    <a:pt x="241564" y="0"/>
                    <a:pt x="240185" y="76"/>
                    <a:pt x="238792" y="228"/>
                  </a:cubicBezTo>
                  <a:cubicBezTo>
                    <a:pt x="230005" y="1168"/>
                    <a:pt x="220635" y="5240"/>
                    <a:pt x="211670" y="11979"/>
                  </a:cubicBezTo>
                  <a:cubicBezTo>
                    <a:pt x="208634" y="14265"/>
                    <a:pt x="205645" y="16611"/>
                    <a:pt x="202764" y="18885"/>
                  </a:cubicBezTo>
                  <a:cubicBezTo>
                    <a:pt x="187340" y="31016"/>
                    <a:pt x="172685" y="42543"/>
                    <a:pt x="152232" y="42543"/>
                  </a:cubicBezTo>
                  <a:cubicBezTo>
                    <a:pt x="149902" y="42543"/>
                    <a:pt x="147497" y="42394"/>
                    <a:pt x="145007" y="42078"/>
                  </a:cubicBezTo>
                  <a:cubicBezTo>
                    <a:pt x="130433" y="40233"/>
                    <a:pt x="119873" y="33291"/>
                    <a:pt x="108693" y="25957"/>
                  </a:cubicBezTo>
                  <a:cubicBezTo>
                    <a:pt x="101799" y="21433"/>
                    <a:pt x="94667" y="16754"/>
                    <a:pt x="86476" y="13337"/>
                  </a:cubicBezTo>
                  <a:cubicBezTo>
                    <a:pt x="75578" y="8791"/>
                    <a:pt x="62424" y="6298"/>
                    <a:pt x="50215" y="6298"/>
                  </a:cubicBezTo>
                  <a:cubicBezTo>
                    <a:pt x="46564" y="6298"/>
                    <a:pt x="42997" y="6521"/>
                    <a:pt x="39601" y="6979"/>
                  </a:cubicBezTo>
                  <a:cubicBezTo>
                    <a:pt x="18729" y="9788"/>
                    <a:pt x="5418" y="14003"/>
                    <a:pt x="0" y="19504"/>
                  </a:cubicBezTo>
                  <a:lnTo>
                    <a:pt x="262" y="19766"/>
                  </a:lnTo>
                  <a:cubicBezTo>
                    <a:pt x="3941" y="16015"/>
                    <a:pt x="13764" y="10824"/>
                    <a:pt x="39648" y="7348"/>
                  </a:cubicBezTo>
                  <a:cubicBezTo>
                    <a:pt x="43028" y="6893"/>
                    <a:pt x="46578" y="6672"/>
                    <a:pt x="50211" y="6672"/>
                  </a:cubicBezTo>
                  <a:cubicBezTo>
                    <a:pt x="62374" y="6672"/>
                    <a:pt x="75481" y="9153"/>
                    <a:pt x="86345" y="13682"/>
                  </a:cubicBezTo>
                  <a:cubicBezTo>
                    <a:pt x="94500" y="17075"/>
                    <a:pt x="101620" y="21742"/>
                    <a:pt x="108502" y="26255"/>
                  </a:cubicBezTo>
                  <a:cubicBezTo>
                    <a:pt x="119718" y="33625"/>
                    <a:pt x="130314" y="40578"/>
                    <a:pt x="144959" y="42435"/>
                  </a:cubicBezTo>
                  <a:cubicBezTo>
                    <a:pt x="147474" y="42754"/>
                    <a:pt x="149902" y="42906"/>
                    <a:pt x="152253" y="42906"/>
                  </a:cubicBezTo>
                  <a:cubicBezTo>
                    <a:pt x="172815" y="42906"/>
                    <a:pt x="187519" y="31340"/>
                    <a:pt x="202990" y="19171"/>
                  </a:cubicBezTo>
                  <a:cubicBezTo>
                    <a:pt x="205871" y="16908"/>
                    <a:pt x="208860" y="14563"/>
                    <a:pt x="211896" y="12277"/>
                  </a:cubicBezTo>
                  <a:cubicBezTo>
                    <a:pt x="219006" y="6920"/>
                    <a:pt x="230335" y="312"/>
                    <a:pt x="242921" y="312"/>
                  </a:cubicBezTo>
                  <a:cubicBezTo>
                    <a:pt x="250504" y="312"/>
                    <a:pt x="258543" y="2711"/>
                    <a:pt x="266391" y="9229"/>
                  </a:cubicBezTo>
                  <a:lnTo>
                    <a:pt x="266629" y="8943"/>
                  </a:lnTo>
                  <a:cubicBezTo>
                    <a:pt x="259467" y="3004"/>
                    <a:pt x="251508" y="0"/>
                    <a:pt x="2429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604525" y="2938825"/>
              <a:ext cx="6669025" cy="1033425"/>
            </a:xfrm>
            <a:custGeom>
              <a:rect b="b" l="l" r="r" t="t"/>
              <a:pathLst>
                <a:path extrusionOk="0" h="41337" w="266761">
                  <a:moveTo>
                    <a:pt x="242560" y="0"/>
                  </a:moveTo>
                  <a:cubicBezTo>
                    <a:pt x="241419" y="0"/>
                    <a:pt x="240266" y="53"/>
                    <a:pt x="239102" y="158"/>
                  </a:cubicBezTo>
                  <a:cubicBezTo>
                    <a:pt x="230303" y="955"/>
                    <a:pt x="220850" y="4861"/>
                    <a:pt x="211765" y="11445"/>
                  </a:cubicBezTo>
                  <a:cubicBezTo>
                    <a:pt x="208693" y="13683"/>
                    <a:pt x="205669" y="15969"/>
                    <a:pt x="202752" y="18184"/>
                  </a:cubicBezTo>
                  <a:cubicBezTo>
                    <a:pt x="187359" y="29863"/>
                    <a:pt x="172728" y="40966"/>
                    <a:pt x="152762" y="40966"/>
                  </a:cubicBezTo>
                  <a:cubicBezTo>
                    <a:pt x="150135" y="40966"/>
                    <a:pt x="147416" y="40773"/>
                    <a:pt x="144590" y="40365"/>
                  </a:cubicBezTo>
                  <a:cubicBezTo>
                    <a:pt x="130064" y="38269"/>
                    <a:pt x="119623" y="31150"/>
                    <a:pt x="108574" y="23613"/>
                  </a:cubicBezTo>
                  <a:cubicBezTo>
                    <a:pt x="101751" y="18969"/>
                    <a:pt x="94703" y="14171"/>
                    <a:pt x="86571" y="10611"/>
                  </a:cubicBezTo>
                  <a:cubicBezTo>
                    <a:pt x="75309" y="5677"/>
                    <a:pt x="61560" y="2931"/>
                    <a:pt x="48931" y="2931"/>
                  </a:cubicBezTo>
                  <a:cubicBezTo>
                    <a:pt x="45806" y="2931"/>
                    <a:pt x="42749" y="3099"/>
                    <a:pt x="39815" y="3444"/>
                  </a:cubicBezTo>
                  <a:cubicBezTo>
                    <a:pt x="18908" y="5885"/>
                    <a:pt x="5513" y="9861"/>
                    <a:pt x="1" y="15279"/>
                  </a:cubicBezTo>
                  <a:lnTo>
                    <a:pt x="251" y="15529"/>
                  </a:lnTo>
                  <a:cubicBezTo>
                    <a:pt x="4001" y="11850"/>
                    <a:pt x="13919" y="6825"/>
                    <a:pt x="39851" y="3801"/>
                  </a:cubicBezTo>
                  <a:cubicBezTo>
                    <a:pt x="42768" y="3459"/>
                    <a:pt x="45807" y="3292"/>
                    <a:pt x="48914" y="3292"/>
                  </a:cubicBezTo>
                  <a:cubicBezTo>
                    <a:pt x="61497" y="3292"/>
                    <a:pt x="75199" y="6027"/>
                    <a:pt x="86428" y="10945"/>
                  </a:cubicBezTo>
                  <a:cubicBezTo>
                    <a:pt x="94524" y="14493"/>
                    <a:pt x="101561" y="19279"/>
                    <a:pt x="108359" y="23922"/>
                  </a:cubicBezTo>
                  <a:cubicBezTo>
                    <a:pt x="119456" y="31471"/>
                    <a:pt x="129922" y="38615"/>
                    <a:pt x="144542" y="40734"/>
                  </a:cubicBezTo>
                  <a:cubicBezTo>
                    <a:pt x="147384" y="41144"/>
                    <a:pt x="150118" y="41337"/>
                    <a:pt x="152759" y="41337"/>
                  </a:cubicBezTo>
                  <a:cubicBezTo>
                    <a:pt x="172836" y="41337"/>
                    <a:pt x="187520" y="30193"/>
                    <a:pt x="202966" y="18481"/>
                  </a:cubicBezTo>
                  <a:cubicBezTo>
                    <a:pt x="205883" y="16267"/>
                    <a:pt x="208908" y="13969"/>
                    <a:pt x="211979" y="11742"/>
                  </a:cubicBezTo>
                  <a:cubicBezTo>
                    <a:pt x="219066" y="6599"/>
                    <a:pt x="230260" y="308"/>
                    <a:pt x="242600" y="308"/>
                  </a:cubicBezTo>
                  <a:cubicBezTo>
                    <a:pt x="250370" y="308"/>
                    <a:pt x="258594" y="2802"/>
                    <a:pt x="266534" y="9647"/>
                  </a:cubicBezTo>
                  <a:lnTo>
                    <a:pt x="266760" y="9373"/>
                  </a:lnTo>
                  <a:cubicBezTo>
                    <a:pt x="259527" y="3141"/>
                    <a:pt x="251396" y="0"/>
                    <a:pt x="242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603050" y="2916775"/>
              <a:ext cx="6670800" cy="1005800"/>
            </a:xfrm>
            <a:custGeom>
              <a:rect b="b" l="l" r="r" t="t"/>
              <a:pathLst>
                <a:path extrusionOk="0" h="40232" w="266832">
                  <a:moveTo>
                    <a:pt x="47581" y="0"/>
                  </a:moveTo>
                  <a:cubicBezTo>
                    <a:pt x="44993" y="0"/>
                    <a:pt x="42457" y="119"/>
                    <a:pt x="40005" y="361"/>
                  </a:cubicBezTo>
                  <a:cubicBezTo>
                    <a:pt x="19062" y="2445"/>
                    <a:pt x="5608" y="6183"/>
                    <a:pt x="0" y="11505"/>
                  </a:cubicBezTo>
                  <a:lnTo>
                    <a:pt x="250" y="11767"/>
                  </a:lnTo>
                  <a:cubicBezTo>
                    <a:pt x="4060" y="8148"/>
                    <a:pt x="14061" y="3302"/>
                    <a:pt x="40041" y="730"/>
                  </a:cubicBezTo>
                  <a:cubicBezTo>
                    <a:pt x="42490" y="487"/>
                    <a:pt x="45023" y="368"/>
                    <a:pt x="47608" y="368"/>
                  </a:cubicBezTo>
                  <a:cubicBezTo>
                    <a:pt x="60603" y="368"/>
                    <a:pt x="74908" y="3370"/>
                    <a:pt x="86487" y="8683"/>
                  </a:cubicBezTo>
                  <a:cubicBezTo>
                    <a:pt x="94524" y="12362"/>
                    <a:pt x="101477" y="17292"/>
                    <a:pt x="108192" y="22042"/>
                  </a:cubicBezTo>
                  <a:cubicBezTo>
                    <a:pt x="119146" y="29793"/>
                    <a:pt x="129504" y="37116"/>
                    <a:pt x="144078" y="39473"/>
                  </a:cubicBezTo>
                  <a:cubicBezTo>
                    <a:pt x="147258" y="39990"/>
                    <a:pt x="150307" y="40232"/>
                    <a:pt x="153246" y="40232"/>
                  </a:cubicBezTo>
                  <a:cubicBezTo>
                    <a:pt x="172829" y="40232"/>
                    <a:pt x="187478" y="29509"/>
                    <a:pt x="202883" y="18256"/>
                  </a:cubicBezTo>
                  <a:cubicBezTo>
                    <a:pt x="205835" y="16089"/>
                    <a:pt x="208895" y="13851"/>
                    <a:pt x="212015" y="11672"/>
                  </a:cubicBezTo>
                  <a:cubicBezTo>
                    <a:pt x="219065" y="6740"/>
                    <a:pt x="230090" y="772"/>
                    <a:pt x="242173" y="772"/>
                  </a:cubicBezTo>
                  <a:cubicBezTo>
                    <a:pt x="250128" y="772"/>
                    <a:pt x="258541" y="3359"/>
                    <a:pt x="266581" y="10529"/>
                  </a:cubicBezTo>
                  <a:lnTo>
                    <a:pt x="266831" y="10255"/>
                  </a:lnTo>
                  <a:cubicBezTo>
                    <a:pt x="259528" y="3740"/>
                    <a:pt x="251234" y="461"/>
                    <a:pt x="242138" y="461"/>
                  </a:cubicBezTo>
                  <a:cubicBezTo>
                    <a:pt x="241209" y="461"/>
                    <a:pt x="240272" y="495"/>
                    <a:pt x="239328" y="563"/>
                  </a:cubicBezTo>
                  <a:cubicBezTo>
                    <a:pt x="230517" y="1206"/>
                    <a:pt x="220992" y="4945"/>
                    <a:pt x="211800" y="11374"/>
                  </a:cubicBezTo>
                  <a:cubicBezTo>
                    <a:pt x="208681" y="13553"/>
                    <a:pt x="205621" y="15791"/>
                    <a:pt x="202668" y="17958"/>
                  </a:cubicBezTo>
                  <a:cubicBezTo>
                    <a:pt x="187317" y="29187"/>
                    <a:pt x="172706" y="39865"/>
                    <a:pt x="153219" y="39865"/>
                  </a:cubicBezTo>
                  <a:cubicBezTo>
                    <a:pt x="150307" y="39865"/>
                    <a:pt x="147286" y="39627"/>
                    <a:pt x="144137" y="39116"/>
                  </a:cubicBezTo>
                  <a:cubicBezTo>
                    <a:pt x="129635" y="36770"/>
                    <a:pt x="119325" y="29472"/>
                    <a:pt x="108406" y="21745"/>
                  </a:cubicBezTo>
                  <a:cubicBezTo>
                    <a:pt x="101679" y="16982"/>
                    <a:pt x="94702" y="12053"/>
                    <a:pt x="86642" y="8350"/>
                  </a:cubicBezTo>
                  <a:cubicBezTo>
                    <a:pt x="75006" y="3014"/>
                    <a:pt x="60634" y="0"/>
                    <a:pt x="475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603625" y="2820875"/>
              <a:ext cx="6670225" cy="1052250"/>
            </a:xfrm>
            <a:custGeom>
              <a:rect b="b" l="l" r="r" t="t"/>
              <a:pathLst>
                <a:path extrusionOk="0" h="42090" w="266809">
                  <a:moveTo>
                    <a:pt x="46344" y="0"/>
                  </a:moveTo>
                  <a:cubicBezTo>
                    <a:pt x="44253" y="0"/>
                    <a:pt x="42198" y="80"/>
                    <a:pt x="40196" y="244"/>
                  </a:cubicBezTo>
                  <a:cubicBezTo>
                    <a:pt x="19218" y="1959"/>
                    <a:pt x="5692" y="5471"/>
                    <a:pt x="1" y="10686"/>
                  </a:cubicBezTo>
                  <a:lnTo>
                    <a:pt x="239" y="10948"/>
                  </a:lnTo>
                  <a:cubicBezTo>
                    <a:pt x="4120" y="7400"/>
                    <a:pt x="14193" y="2721"/>
                    <a:pt x="40220" y="601"/>
                  </a:cubicBezTo>
                  <a:cubicBezTo>
                    <a:pt x="42208" y="440"/>
                    <a:pt x="44249" y="360"/>
                    <a:pt x="46327" y="360"/>
                  </a:cubicBezTo>
                  <a:cubicBezTo>
                    <a:pt x="59706" y="360"/>
                    <a:pt x="74600" y="3646"/>
                    <a:pt x="86524" y="9376"/>
                  </a:cubicBezTo>
                  <a:cubicBezTo>
                    <a:pt x="94501" y="13198"/>
                    <a:pt x="101359" y="18234"/>
                    <a:pt x="107991" y="23104"/>
                  </a:cubicBezTo>
                  <a:cubicBezTo>
                    <a:pt x="118813" y="31046"/>
                    <a:pt x="129029" y="38546"/>
                    <a:pt x="143566" y="41166"/>
                  </a:cubicBezTo>
                  <a:cubicBezTo>
                    <a:pt x="147069" y="41797"/>
                    <a:pt x="150419" y="42090"/>
                    <a:pt x="153641" y="42090"/>
                  </a:cubicBezTo>
                  <a:cubicBezTo>
                    <a:pt x="172769" y="42090"/>
                    <a:pt x="187383" y="31783"/>
                    <a:pt x="202729" y="20961"/>
                  </a:cubicBezTo>
                  <a:cubicBezTo>
                    <a:pt x="205729" y="18854"/>
                    <a:pt x="208825" y="16663"/>
                    <a:pt x="211980" y="14543"/>
                  </a:cubicBezTo>
                  <a:cubicBezTo>
                    <a:pt x="218983" y="9825"/>
                    <a:pt x="229850" y="4171"/>
                    <a:pt x="241687" y="4171"/>
                  </a:cubicBezTo>
                  <a:cubicBezTo>
                    <a:pt x="249833" y="4171"/>
                    <a:pt x="258438" y="6849"/>
                    <a:pt x="266558" y="14353"/>
                  </a:cubicBezTo>
                  <a:lnTo>
                    <a:pt x="266808" y="14091"/>
                  </a:lnTo>
                  <a:cubicBezTo>
                    <a:pt x="259457" y="7303"/>
                    <a:pt x="251007" y="3862"/>
                    <a:pt x="241659" y="3862"/>
                  </a:cubicBezTo>
                  <a:cubicBezTo>
                    <a:pt x="240939" y="3862"/>
                    <a:pt x="240214" y="3882"/>
                    <a:pt x="239483" y="3923"/>
                  </a:cubicBezTo>
                  <a:cubicBezTo>
                    <a:pt x="230661" y="4411"/>
                    <a:pt x="221076" y="7971"/>
                    <a:pt x="211777" y="14246"/>
                  </a:cubicBezTo>
                  <a:cubicBezTo>
                    <a:pt x="208622" y="16365"/>
                    <a:pt x="205515" y="18556"/>
                    <a:pt x="202526" y="20663"/>
                  </a:cubicBezTo>
                  <a:cubicBezTo>
                    <a:pt x="187233" y="31450"/>
                    <a:pt x="172655" y="41722"/>
                    <a:pt x="153612" y="41722"/>
                  </a:cubicBezTo>
                  <a:cubicBezTo>
                    <a:pt x="150417" y="41722"/>
                    <a:pt x="147097" y="41433"/>
                    <a:pt x="143626" y="40809"/>
                  </a:cubicBezTo>
                  <a:cubicBezTo>
                    <a:pt x="129172" y="38201"/>
                    <a:pt x="118992" y="30724"/>
                    <a:pt x="108205" y="22806"/>
                  </a:cubicBezTo>
                  <a:cubicBezTo>
                    <a:pt x="101561" y="17925"/>
                    <a:pt x="94679" y="12877"/>
                    <a:pt x="86678" y="9043"/>
                  </a:cubicBezTo>
                  <a:cubicBezTo>
                    <a:pt x="74718" y="3305"/>
                    <a:pt x="59772" y="0"/>
                    <a:pt x="463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06025" y="2724425"/>
              <a:ext cx="6667825" cy="1099375"/>
            </a:xfrm>
            <a:custGeom>
              <a:rect b="b" l="l" r="r" t="t"/>
              <a:pathLst>
                <a:path extrusionOk="0" h="43975" w="266713">
                  <a:moveTo>
                    <a:pt x="45120" y="1"/>
                  </a:moveTo>
                  <a:cubicBezTo>
                    <a:pt x="43512" y="1"/>
                    <a:pt x="41927" y="50"/>
                    <a:pt x="40374" y="149"/>
                  </a:cubicBezTo>
                  <a:cubicBezTo>
                    <a:pt x="19372" y="1495"/>
                    <a:pt x="5787" y="4769"/>
                    <a:pt x="0" y="9889"/>
                  </a:cubicBezTo>
                  <a:lnTo>
                    <a:pt x="250" y="10150"/>
                  </a:lnTo>
                  <a:cubicBezTo>
                    <a:pt x="4191" y="6674"/>
                    <a:pt x="14335" y="2185"/>
                    <a:pt x="40410" y="518"/>
                  </a:cubicBezTo>
                  <a:cubicBezTo>
                    <a:pt x="41956" y="419"/>
                    <a:pt x="43534" y="370"/>
                    <a:pt x="45136" y="370"/>
                  </a:cubicBezTo>
                  <a:cubicBezTo>
                    <a:pt x="58853" y="370"/>
                    <a:pt x="74318" y="3961"/>
                    <a:pt x="86547" y="10091"/>
                  </a:cubicBezTo>
                  <a:cubicBezTo>
                    <a:pt x="94441" y="14044"/>
                    <a:pt x="101227" y="19211"/>
                    <a:pt x="107776" y="24188"/>
                  </a:cubicBezTo>
                  <a:cubicBezTo>
                    <a:pt x="118432" y="32332"/>
                    <a:pt x="128528" y="39999"/>
                    <a:pt x="143018" y="42869"/>
                  </a:cubicBezTo>
                  <a:cubicBezTo>
                    <a:pt x="146843" y="43627"/>
                    <a:pt x="150492" y="43975"/>
                    <a:pt x="153996" y="43975"/>
                  </a:cubicBezTo>
                  <a:cubicBezTo>
                    <a:pt x="172677" y="43975"/>
                    <a:pt x="187246" y="34086"/>
                    <a:pt x="202525" y="23700"/>
                  </a:cubicBezTo>
                  <a:cubicBezTo>
                    <a:pt x="205562" y="21640"/>
                    <a:pt x="208693" y="19509"/>
                    <a:pt x="211884" y="17449"/>
                  </a:cubicBezTo>
                  <a:cubicBezTo>
                    <a:pt x="218840" y="12936"/>
                    <a:pt x="229526" y="7594"/>
                    <a:pt x="241107" y="7594"/>
                  </a:cubicBezTo>
                  <a:cubicBezTo>
                    <a:pt x="249447" y="7594"/>
                    <a:pt x="258252" y="10365"/>
                    <a:pt x="266462" y="18211"/>
                  </a:cubicBezTo>
                  <a:lnTo>
                    <a:pt x="266712" y="17949"/>
                  </a:lnTo>
                  <a:cubicBezTo>
                    <a:pt x="259310" y="10864"/>
                    <a:pt x="250693" y="7276"/>
                    <a:pt x="241074" y="7276"/>
                  </a:cubicBezTo>
                  <a:cubicBezTo>
                    <a:pt x="240574" y="7276"/>
                    <a:pt x="240071" y="7285"/>
                    <a:pt x="239566" y="7305"/>
                  </a:cubicBezTo>
                  <a:cubicBezTo>
                    <a:pt x="230731" y="7638"/>
                    <a:pt x="221099" y="11043"/>
                    <a:pt x="211681" y="17139"/>
                  </a:cubicBezTo>
                  <a:cubicBezTo>
                    <a:pt x="208490" y="19211"/>
                    <a:pt x="205359" y="21342"/>
                    <a:pt x="202323" y="23402"/>
                  </a:cubicBezTo>
                  <a:cubicBezTo>
                    <a:pt x="187090" y="33751"/>
                    <a:pt x="172575" y="43610"/>
                    <a:pt x="153990" y="43610"/>
                  </a:cubicBezTo>
                  <a:cubicBezTo>
                    <a:pt x="150510" y="43610"/>
                    <a:pt x="146887" y="43265"/>
                    <a:pt x="143089" y="42512"/>
                  </a:cubicBezTo>
                  <a:cubicBezTo>
                    <a:pt x="128683" y="39654"/>
                    <a:pt x="118622" y="31998"/>
                    <a:pt x="107990" y="23902"/>
                  </a:cubicBezTo>
                  <a:cubicBezTo>
                    <a:pt x="101418" y="18913"/>
                    <a:pt x="94631" y="13734"/>
                    <a:pt x="86701" y="9758"/>
                  </a:cubicBezTo>
                  <a:cubicBezTo>
                    <a:pt x="74419" y="3595"/>
                    <a:pt x="58900" y="1"/>
                    <a:pt x="45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610775" y="2627700"/>
              <a:ext cx="6663075" cy="1147100"/>
            </a:xfrm>
            <a:custGeom>
              <a:rect b="b" l="l" r="r" t="t"/>
              <a:pathLst>
                <a:path extrusionOk="0" h="45884" w="266523">
                  <a:moveTo>
                    <a:pt x="43919" y="0"/>
                  </a:moveTo>
                  <a:cubicBezTo>
                    <a:pt x="42779" y="0"/>
                    <a:pt x="41652" y="26"/>
                    <a:pt x="40541" y="77"/>
                  </a:cubicBezTo>
                  <a:cubicBezTo>
                    <a:pt x="19515" y="1054"/>
                    <a:pt x="5870" y="4090"/>
                    <a:pt x="1" y="9102"/>
                  </a:cubicBezTo>
                  <a:lnTo>
                    <a:pt x="239" y="9376"/>
                  </a:lnTo>
                  <a:cubicBezTo>
                    <a:pt x="4227" y="5971"/>
                    <a:pt x="14467" y="1649"/>
                    <a:pt x="40553" y="434"/>
                  </a:cubicBezTo>
                  <a:cubicBezTo>
                    <a:pt x="41663" y="383"/>
                    <a:pt x="42788" y="357"/>
                    <a:pt x="43926" y="357"/>
                  </a:cubicBezTo>
                  <a:cubicBezTo>
                    <a:pt x="57980" y="357"/>
                    <a:pt x="73989" y="4252"/>
                    <a:pt x="86523" y="10817"/>
                  </a:cubicBezTo>
                  <a:cubicBezTo>
                    <a:pt x="94346" y="14912"/>
                    <a:pt x="101037" y="20187"/>
                    <a:pt x="107502" y="25283"/>
                  </a:cubicBezTo>
                  <a:cubicBezTo>
                    <a:pt x="118039" y="33593"/>
                    <a:pt x="127981" y="41451"/>
                    <a:pt x="142411" y="44571"/>
                  </a:cubicBezTo>
                  <a:cubicBezTo>
                    <a:pt x="146566" y="45473"/>
                    <a:pt x="150520" y="45883"/>
                    <a:pt x="154313" y="45883"/>
                  </a:cubicBezTo>
                  <a:cubicBezTo>
                    <a:pt x="172548" y="45883"/>
                    <a:pt x="187052" y="36397"/>
                    <a:pt x="202240" y="26461"/>
                  </a:cubicBezTo>
                  <a:cubicBezTo>
                    <a:pt x="205312" y="24449"/>
                    <a:pt x="208491" y="22378"/>
                    <a:pt x="211706" y="20365"/>
                  </a:cubicBezTo>
                  <a:cubicBezTo>
                    <a:pt x="218611" y="16054"/>
                    <a:pt x="229117" y="11007"/>
                    <a:pt x="240446" y="11007"/>
                  </a:cubicBezTo>
                  <a:cubicBezTo>
                    <a:pt x="248983" y="11007"/>
                    <a:pt x="257988" y="13873"/>
                    <a:pt x="266272" y="22080"/>
                  </a:cubicBezTo>
                  <a:lnTo>
                    <a:pt x="266522" y="21818"/>
                  </a:lnTo>
                  <a:cubicBezTo>
                    <a:pt x="259063" y="14429"/>
                    <a:pt x="250259" y="10690"/>
                    <a:pt x="240352" y="10690"/>
                  </a:cubicBezTo>
                  <a:cubicBezTo>
                    <a:pt x="240091" y="10690"/>
                    <a:pt x="239829" y="10692"/>
                    <a:pt x="239566" y="10698"/>
                  </a:cubicBezTo>
                  <a:cubicBezTo>
                    <a:pt x="230732" y="10876"/>
                    <a:pt x="221040" y="14115"/>
                    <a:pt x="211515" y="20056"/>
                  </a:cubicBezTo>
                  <a:cubicBezTo>
                    <a:pt x="208300" y="22068"/>
                    <a:pt x="205122" y="24152"/>
                    <a:pt x="202050" y="26152"/>
                  </a:cubicBezTo>
                  <a:cubicBezTo>
                    <a:pt x="186888" y="36065"/>
                    <a:pt x="172430" y="45521"/>
                    <a:pt x="154274" y="45521"/>
                  </a:cubicBezTo>
                  <a:cubicBezTo>
                    <a:pt x="150515" y="45521"/>
                    <a:pt x="146598" y="45116"/>
                    <a:pt x="142483" y="44226"/>
                  </a:cubicBezTo>
                  <a:cubicBezTo>
                    <a:pt x="128136" y="41118"/>
                    <a:pt x="118218" y="33284"/>
                    <a:pt x="107716" y="24997"/>
                  </a:cubicBezTo>
                  <a:cubicBezTo>
                    <a:pt x="101239" y="19889"/>
                    <a:pt x="94548" y="14603"/>
                    <a:pt x="86690" y="10495"/>
                  </a:cubicBezTo>
                  <a:cubicBezTo>
                    <a:pt x="74109" y="3907"/>
                    <a:pt x="58032" y="0"/>
                    <a:pt x="439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617325" y="2530375"/>
              <a:ext cx="6656525" cy="1195600"/>
            </a:xfrm>
            <a:custGeom>
              <a:rect b="b" l="l" r="r" t="t"/>
              <a:pathLst>
                <a:path extrusionOk="0" h="47824" w="266261">
                  <a:moveTo>
                    <a:pt x="42753" y="0"/>
                  </a:moveTo>
                  <a:cubicBezTo>
                    <a:pt x="42062" y="0"/>
                    <a:pt x="41376" y="10"/>
                    <a:pt x="40696" y="29"/>
                  </a:cubicBezTo>
                  <a:cubicBezTo>
                    <a:pt x="19646" y="637"/>
                    <a:pt x="5966" y="3435"/>
                    <a:pt x="1" y="8352"/>
                  </a:cubicBezTo>
                  <a:lnTo>
                    <a:pt x="227" y="8626"/>
                  </a:lnTo>
                  <a:cubicBezTo>
                    <a:pt x="4287" y="5292"/>
                    <a:pt x="14598" y="1149"/>
                    <a:pt x="40696" y="387"/>
                  </a:cubicBezTo>
                  <a:cubicBezTo>
                    <a:pt x="41375" y="367"/>
                    <a:pt x="42061" y="357"/>
                    <a:pt x="42751" y="357"/>
                  </a:cubicBezTo>
                  <a:cubicBezTo>
                    <a:pt x="57119" y="357"/>
                    <a:pt x="73684" y="4580"/>
                    <a:pt x="86476" y="11566"/>
                  </a:cubicBezTo>
                  <a:cubicBezTo>
                    <a:pt x="94239" y="15805"/>
                    <a:pt x="100823" y="21199"/>
                    <a:pt x="107193" y="26402"/>
                  </a:cubicBezTo>
                  <a:cubicBezTo>
                    <a:pt x="117587" y="34903"/>
                    <a:pt x="127397" y="42927"/>
                    <a:pt x="141768" y="46297"/>
                  </a:cubicBezTo>
                  <a:cubicBezTo>
                    <a:pt x="146242" y="47349"/>
                    <a:pt x="150491" y="47823"/>
                    <a:pt x="154562" y="47823"/>
                  </a:cubicBezTo>
                  <a:cubicBezTo>
                    <a:pt x="172376" y="47823"/>
                    <a:pt x="186800" y="38740"/>
                    <a:pt x="201919" y="29223"/>
                  </a:cubicBezTo>
                  <a:cubicBezTo>
                    <a:pt x="205014" y="27271"/>
                    <a:pt x="208229" y="25259"/>
                    <a:pt x="211479" y="23306"/>
                  </a:cubicBezTo>
                  <a:cubicBezTo>
                    <a:pt x="218321" y="19200"/>
                    <a:pt x="228632" y="14450"/>
                    <a:pt x="239705" y="14450"/>
                  </a:cubicBezTo>
                  <a:cubicBezTo>
                    <a:pt x="248443" y="14450"/>
                    <a:pt x="257655" y="17408"/>
                    <a:pt x="266010" y="25973"/>
                  </a:cubicBezTo>
                  <a:lnTo>
                    <a:pt x="266260" y="25711"/>
                  </a:lnTo>
                  <a:cubicBezTo>
                    <a:pt x="258758" y="18019"/>
                    <a:pt x="249789" y="14126"/>
                    <a:pt x="239600" y="14126"/>
                  </a:cubicBezTo>
                  <a:cubicBezTo>
                    <a:pt x="239569" y="14126"/>
                    <a:pt x="239538" y="14126"/>
                    <a:pt x="239507" y="14126"/>
                  </a:cubicBezTo>
                  <a:cubicBezTo>
                    <a:pt x="230672" y="14150"/>
                    <a:pt x="220921" y="17222"/>
                    <a:pt x="211301" y="22996"/>
                  </a:cubicBezTo>
                  <a:cubicBezTo>
                    <a:pt x="208038" y="24949"/>
                    <a:pt x="204824" y="26973"/>
                    <a:pt x="201728" y="28926"/>
                  </a:cubicBezTo>
                  <a:cubicBezTo>
                    <a:pt x="186657" y="38411"/>
                    <a:pt x="172266" y="47461"/>
                    <a:pt x="154532" y="47461"/>
                  </a:cubicBezTo>
                  <a:cubicBezTo>
                    <a:pt x="150494" y="47461"/>
                    <a:pt x="146283" y="46992"/>
                    <a:pt x="141852" y="45952"/>
                  </a:cubicBezTo>
                  <a:cubicBezTo>
                    <a:pt x="127564" y="42594"/>
                    <a:pt x="117777" y="34593"/>
                    <a:pt x="107431" y="26128"/>
                  </a:cubicBezTo>
                  <a:cubicBezTo>
                    <a:pt x="101037" y="20901"/>
                    <a:pt x="94441" y="15507"/>
                    <a:pt x="86654" y="11245"/>
                  </a:cubicBezTo>
                  <a:cubicBezTo>
                    <a:pt x="73804" y="4235"/>
                    <a:pt x="57180" y="0"/>
                    <a:pt x="427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625950" y="2432750"/>
              <a:ext cx="6647900" cy="1244800"/>
            </a:xfrm>
            <a:custGeom>
              <a:rect b="b" l="l" r="r" t="t"/>
              <a:pathLst>
                <a:path extrusionOk="0" h="49792" w="265916">
                  <a:moveTo>
                    <a:pt x="41667" y="0"/>
                  </a:moveTo>
                  <a:cubicBezTo>
                    <a:pt x="41386" y="0"/>
                    <a:pt x="41106" y="2"/>
                    <a:pt x="40827" y="5"/>
                  </a:cubicBezTo>
                  <a:cubicBezTo>
                    <a:pt x="19777" y="243"/>
                    <a:pt x="6049" y="2803"/>
                    <a:pt x="1" y="7613"/>
                  </a:cubicBezTo>
                  <a:lnTo>
                    <a:pt x="227" y="7899"/>
                  </a:lnTo>
                  <a:cubicBezTo>
                    <a:pt x="4335" y="4625"/>
                    <a:pt x="14717" y="672"/>
                    <a:pt x="40827" y="362"/>
                  </a:cubicBezTo>
                  <a:cubicBezTo>
                    <a:pt x="41089" y="360"/>
                    <a:pt x="41350" y="358"/>
                    <a:pt x="41613" y="358"/>
                  </a:cubicBezTo>
                  <a:cubicBezTo>
                    <a:pt x="56276" y="358"/>
                    <a:pt x="73363" y="4913"/>
                    <a:pt x="86405" y="12340"/>
                  </a:cubicBezTo>
                  <a:cubicBezTo>
                    <a:pt x="94096" y="16710"/>
                    <a:pt x="100585" y="22210"/>
                    <a:pt x="106871" y="27532"/>
                  </a:cubicBezTo>
                  <a:cubicBezTo>
                    <a:pt x="117111" y="36212"/>
                    <a:pt x="126779" y="44404"/>
                    <a:pt x="141078" y="48035"/>
                  </a:cubicBezTo>
                  <a:cubicBezTo>
                    <a:pt x="145866" y="49249"/>
                    <a:pt x="150405" y="49792"/>
                    <a:pt x="154753" y="49792"/>
                  </a:cubicBezTo>
                  <a:cubicBezTo>
                    <a:pt x="172149" y="49792"/>
                    <a:pt x="186490" y="41108"/>
                    <a:pt x="201502" y="32021"/>
                  </a:cubicBezTo>
                  <a:cubicBezTo>
                    <a:pt x="204645" y="30116"/>
                    <a:pt x="207884" y="28152"/>
                    <a:pt x="211182" y="26258"/>
                  </a:cubicBezTo>
                  <a:cubicBezTo>
                    <a:pt x="217949" y="22353"/>
                    <a:pt x="228064" y="17884"/>
                    <a:pt x="238884" y="17884"/>
                  </a:cubicBezTo>
                  <a:cubicBezTo>
                    <a:pt x="247824" y="17884"/>
                    <a:pt x="257244" y="20936"/>
                    <a:pt x="265653" y="29878"/>
                  </a:cubicBezTo>
                  <a:lnTo>
                    <a:pt x="265915" y="29628"/>
                  </a:lnTo>
                  <a:cubicBezTo>
                    <a:pt x="258521" y="21770"/>
                    <a:pt x="249592" y="17722"/>
                    <a:pt x="239364" y="17567"/>
                  </a:cubicBezTo>
                  <a:cubicBezTo>
                    <a:pt x="239173" y="17564"/>
                    <a:pt x="238981" y="17563"/>
                    <a:pt x="238788" y="17563"/>
                  </a:cubicBezTo>
                  <a:cubicBezTo>
                    <a:pt x="230104" y="17563"/>
                    <a:pt x="220508" y="20451"/>
                    <a:pt x="211003" y="25937"/>
                  </a:cubicBezTo>
                  <a:cubicBezTo>
                    <a:pt x="207717" y="27842"/>
                    <a:pt x="204467" y="29807"/>
                    <a:pt x="201336" y="31700"/>
                  </a:cubicBezTo>
                  <a:cubicBezTo>
                    <a:pt x="186364" y="40762"/>
                    <a:pt x="172056" y="49421"/>
                    <a:pt x="154743" y="49421"/>
                  </a:cubicBezTo>
                  <a:cubicBezTo>
                    <a:pt x="150426" y="49421"/>
                    <a:pt x="145921" y="48883"/>
                    <a:pt x="141173" y="47678"/>
                  </a:cubicBezTo>
                  <a:cubicBezTo>
                    <a:pt x="126945" y="44082"/>
                    <a:pt x="117301" y="35903"/>
                    <a:pt x="107098" y="27259"/>
                  </a:cubicBezTo>
                  <a:cubicBezTo>
                    <a:pt x="100799" y="21925"/>
                    <a:pt x="94298" y="16412"/>
                    <a:pt x="86583" y="12031"/>
                  </a:cubicBezTo>
                  <a:cubicBezTo>
                    <a:pt x="73509" y="4577"/>
                    <a:pt x="56377" y="0"/>
                    <a:pt x="416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36675" y="2334800"/>
              <a:ext cx="6637450" cy="1294425"/>
            </a:xfrm>
            <a:custGeom>
              <a:rect b="b" l="l" r="r" t="t"/>
              <a:pathLst>
                <a:path extrusionOk="0" h="51777" w="265498">
                  <a:moveTo>
                    <a:pt x="39287" y="1"/>
                  </a:moveTo>
                  <a:cubicBezTo>
                    <a:pt x="19177" y="1"/>
                    <a:pt x="5968" y="2322"/>
                    <a:pt x="0" y="6900"/>
                  </a:cubicBezTo>
                  <a:lnTo>
                    <a:pt x="227" y="7186"/>
                  </a:lnTo>
                  <a:cubicBezTo>
                    <a:pt x="4311" y="4047"/>
                    <a:pt x="14422" y="359"/>
                    <a:pt x="39404" y="359"/>
                  </a:cubicBezTo>
                  <a:cubicBezTo>
                    <a:pt x="39912" y="359"/>
                    <a:pt x="40426" y="360"/>
                    <a:pt x="40946" y="363"/>
                  </a:cubicBezTo>
                  <a:cubicBezTo>
                    <a:pt x="55781" y="447"/>
                    <a:pt x="73164" y="5340"/>
                    <a:pt x="86309" y="13127"/>
                  </a:cubicBezTo>
                  <a:cubicBezTo>
                    <a:pt x="93917" y="17639"/>
                    <a:pt x="100311" y="23247"/>
                    <a:pt x="106502" y="28676"/>
                  </a:cubicBezTo>
                  <a:cubicBezTo>
                    <a:pt x="116586" y="37535"/>
                    <a:pt x="126111" y="45905"/>
                    <a:pt x="140363" y="49774"/>
                  </a:cubicBezTo>
                  <a:cubicBezTo>
                    <a:pt x="145461" y="51162"/>
                    <a:pt x="150287" y="51777"/>
                    <a:pt x="154911" y="51777"/>
                  </a:cubicBezTo>
                  <a:cubicBezTo>
                    <a:pt x="171899" y="51777"/>
                    <a:pt x="186153" y="43484"/>
                    <a:pt x="201061" y="34808"/>
                  </a:cubicBezTo>
                  <a:cubicBezTo>
                    <a:pt x="204228" y="32963"/>
                    <a:pt x="207503" y="31058"/>
                    <a:pt x="210836" y="29212"/>
                  </a:cubicBezTo>
                  <a:cubicBezTo>
                    <a:pt x="217522" y="25512"/>
                    <a:pt x="227422" y="21326"/>
                    <a:pt x="237978" y="21326"/>
                  </a:cubicBezTo>
                  <a:cubicBezTo>
                    <a:pt x="247122" y="21326"/>
                    <a:pt x="256758" y="24467"/>
                    <a:pt x="265224" y="33784"/>
                  </a:cubicBezTo>
                  <a:lnTo>
                    <a:pt x="265498" y="33546"/>
                  </a:lnTo>
                  <a:cubicBezTo>
                    <a:pt x="258247" y="25569"/>
                    <a:pt x="249377" y="21354"/>
                    <a:pt x="239149" y="21033"/>
                  </a:cubicBezTo>
                  <a:cubicBezTo>
                    <a:pt x="238730" y="21019"/>
                    <a:pt x="238308" y="21012"/>
                    <a:pt x="237884" y="21012"/>
                  </a:cubicBezTo>
                  <a:cubicBezTo>
                    <a:pt x="229391" y="21012"/>
                    <a:pt x="220013" y="23731"/>
                    <a:pt x="210658" y="28903"/>
                  </a:cubicBezTo>
                  <a:cubicBezTo>
                    <a:pt x="207324" y="30748"/>
                    <a:pt x="204050" y="32653"/>
                    <a:pt x="200871" y="34498"/>
                  </a:cubicBezTo>
                  <a:cubicBezTo>
                    <a:pt x="186013" y="43140"/>
                    <a:pt x="171810" y="51406"/>
                    <a:pt x="154899" y="51406"/>
                  </a:cubicBezTo>
                  <a:cubicBezTo>
                    <a:pt x="150304" y="51406"/>
                    <a:pt x="145509" y="50796"/>
                    <a:pt x="140447" y="49417"/>
                  </a:cubicBezTo>
                  <a:cubicBezTo>
                    <a:pt x="126290" y="45571"/>
                    <a:pt x="116789" y="37237"/>
                    <a:pt x="106740" y="28402"/>
                  </a:cubicBezTo>
                  <a:cubicBezTo>
                    <a:pt x="100537" y="22961"/>
                    <a:pt x="94131" y="17342"/>
                    <a:pt x="86499" y="12817"/>
                  </a:cubicBezTo>
                  <a:cubicBezTo>
                    <a:pt x="73295" y="4995"/>
                    <a:pt x="55841" y="89"/>
                    <a:pt x="40958" y="6"/>
                  </a:cubicBezTo>
                  <a:cubicBezTo>
                    <a:pt x="40396" y="3"/>
                    <a:pt x="39839" y="1"/>
                    <a:pt x="392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649475" y="2235200"/>
              <a:ext cx="6624950" cy="1345700"/>
            </a:xfrm>
            <a:custGeom>
              <a:rect b="b" l="l" r="r" t="t"/>
              <a:pathLst>
                <a:path extrusionOk="0" h="53828" w="264998">
                  <a:moveTo>
                    <a:pt x="35160" y="0"/>
                  </a:moveTo>
                  <a:cubicBezTo>
                    <a:pt x="17419" y="0"/>
                    <a:pt x="5602" y="2101"/>
                    <a:pt x="0" y="6240"/>
                  </a:cubicBezTo>
                  <a:lnTo>
                    <a:pt x="215" y="6538"/>
                  </a:lnTo>
                  <a:cubicBezTo>
                    <a:pt x="4112" y="3654"/>
                    <a:pt x="13403" y="362"/>
                    <a:pt x="35411" y="362"/>
                  </a:cubicBezTo>
                  <a:cubicBezTo>
                    <a:pt x="37206" y="362"/>
                    <a:pt x="39085" y="384"/>
                    <a:pt x="41053" y="430"/>
                  </a:cubicBezTo>
                  <a:cubicBezTo>
                    <a:pt x="55876" y="787"/>
                    <a:pt x="73176" y="5978"/>
                    <a:pt x="86202" y="13979"/>
                  </a:cubicBezTo>
                  <a:cubicBezTo>
                    <a:pt x="93726" y="18623"/>
                    <a:pt x="100025" y="24350"/>
                    <a:pt x="106109" y="29886"/>
                  </a:cubicBezTo>
                  <a:cubicBezTo>
                    <a:pt x="116039" y="38911"/>
                    <a:pt x="125421" y="47436"/>
                    <a:pt x="139601" y="51567"/>
                  </a:cubicBezTo>
                  <a:cubicBezTo>
                    <a:pt x="145004" y="53139"/>
                    <a:pt x="150116" y="53827"/>
                    <a:pt x="155015" y="53827"/>
                  </a:cubicBezTo>
                  <a:cubicBezTo>
                    <a:pt x="171610" y="53827"/>
                    <a:pt x="185768" y="45925"/>
                    <a:pt x="200549" y="37661"/>
                  </a:cubicBezTo>
                  <a:cubicBezTo>
                    <a:pt x="203752" y="35875"/>
                    <a:pt x="207062" y="34030"/>
                    <a:pt x="210420" y="32244"/>
                  </a:cubicBezTo>
                  <a:cubicBezTo>
                    <a:pt x="217020" y="28737"/>
                    <a:pt x="226700" y="24823"/>
                    <a:pt x="236995" y="24823"/>
                  </a:cubicBezTo>
                  <a:cubicBezTo>
                    <a:pt x="246347" y="24823"/>
                    <a:pt x="256206" y="28053"/>
                    <a:pt x="264724" y="37756"/>
                  </a:cubicBezTo>
                  <a:lnTo>
                    <a:pt x="264998" y="37518"/>
                  </a:lnTo>
                  <a:cubicBezTo>
                    <a:pt x="257890" y="29422"/>
                    <a:pt x="249103" y="25052"/>
                    <a:pt x="238887" y="24552"/>
                  </a:cubicBezTo>
                  <a:cubicBezTo>
                    <a:pt x="238234" y="24520"/>
                    <a:pt x="237575" y="24503"/>
                    <a:pt x="236910" y="24503"/>
                  </a:cubicBezTo>
                  <a:cubicBezTo>
                    <a:pt x="228589" y="24503"/>
                    <a:pt x="219426" y="27049"/>
                    <a:pt x="210253" y="31922"/>
                  </a:cubicBezTo>
                  <a:cubicBezTo>
                    <a:pt x="206883" y="33708"/>
                    <a:pt x="203574" y="35565"/>
                    <a:pt x="200371" y="37351"/>
                  </a:cubicBezTo>
                  <a:cubicBezTo>
                    <a:pt x="185637" y="45583"/>
                    <a:pt x="171528" y="53466"/>
                    <a:pt x="155004" y="53466"/>
                  </a:cubicBezTo>
                  <a:cubicBezTo>
                    <a:pt x="150137" y="53466"/>
                    <a:pt x="145060" y="52782"/>
                    <a:pt x="139696" y="51222"/>
                  </a:cubicBezTo>
                  <a:cubicBezTo>
                    <a:pt x="125599" y="47114"/>
                    <a:pt x="116253" y="38613"/>
                    <a:pt x="106359" y="29612"/>
                  </a:cubicBezTo>
                  <a:cubicBezTo>
                    <a:pt x="100251" y="24064"/>
                    <a:pt x="93941" y="18325"/>
                    <a:pt x="86392" y="13682"/>
                  </a:cubicBezTo>
                  <a:cubicBezTo>
                    <a:pt x="73331" y="5633"/>
                    <a:pt x="55960" y="418"/>
                    <a:pt x="41077" y="73"/>
                  </a:cubicBezTo>
                  <a:cubicBezTo>
                    <a:pt x="39037" y="25"/>
                    <a:pt x="37064" y="0"/>
                    <a:pt x="35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664050" y="2134250"/>
              <a:ext cx="6610375" cy="1399125"/>
            </a:xfrm>
            <a:custGeom>
              <a:rect b="b" l="l" r="r" t="t"/>
              <a:pathLst>
                <a:path extrusionOk="0" h="55965" w="264415">
                  <a:moveTo>
                    <a:pt x="31658" y="1"/>
                  </a:moveTo>
                  <a:cubicBezTo>
                    <a:pt x="15910" y="1"/>
                    <a:pt x="5285" y="1898"/>
                    <a:pt x="1" y="5671"/>
                  </a:cubicBezTo>
                  <a:lnTo>
                    <a:pt x="215" y="5968"/>
                  </a:lnTo>
                  <a:cubicBezTo>
                    <a:pt x="3941" y="3311"/>
                    <a:pt x="12454" y="374"/>
                    <a:pt x="31865" y="374"/>
                  </a:cubicBezTo>
                  <a:cubicBezTo>
                    <a:pt x="34721" y="374"/>
                    <a:pt x="37813" y="437"/>
                    <a:pt x="41161" y="575"/>
                  </a:cubicBezTo>
                  <a:cubicBezTo>
                    <a:pt x="55972" y="1182"/>
                    <a:pt x="73177" y="6671"/>
                    <a:pt x="86047" y="14910"/>
                  </a:cubicBezTo>
                  <a:cubicBezTo>
                    <a:pt x="93489" y="19684"/>
                    <a:pt x="99692" y="25518"/>
                    <a:pt x="105681" y="31162"/>
                  </a:cubicBezTo>
                  <a:cubicBezTo>
                    <a:pt x="115456" y="40365"/>
                    <a:pt x="124683" y="49045"/>
                    <a:pt x="138792" y="53427"/>
                  </a:cubicBezTo>
                  <a:cubicBezTo>
                    <a:pt x="144499" y="55196"/>
                    <a:pt x="149895" y="55964"/>
                    <a:pt x="155070" y="55964"/>
                  </a:cubicBezTo>
                  <a:cubicBezTo>
                    <a:pt x="171272" y="55964"/>
                    <a:pt x="185312" y="48439"/>
                    <a:pt x="199966" y="40580"/>
                  </a:cubicBezTo>
                  <a:cubicBezTo>
                    <a:pt x="203205" y="38853"/>
                    <a:pt x="206539" y="37056"/>
                    <a:pt x="209932" y="35329"/>
                  </a:cubicBezTo>
                  <a:cubicBezTo>
                    <a:pt x="216438" y="32021"/>
                    <a:pt x="225885" y="28376"/>
                    <a:pt x="235908" y="28376"/>
                  </a:cubicBezTo>
                  <a:cubicBezTo>
                    <a:pt x="245474" y="28376"/>
                    <a:pt x="255565" y="31695"/>
                    <a:pt x="264129" y="41794"/>
                  </a:cubicBezTo>
                  <a:lnTo>
                    <a:pt x="264415" y="41568"/>
                  </a:lnTo>
                  <a:cubicBezTo>
                    <a:pt x="257438" y="33341"/>
                    <a:pt x="248734" y="28828"/>
                    <a:pt x="238519" y="28138"/>
                  </a:cubicBezTo>
                  <a:cubicBezTo>
                    <a:pt x="237634" y="28078"/>
                    <a:pt x="236737" y="28048"/>
                    <a:pt x="235830" y="28048"/>
                  </a:cubicBezTo>
                  <a:cubicBezTo>
                    <a:pt x="227710" y="28048"/>
                    <a:pt x="218762" y="30434"/>
                    <a:pt x="209765" y="35008"/>
                  </a:cubicBezTo>
                  <a:cubicBezTo>
                    <a:pt x="206372" y="36734"/>
                    <a:pt x="203026" y="38532"/>
                    <a:pt x="199800" y="40258"/>
                  </a:cubicBezTo>
                  <a:cubicBezTo>
                    <a:pt x="185191" y="48086"/>
                    <a:pt x="171191" y="55586"/>
                    <a:pt x="155054" y="55586"/>
                  </a:cubicBezTo>
                  <a:cubicBezTo>
                    <a:pt x="149912" y="55586"/>
                    <a:pt x="144552" y="54824"/>
                    <a:pt x="138887" y="53069"/>
                  </a:cubicBezTo>
                  <a:cubicBezTo>
                    <a:pt x="124862" y="48724"/>
                    <a:pt x="115658" y="40068"/>
                    <a:pt x="105931" y="30900"/>
                  </a:cubicBezTo>
                  <a:cubicBezTo>
                    <a:pt x="99918" y="25245"/>
                    <a:pt x="93715" y="19387"/>
                    <a:pt x="86238" y="14612"/>
                  </a:cubicBezTo>
                  <a:cubicBezTo>
                    <a:pt x="73320" y="6337"/>
                    <a:pt x="56055" y="813"/>
                    <a:pt x="41173" y="206"/>
                  </a:cubicBezTo>
                  <a:cubicBezTo>
                    <a:pt x="37818" y="69"/>
                    <a:pt x="34646" y="1"/>
                    <a:pt x="316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36" name="Google Shape;36;p2"/>
          <p:cNvPicPr preferRelativeResize="0"/>
          <p:nvPr/>
        </p:nvPicPr>
        <p:blipFill rotWithShape="1">
          <a:blip r:embed="rId3">
            <a:alphaModFix/>
          </a:blip>
          <a:srcRect b="6398" l="6912" r="43289" t="9856"/>
          <a:stretch/>
        </p:blipFill>
        <p:spPr>
          <a:xfrm>
            <a:off x="631549" y="420225"/>
            <a:ext cx="1156275" cy="109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2"/>
          <p:cNvPicPr preferRelativeResize="0"/>
          <p:nvPr/>
        </p:nvPicPr>
        <p:blipFill rotWithShape="1">
          <a:blip r:embed="rId3">
            <a:alphaModFix/>
          </a:blip>
          <a:srcRect b="6398" l="6912" r="43289" t="9856"/>
          <a:stretch/>
        </p:blipFill>
        <p:spPr>
          <a:xfrm>
            <a:off x="382587" y="4502225"/>
            <a:ext cx="433500" cy="410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2"/>
          <p:cNvPicPr preferRelativeResize="0"/>
          <p:nvPr/>
        </p:nvPicPr>
        <p:blipFill rotWithShape="1">
          <a:blip r:embed="rId4">
            <a:alphaModFix/>
          </a:blip>
          <a:srcRect b="700" l="0" r="0" t="700"/>
          <a:stretch/>
        </p:blipFill>
        <p:spPr>
          <a:xfrm>
            <a:off x="6970012" y="209475"/>
            <a:ext cx="433501" cy="4100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3"/>
          <p:cNvSpPr/>
          <p:nvPr/>
        </p:nvSpPr>
        <p:spPr>
          <a:xfrm>
            <a:off x="-6125" y="0"/>
            <a:ext cx="9144000" cy="5143500"/>
          </a:xfrm>
          <a:prstGeom prst="rect">
            <a:avLst/>
          </a:prstGeom>
          <a:solidFill>
            <a:srgbClr val="17273B">
              <a:alpha val="523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"/>
          <p:cNvSpPr txBox="1"/>
          <p:nvPr>
            <p:ph type="title"/>
          </p:nvPr>
        </p:nvSpPr>
        <p:spPr>
          <a:xfrm>
            <a:off x="3403851" y="1874525"/>
            <a:ext cx="41034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9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3"/>
          <p:cNvSpPr txBox="1"/>
          <p:nvPr>
            <p:ph hasCustomPrompt="1" idx="2" type="title"/>
          </p:nvPr>
        </p:nvSpPr>
        <p:spPr>
          <a:xfrm>
            <a:off x="1593538" y="1811375"/>
            <a:ext cx="1693800" cy="12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87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4" name="Google Shape;44;p3"/>
          <p:cNvSpPr txBox="1"/>
          <p:nvPr>
            <p:ph idx="1" type="subTitle"/>
          </p:nvPr>
        </p:nvSpPr>
        <p:spPr>
          <a:xfrm>
            <a:off x="3403851" y="2625899"/>
            <a:ext cx="4103400" cy="44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5" name="Google Shape;45;p3"/>
          <p:cNvPicPr preferRelativeResize="0"/>
          <p:nvPr/>
        </p:nvPicPr>
        <p:blipFill rotWithShape="1">
          <a:blip r:embed="rId3">
            <a:alphaModFix/>
          </a:blip>
          <a:srcRect b="709" l="0" r="0" t="699"/>
          <a:stretch/>
        </p:blipFill>
        <p:spPr>
          <a:xfrm>
            <a:off x="415375" y="3820150"/>
            <a:ext cx="427751" cy="404648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3"/>
          <p:cNvPicPr preferRelativeResize="0"/>
          <p:nvPr/>
        </p:nvPicPr>
        <p:blipFill rotWithShape="1">
          <a:blip r:embed="rId4">
            <a:alphaModFix/>
          </a:blip>
          <a:srcRect b="709" l="0" r="0" t="699"/>
          <a:stretch/>
        </p:blipFill>
        <p:spPr>
          <a:xfrm>
            <a:off x="1887613" y="125438"/>
            <a:ext cx="470732" cy="445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3"/>
          <p:cNvPicPr preferRelativeResize="0"/>
          <p:nvPr/>
        </p:nvPicPr>
        <p:blipFill rotWithShape="1">
          <a:blip r:embed="rId5">
            <a:alphaModFix/>
          </a:blip>
          <a:srcRect b="6398" l="6912" r="43289" t="9856"/>
          <a:stretch/>
        </p:blipFill>
        <p:spPr>
          <a:xfrm>
            <a:off x="6344800" y="261150"/>
            <a:ext cx="1424276" cy="13472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" name="Google Shape;48;p3"/>
          <p:cNvGrpSpPr/>
          <p:nvPr/>
        </p:nvGrpSpPr>
        <p:grpSpPr>
          <a:xfrm flipH="1" rot="-571497">
            <a:off x="3535915" y="3493370"/>
            <a:ext cx="6220758" cy="2123447"/>
            <a:chOff x="603050" y="2134250"/>
            <a:chExt cx="6671375" cy="1887675"/>
          </a:xfrm>
        </p:grpSpPr>
        <p:sp>
          <p:nvSpPr>
            <p:cNvPr id="49" name="Google Shape;49;p3"/>
            <p:cNvSpPr/>
            <p:nvPr/>
          </p:nvSpPr>
          <p:spPr>
            <a:xfrm>
              <a:off x="608100" y="2949275"/>
              <a:ext cx="6665750" cy="1072650"/>
            </a:xfrm>
            <a:custGeom>
              <a:rect b="b" l="l" r="r" t="t"/>
              <a:pathLst>
                <a:path extrusionOk="0" h="42906" w="266630">
                  <a:moveTo>
                    <a:pt x="242926" y="0"/>
                  </a:moveTo>
                  <a:cubicBezTo>
                    <a:pt x="241564" y="0"/>
                    <a:pt x="240185" y="76"/>
                    <a:pt x="238792" y="228"/>
                  </a:cubicBezTo>
                  <a:cubicBezTo>
                    <a:pt x="230005" y="1168"/>
                    <a:pt x="220635" y="5240"/>
                    <a:pt x="211670" y="11979"/>
                  </a:cubicBezTo>
                  <a:cubicBezTo>
                    <a:pt x="208634" y="14265"/>
                    <a:pt x="205645" y="16611"/>
                    <a:pt x="202764" y="18885"/>
                  </a:cubicBezTo>
                  <a:cubicBezTo>
                    <a:pt x="187340" y="31016"/>
                    <a:pt x="172685" y="42543"/>
                    <a:pt x="152232" y="42543"/>
                  </a:cubicBezTo>
                  <a:cubicBezTo>
                    <a:pt x="149902" y="42543"/>
                    <a:pt x="147497" y="42394"/>
                    <a:pt x="145007" y="42078"/>
                  </a:cubicBezTo>
                  <a:cubicBezTo>
                    <a:pt x="130433" y="40233"/>
                    <a:pt x="119873" y="33291"/>
                    <a:pt x="108693" y="25957"/>
                  </a:cubicBezTo>
                  <a:cubicBezTo>
                    <a:pt x="101799" y="21433"/>
                    <a:pt x="94667" y="16754"/>
                    <a:pt x="86476" y="13337"/>
                  </a:cubicBezTo>
                  <a:cubicBezTo>
                    <a:pt x="75578" y="8791"/>
                    <a:pt x="62424" y="6298"/>
                    <a:pt x="50215" y="6298"/>
                  </a:cubicBezTo>
                  <a:cubicBezTo>
                    <a:pt x="46564" y="6298"/>
                    <a:pt x="42997" y="6521"/>
                    <a:pt x="39601" y="6979"/>
                  </a:cubicBezTo>
                  <a:cubicBezTo>
                    <a:pt x="18729" y="9788"/>
                    <a:pt x="5418" y="14003"/>
                    <a:pt x="0" y="19504"/>
                  </a:cubicBezTo>
                  <a:lnTo>
                    <a:pt x="262" y="19766"/>
                  </a:lnTo>
                  <a:cubicBezTo>
                    <a:pt x="3941" y="16015"/>
                    <a:pt x="13764" y="10824"/>
                    <a:pt x="39648" y="7348"/>
                  </a:cubicBezTo>
                  <a:cubicBezTo>
                    <a:pt x="43028" y="6893"/>
                    <a:pt x="46578" y="6672"/>
                    <a:pt x="50211" y="6672"/>
                  </a:cubicBezTo>
                  <a:cubicBezTo>
                    <a:pt x="62374" y="6672"/>
                    <a:pt x="75481" y="9153"/>
                    <a:pt x="86345" y="13682"/>
                  </a:cubicBezTo>
                  <a:cubicBezTo>
                    <a:pt x="94500" y="17075"/>
                    <a:pt x="101620" y="21742"/>
                    <a:pt x="108502" y="26255"/>
                  </a:cubicBezTo>
                  <a:cubicBezTo>
                    <a:pt x="119718" y="33625"/>
                    <a:pt x="130314" y="40578"/>
                    <a:pt x="144959" y="42435"/>
                  </a:cubicBezTo>
                  <a:cubicBezTo>
                    <a:pt x="147474" y="42754"/>
                    <a:pt x="149902" y="42906"/>
                    <a:pt x="152253" y="42906"/>
                  </a:cubicBezTo>
                  <a:cubicBezTo>
                    <a:pt x="172815" y="42906"/>
                    <a:pt x="187519" y="31340"/>
                    <a:pt x="202990" y="19171"/>
                  </a:cubicBezTo>
                  <a:cubicBezTo>
                    <a:pt x="205871" y="16908"/>
                    <a:pt x="208860" y="14563"/>
                    <a:pt x="211896" y="12277"/>
                  </a:cubicBezTo>
                  <a:cubicBezTo>
                    <a:pt x="219006" y="6920"/>
                    <a:pt x="230335" y="312"/>
                    <a:pt x="242921" y="312"/>
                  </a:cubicBezTo>
                  <a:cubicBezTo>
                    <a:pt x="250504" y="312"/>
                    <a:pt x="258543" y="2711"/>
                    <a:pt x="266391" y="9229"/>
                  </a:cubicBezTo>
                  <a:lnTo>
                    <a:pt x="266629" y="8943"/>
                  </a:lnTo>
                  <a:cubicBezTo>
                    <a:pt x="259467" y="3004"/>
                    <a:pt x="251508" y="0"/>
                    <a:pt x="2429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604525" y="2938825"/>
              <a:ext cx="6669025" cy="1033425"/>
            </a:xfrm>
            <a:custGeom>
              <a:rect b="b" l="l" r="r" t="t"/>
              <a:pathLst>
                <a:path extrusionOk="0" h="41337" w="266761">
                  <a:moveTo>
                    <a:pt x="242560" y="0"/>
                  </a:moveTo>
                  <a:cubicBezTo>
                    <a:pt x="241419" y="0"/>
                    <a:pt x="240266" y="53"/>
                    <a:pt x="239102" y="158"/>
                  </a:cubicBezTo>
                  <a:cubicBezTo>
                    <a:pt x="230303" y="955"/>
                    <a:pt x="220850" y="4861"/>
                    <a:pt x="211765" y="11445"/>
                  </a:cubicBezTo>
                  <a:cubicBezTo>
                    <a:pt x="208693" y="13683"/>
                    <a:pt x="205669" y="15969"/>
                    <a:pt x="202752" y="18184"/>
                  </a:cubicBezTo>
                  <a:cubicBezTo>
                    <a:pt x="187359" y="29863"/>
                    <a:pt x="172728" y="40966"/>
                    <a:pt x="152762" y="40966"/>
                  </a:cubicBezTo>
                  <a:cubicBezTo>
                    <a:pt x="150135" y="40966"/>
                    <a:pt x="147416" y="40773"/>
                    <a:pt x="144590" y="40365"/>
                  </a:cubicBezTo>
                  <a:cubicBezTo>
                    <a:pt x="130064" y="38269"/>
                    <a:pt x="119623" y="31150"/>
                    <a:pt x="108574" y="23613"/>
                  </a:cubicBezTo>
                  <a:cubicBezTo>
                    <a:pt x="101751" y="18969"/>
                    <a:pt x="94703" y="14171"/>
                    <a:pt x="86571" y="10611"/>
                  </a:cubicBezTo>
                  <a:cubicBezTo>
                    <a:pt x="75309" y="5677"/>
                    <a:pt x="61560" y="2931"/>
                    <a:pt x="48931" y="2931"/>
                  </a:cubicBezTo>
                  <a:cubicBezTo>
                    <a:pt x="45806" y="2931"/>
                    <a:pt x="42749" y="3099"/>
                    <a:pt x="39815" y="3444"/>
                  </a:cubicBezTo>
                  <a:cubicBezTo>
                    <a:pt x="18908" y="5885"/>
                    <a:pt x="5513" y="9861"/>
                    <a:pt x="1" y="15279"/>
                  </a:cubicBezTo>
                  <a:lnTo>
                    <a:pt x="251" y="15529"/>
                  </a:lnTo>
                  <a:cubicBezTo>
                    <a:pt x="4001" y="11850"/>
                    <a:pt x="13919" y="6825"/>
                    <a:pt x="39851" y="3801"/>
                  </a:cubicBezTo>
                  <a:cubicBezTo>
                    <a:pt x="42768" y="3459"/>
                    <a:pt x="45807" y="3292"/>
                    <a:pt x="48914" y="3292"/>
                  </a:cubicBezTo>
                  <a:cubicBezTo>
                    <a:pt x="61497" y="3292"/>
                    <a:pt x="75199" y="6027"/>
                    <a:pt x="86428" y="10945"/>
                  </a:cubicBezTo>
                  <a:cubicBezTo>
                    <a:pt x="94524" y="14493"/>
                    <a:pt x="101561" y="19279"/>
                    <a:pt x="108359" y="23922"/>
                  </a:cubicBezTo>
                  <a:cubicBezTo>
                    <a:pt x="119456" y="31471"/>
                    <a:pt x="129922" y="38615"/>
                    <a:pt x="144542" y="40734"/>
                  </a:cubicBezTo>
                  <a:cubicBezTo>
                    <a:pt x="147384" y="41144"/>
                    <a:pt x="150118" y="41337"/>
                    <a:pt x="152759" y="41337"/>
                  </a:cubicBezTo>
                  <a:cubicBezTo>
                    <a:pt x="172836" y="41337"/>
                    <a:pt x="187520" y="30193"/>
                    <a:pt x="202966" y="18481"/>
                  </a:cubicBezTo>
                  <a:cubicBezTo>
                    <a:pt x="205883" y="16267"/>
                    <a:pt x="208908" y="13969"/>
                    <a:pt x="211979" y="11742"/>
                  </a:cubicBezTo>
                  <a:cubicBezTo>
                    <a:pt x="219066" y="6599"/>
                    <a:pt x="230260" y="308"/>
                    <a:pt x="242600" y="308"/>
                  </a:cubicBezTo>
                  <a:cubicBezTo>
                    <a:pt x="250370" y="308"/>
                    <a:pt x="258594" y="2802"/>
                    <a:pt x="266534" y="9647"/>
                  </a:cubicBezTo>
                  <a:lnTo>
                    <a:pt x="266760" y="9373"/>
                  </a:lnTo>
                  <a:cubicBezTo>
                    <a:pt x="259527" y="3141"/>
                    <a:pt x="251396" y="0"/>
                    <a:pt x="242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603050" y="2916775"/>
              <a:ext cx="6670800" cy="1005800"/>
            </a:xfrm>
            <a:custGeom>
              <a:rect b="b" l="l" r="r" t="t"/>
              <a:pathLst>
                <a:path extrusionOk="0" h="40232" w="266832">
                  <a:moveTo>
                    <a:pt x="47581" y="0"/>
                  </a:moveTo>
                  <a:cubicBezTo>
                    <a:pt x="44993" y="0"/>
                    <a:pt x="42457" y="119"/>
                    <a:pt x="40005" y="361"/>
                  </a:cubicBezTo>
                  <a:cubicBezTo>
                    <a:pt x="19062" y="2445"/>
                    <a:pt x="5608" y="6183"/>
                    <a:pt x="0" y="11505"/>
                  </a:cubicBezTo>
                  <a:lnTo>
                    <a:pt x="250" y="11767"/>
                  </a:lnTo>
                  <a:cubicBezTo>
                    <a:pt x="4060" y="8148"/>
                    <a:pt x="14061" y="3302"/>
                    <a:pt x="40041" y="730"/>
                  </a:cubicBezTo>
                  <a:cubicBezTo>
                    <a:pt x="42490" y="487"/>
                    <a:pt x="45023" y="368"/>
                    <a:pt x="47608" y="368"/>
                  </a:cubicBezTo>
                  <a:cubicBezTo>
                    <a:pt x="60603" y="368"/>
                    <a:pt x="74908" y="3370"/>
                    <a:pt x="86487" y="8683"/>
                  </a:cubicBezTo>
                  <a:cubicBezTo>
                    <a:pt x="94524" y="12362"/>
                    <a:pt x="101477" y="17292"/>
                    <a:pt x="108192" y="22042"/>
                  </a:cubicBezTo>
                  <a:cubicBezTo>
                    <a:pt x="119146" y="29793"/>
                    <a:pt x="129504" y="37116"/>
                    <a:pt x="144078" y="39473"/>
                  </a:cubicBezTo>
                  <a:cubicBezTo>
                    <a:pt x="147258" y="39990"/>
                    <a:pt x="150307" y="40232"/>
                    <a:pt x="153246" y="40232"/>
                  </a:cubicBezTo>
                  <a:cubicBezTo>
                    <a:pt x="172829" y="40232"/>
                    <a:pt x="187478" y="29509"/>
                    <a:pt x="202883" y="18256"/>
                  </a:cubicBezTo>
                  <a:cubicBezTo>
                    <a:pt x="205835" y="16089"/>
                    <a:pt x="208895" y="13851"/>
                    <a:pt x="212015" y="11672"/>
                  </a:cubicBezTo>
                  <a:cubicBezTo>
                    <a:pt x="219065" y="6740"/>
                    <a:pt x="230090" y="772"/>
                    <a:pt x="242173" y="772"/>
                  </a:cubicBezTo>
                  <a:cubicBezTo>
                    <a:pt x="250128" y="772"/>
                    <a:pt x="258541" y="3359"/>
                    <a:pt x="266581" y="10529"/>
                  </a:cubicBezTo>
                  <a:lnTo>
                    <a:pt x="266831" y="10255"/>
                  </a:lnTo>
                  <a:cubicBezTo>
                    <a:pt x="259528" y="3740"/>
                    <a:pt x="251234" y="461"/>
                    <a:pt x="242138" y="461"/>
                  </a:cubicBezTo>
                  <a:cubicBezTo>
                    <a:pt x="241209" y="461"/>
                    <a:pt x="240272" y="495"/>
                    <a:pt x="239328" y="563"/>
                  </a:cubicBezTo>
                  <a:cubicBezTo>
                    <a:pt x="230517" y="1206"/>
                    <a:pt x="220992" y="4945"/>
                    <a:pt x="211800" y="11374"/>
                  </a:cubicBezTo>
                  <a:cubicBezTo>
                    <a:pt x="208681" y="13553"/>
                    <a:pt x="205621" y="15791"/>
                    <a:pt x="202668" y="17958"/>
                  </a:cubicBezTo>
                  <a:cubicBezTo>
                    <a:pt x="187317" y="29187"/>
                    <a:pt x="172706" y="39865"/>
                    <a:pt x="153219" y="39865"/>
                  </a:cubicBezTo>
                  <a:cubicBezTo>
                    <a:pt x="150307" y="39865"/>
                    <a:pt x="147286" y="39627"/>
                    <a:pt x="144137" y="39116"/>
                  </a:cubicBezTo>
                  <a:cubicBezTo>
                    <a:pt x="129635" y="36770"/>
                    <a:pt x="119325" y="29472"/>
                    <a:pt x="108406" y="21745"/>
                  </a:cubicBezTo>
                  <a:cubicBezTo>
                    <a:pt x="101679" y="16982"/>
                    <a:pt x="94702" y="12053"/>
                    <a:pt x="86642" y="8350"/>
                  </a:cubicBezTo>
                  <a:cubicBezTo>
                    <a:pt x="75006" y="3014"/>
                    <a:pt x="60634" y="0"/>
                    <a:pt x="475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603625" y="2820875"/>
              <a:ext cx="6670225" cy="1052250"/>
            </a:xfrm>
            <a:custGeom>
              <a:rect b="b" l="l" r="r" t="t"/>
              <a:pathLst>
                <a:path extrusionOk="0" h="42090" w="266809">
                  <a:moveTo>
                    <a:pt x="46344" y="0"/>
                  </a:moveTo>
                  <a:cubicBezTo>
                    <a:pt x="44253" y="0"/>
                    <a:pt x="42198" y="80"/>
                    <a:pt x="40196" y="244"/>
                  </a:cubicBezTo>
                  <a:cubicBezTo>
                    <a:pt x="19218" y="1959"/>
                    <a:pt x="5692" y="5471"/>
                    <a:pt x="1" y="10686"/>
                  </a:cubicBezTo>
                  <a:lnTo>
                    <a:pt x="239" y="10948"/>
                  </a:lnTo>
                  <a:cubicBezTo>
                    <a:pt x="4120" y="7400"/>
                    <a:pt x="14193" y="2721"/>
                    <a:pt x="40220" y="601"/>
                  </a:cubicBezTo>
                  <a:cubicBezTo>
                    <a:pt x="42208" y="440"/>
                    <a:pt x="44249" y="360"/>
                    <a:pt x="46327" y="360"/>
                  </a:cubicBezTo>
                  <a:cubicBezTo>
                    <a:pt x="59706" y="360"/>
                    <a:pt x="74600" y="3646"/>
                    <a:pt x="86524" y="9376"/>
                  </a:cubicBezTo>
                  <a:cubicBezTo>
                    <a:pt x="94501" y="13198"/>
                    <a:pt x="101359" y="18234"/>
                    <a:pt x="107991" y="23104"/>
                  </a:cubicBezTo>
                  <a:cubicBezTo>
                    <a:pt x="118813" y="31046"/>
                    <a:pt x="129029" y="38546"/>
                    <a:pt x="143566" y="41166"/>
                  </a:cubicBezTo>
                  <a:cubicBezTo>
                    <a:pt x="147069" y="41797"/>
                    <a:pt x="150419" y="42090"/>
                    <a:pt x="153641" y="42090"/>
                  </a:cubicBezTo>
                  <a:cubicBezTo>
                    <a:pt x="172769" y="42090"/>
                    <a:pt x="187383" y="31783"/>
                    <a:pt x="202729" y="20961"/>
                  </a:cubicBezTo>
                  <a:cubicBezTo>
                    <a:pt x="205729" y="18854"/>
                    <a:pt x="208825" y="16663"/>
                    <a:pt x="211980" y="14543"/>
                  </a:cubicBezTo>
                  <a:cubicBezTo>
                    <a:pt x="218983" y="9825"/>
                    <a:pt x="229850" y="4171"/>
                    <a:pt x="241687" y="4171"/>
                  </a:cubicBezTo>
                  <a:cubicBezTo>
                    <a:pt x="249833" y="4171"/>
                    <a:pt x="258438" y="6849"/>
                    <a:pt x="266558" y="14353"/>
                  </a:cubicBezTo>
                  <a:lnTo>
                    <a:pt x="266808" y="14091"/>
                  </a:lnTo>
                  <a:cubicBezTo>
                    <a:pt x="259457" y="7303"/>
                    <a:pt x="251007" y="3862"/>
                    <a:pt x="241659" y="3862"/>
                  </a:cubicBezTo>
                  <a:cubicBezTo>
                    <a:pt x="240939" y="3862"/>
                    <a:pt x="240214" y="3882"/>
                    <a:pt x="239483" y="3923"/>
                  </a:cubicBezTo>
                  <a:cubicBezTo>
                    <a:pt x="230661" y="4411"/>
                    <a:pt x="221076" y="7971"/>
                    <a:pt x="211777" y="14246"/>
                  </a:cubicBezTo>
                  <a:cubicBezTo>
                    <a:pt x="208622" y="16365"/>
                    <a:pt x="205515" y="18556"/>
                    <a:pt x="202526" y="20663"/>
                  </a:cubicBezTo>
                  <a:cubicBezTo>
                    <a:pt x="187233" y="31450"/>
                    <a:pt x="172655" y="41722"/>
                    <a:pt x="153612" y="41722"/>
                  </a:cubicBezTo>
                  <a:cubicBezTo>
                    <a:pt x="150417" y="41722"/>
                    <a:pt x="147097" y="41433"/>
                    <a:pt x="143626" y="40809"/>
                  </a:cubicBezTo>
                  <a:cubicBezTo>
                    <a:pt x="129172" y="38201"/>
                    <a:pt x="118992" y="30724"/>
                    <a:pt x="108205" y="22806"/>
                  </a:cubicBezTo>
                  <a:cubicBezTo>
                    <a:pt x="101561" y="17925"/>
                    <a:pt x="94679" y="12877"/>
                    <a:pt x="86678" y="9043"/>
                  </a:cubicBezTo>
                  <a:cubicBezTo>
                    <a:pt x="74718" y="3305"/>
                    <a:pt x="59772" y="0"/>
                    <a:pt x="463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606025" y="2724425"/>
              <a:ext cx="6667825" cy="1099375"/>
            </a:xfrm>
            <a:custGeom>
              <a:rect b="b" l="l" r="r" t="t"/>
              <a:pathLst>
                <a:path extrusionOk="0" h="43975" w="266713">
                  <a:moveTo>
                    <a:pt x="45120" y="1"/>
                  </a:moveTo>
                  <a:cubicBezTo>
                    <a:pt x="43512" y="1"/>
                    <a:pt x="41927" y="50"/>
                    <a:pt x="40374" y="149"/>
                  </a:cubicBezTo>
                  <a:cubicBezTo>
                    <a:pt x="19372" y="1495"/>
                    <a:pt x="5787" y="4769"/>
                    <a:pt x="0" y="9889"/>
                  </a:cubicBezTo>
                  <a:lnTo>
                    <a:pt x="250" y="10150"/>
                  </a:lnTo>
                  <a:cubicBezTo>
                    <a:pt x="4191" y="6674"/>
                    <a:pt x="14335" y="2185"/>
                    <a:pt x="40410" y="518"/>
                  </a:cubicBezTo>
                  <a:cubicBezTo>
                    <a:pt x="41956" y="419"/>
                    <a:pt x="43534" y="370"/>
                    <a:pt x="45136" y="370"/>
                  </a:cubicBezTo>
                  <a:cubicBezTo>
                    <a:pt x="58853" y="370"/>
                    <a:pt x="74318" y="3961"/>
                    <a:pt x="86547" y="10091"/>
                  </a:cubicBezTo>
                  <a:cubicBezTo>
                    <a:pt x="94441" y="14044"/>
                    <a:pt x="101227" y="19211"/>
                    <a:pt x="107776" y="24188"/>
                  </a:cubicBezTo>
                  <a:cubicBezTo>
                    <a:pt x="118432" y="32332"/>
                    <a:pt x="128528" y="39999"/>
                    <a:pt x="143018" y="42869"/>
                  </a:cubicBezTo>
                  <a:cubicBezTo>
                    <a:pt x="146843" y="43627"/>
                    <a:pt x="150492" y="43975"/>
                    <a:pt x="153996" y="43975"/>
                  </a:cubicBezTo>
                  <a:cubicBezTo>
                    <a:pt x="172677" y="43975"/>
                    <a:pt x="187246" y="34086"/>
                    <a:pt x="202525" y="23700"/>
                  </a:cubicBezTo>
                  <a:cubicBezTo>
                    <a:pt x="205562" y="21640"/>
                    <a:pt x="208693" y="19509"/>
                    <a:pt x="211884" y="17449"/>
                  </a:cubicBezTo>
                  <a:cubicBezTo>
                    <a:pt x="218840" y="12936"/>
                    <a:pt x="229526" y="7594"/>
                    <a:pt x="241107" y="7594"/>
                  </a:cubicBezTo>
                  <a:cubicBezTo>
                    <a:pt x="249447" y="7594"/>
                    <a:pt x="258252" y="10365"/>
                    <a:pt x="266462" y="18211"/>
                  </a:cubicBezTo>
                  <a:lnTo>
                    <a:pt x="266712" y="17949"/>
                  </a:lnTo>
                  <a:cubicBezTo>
                    <a:pt x="259310" y="10864"/>
                    <a:pt x="250693" y="7276"/>
                    <a:pt x="241074" y="7276"/>
                  </a:cubicBezTo>
                  <a:cubicBezTo>
                    <a:pt x="240574" y="7276"/>
                    <a:pt x="240071" y="7285"/>
                    <a:pt x="239566" y="7305"/>
                  </a:cubicBezTo>
                  <a:cubicBezTo>
                    <a:pt x="230731" y="7638"/>
                    <a:pt x="221099" y="11043"/>
                    <a:pt x="211681" y="17139"/>
                  </a:cubicBezTo>
                  <a:cubicBezTo>
                    <a:pt x="208490" y="19211"/>
                    <a:pt x="205359" y="21342"/>
                    <a:pt x="202323" y="23402"/>
                  </a:cubicBezTo>
                  <a:cubicBezTo>
                    <a:pt x="187090" y="33751"/>
                    <a:pt x="172575" y="43610"/>
                    <a:pt x="153990" y="43610"/>
                  </a:cubicBezTo>
                  <a:cubicBezTo>
                    <a:pt x="150510" y="43610"/>
                    <a:pt x="146887" y="43265"/>
                    <a:pt x="143089" y="42512"/>
                  </a:cubicBezTo>
                  <a:cubicBezTo>
                    <a:pt x="128683" y="39654"/>
                    <a:pt x="118622" y="31998"/>
                    <a:pt x="107990" y="23902"/>
                  </a:cubicBezTo>
                  <a:cubicBezTo>
                    <a:pt x="101418" y="18913"/>
                    <a:pt x="94631" y="13734"/>
                    <a:pt x="86701" y="9758"/>
                  </a:cubicBezTo>
                  <a:cubicBezTo>
                    <a:pt x="74419" y="3595"/>
                    <a:pt x="58900" y="1"/>
                    <a:pt x="45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610775" y="2627700"/>
              <a:ext cx="6663075" cy="1147100"/>
            </a:xfrm>
            <a:custGeom>
              <a:rect b="b" l="l" r="r" t="t"/>
              <a:pathLst>
                <a:path extrusionOk="0" h="45884" w="266523">
                  <a:moveTo>
                    <a:pt x="43919" y="0"/>
                  </a:moveTo>
                  <a:cubicBezTo>
                    <a:pt x="42779" y="0"/>
                    <a:pt x="41652" y="26"/>
                    <a:pt x="40541" y="77"/>
                  </a:cubicBezTo>
                  <a:cubicBezTo>
                    <a:pt x="19515" y="1054"/>
                    <a:pt x="5870" y="4090"/>
                    <a:pt x="1" y="9102"/>
                  </a:cubicBezTo>
                  <a:lnTo>
                    <a:pt x="239" y="9376"/>
                  </a:lnTo>
                  <a:cubicBezTo>
                    <a:pt x="4227" y="5971"/>
                    <a:pt x="14467" y="1649"/>
                    <a:pt x="40553" y="434"/>
                  </a:cubicBezTo>
                  <a:cubicBezTo>
                    <a:pt x="41663" y="383"/>
                    <a:pt x="42788" y="357"/>
                    <a:pt x="43926" y="357"/>
                  </a:cubicBezTo>
                  <a:cubicBezTo>
                    <a:pt x="57980" y="357"/>
                    <a:pt x="73989" y="4252"/>
                    <a:pt x="86523" y="10817"/>
                  </a:cubicBezTo>
                  <a:cubicBezTo>
                    <a:pt x="94346" y="14912"/>
                    <a:pt x="101037" y="20187"/>
                    <a:pt x="107502" y="25283"/>
                  </a:cubicBezTo>
                  <a:cubicBezTo>
                    <a:pt x="118039" y="33593"/>
                    <a:pt x="127981" y="41451"/>
                    <a:pt x="142411" y="44571"/>
                  </a:cubicBezTo>
                  <a:cubicBezTo>
                    <a:pt x="146566" y="45473"/>
                    <a:pt x="150520" y="45883"/>
                    <a:pt x="154313" y="45883"/>
                  </a:cubicBezTo>
                  <a:cubicBezTo>
                    <a:pt x="172548" y="45883"/>
                    <a:pt x="187052" y="36397"/>
                    <a:pt x="202240" y="26461"/>
                  </a:cubicBezTo>
                  <a:cubicBezTo>
                    <a:pt x="205312" y="24449"/>
                    <a:pt x="208491" y="22378"/>
                    <a:pt x="211706" y="20365"/>
                  </a:cubicBezTo>
                  <a:cubicBezTo>
                    <a:pt x="218611" y="16054"/>
                    <a:pt x="229117" y="11007"/>
                    <a:pt x="240446" y="11007"/>
                  </a:cubicBezTo>
                  <a:cubicBezTo>
                    <a:pt x="248983" y="11007"/>
                    <a:pt x="257988" y="13873"/>
                    <a:pt x="266272" y="22080"/>
                  </a:cubicBezTo>
                  <a:lnTo>
                    <a:pt x="266522" y="21818"/>
                  </a:lnTo>
                  <a:cubicBezTo>
                    <a:pt x="259063" y="14429"/>
                    <a:pt x="250259" y="10690"/>
                    <a:pt x="240352" y="10690"/>
                  </a:cubicBezTo>
                  <a:cubicBezTo>
                    <a:pt x="240091" y="10690"/>
                    <a:pt x="239829" y="10692"/>
                    <a:pt x="239566" y="10698"/>
                  </a:cubicBezTo>
                  <a:cubicBezTo>
                    <a:pt x="230732" y="10876"/>
                    <a:pt x="221040" y="14115"/>
                    <a:pt x="211515" y="20056"/>
                  </a:cubicBezTo>
                  <a:cubicBezTo>
                    <a:pt x="208300" y="22068"/>
                    <a:pt x="205122" y="24152"/>
                    <a:pt x="202050" y="26152"/>
                  </a:cubicBezTo>
                  <a:cubicBezTo>
                    <a:pt x="186888" y="36065"/>
                    <a:pt x="172430" y="45521"/>
                    <a:pt x="154274" y="45521"/>
                  </a:cubicBezTo>
                  <a:cubicBezTo>
                    <a:pt x="150515" y="45521"/>
                    <a:pt x="146598" y="45116"/>
                    <a:pt x="142483" y="44226"/>
                  </a:cubicBezTo>
                  <a:cubicBezTo>
                    <a:pt x="128136" y="41118"/>
                    <a:pt x="118218" y="33284"/>
                    <a:pt x="107716" y="24997"/>
                  </a:cubicBezTo>
                  <a:cubicBezTo>
                    <a:pt x="101239" y="19889"/>
                    <a:pt x="94548" y="14603"/>
                    <a:pt x="86690" y="10495"/>
                  </a:cubicBezTo>
                  <a:cubicBezTo>
                    <a:pt x="74109" y="3907"/>
                    <a:pt x="58032" y="0"/>
                    <a:pt x="439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617325" y="2530375"/>
              <a:ext cx="6656525" cy="1195600"/>
            </a:xfrm>
            <a:custGeom>
              <a:rect b="b" l="l" r="r" t="t"/>
              <a:pathLst>
                <a:path extrusionOk="0" h="47824" w="266261">
                  <a:moveTo>
                    <a:pt x="42753" y="0"/>
                  </a:moveTo>
                  <a:cubicBezTo>
                    <a:pt x="42062" y="0"/>
                    <a:pt x="41376" y="10"/>
                    <a:pt x="40696" y="29"/>
                  </a:cubicBezTo>
                  <a:cubicBezTo>
                    <a:pt x="19646" y="637"/>
                    <a:pt x="5966" y="3435"/>
                    <a:pt x="1" y="8352"/>
                  </a:cubicBezTo>
                  <a:lnTo>
                    <a:pt x="227" y="8626"/>
                  </a:lnTo>
                  <a:cubicBezTo>
                    <a:pt x="4287" y="5292"/>
                    <a:pt x="14598" y="1149"/>
                    <a:pt x="40696" y="387"/>
                  </a:cubicBezTo>
                  <a:cubicBezTo>
                    <a:pt x="41375" y="367"/>
                    <a:pt x="42061" y="357"/>
                    <a:pt x="42751" y="357"/>
                  </a:cubicBezTo>
                  <a:cubicBezTo>
                    <a:pt x="57119" y="357"/>
                    <a:pt x="73684" y="4580"/>
                    <a:pt x="86476" y="11566"/>
                  </a:cubicBezTo>
                  <a:cubicBezTo>
                    <a:pt x="94239" y="15805"/>
                    <a:pt x="100823" y="21199"/>
                    <a:pt x="107193" y="26402"/>
                  </a:cubicBezTo>
                  <a:cubicBezTo>
                    <a:pt x="117587" y="34903"/>
                    <a:pt x="127397" y="42927"/>
                    <a:pt x="141768" y="46297"/>
                  </a:cubicBezTo>
                  <a:cubicBezTo>
                    <a:pt x="146242" y="47349"/>
                    <a:pt x="150491" y="47823"/>
                    <a:pt x="154562" y="47823"/>
                  </a:cubicBezTo>
                  <a:cubicBezTo>
                    <a:pt x="172376" y="47823"/>
                    <a:pt x="186800" y="38740"/>
                    <a:pt x="201919" y="29223"/>
                  </a:cubicBezTo>
                  <a:cubicBezTo>
                    <a:pt x="205014" y="27271"/>
                    <a:pt x="208229" y="25259"/>
                    <a:pt x="211479" y="23306"/>
                  </a:cubicBezTo>
                  <a:cubicBezTo>
                    <a:pt x="218321" y="19200"/>
                    <a:pt x="228632" y="14450"/>
                    <a:pt x="239705" y="14450"/>
                  </a:cubicBezTo>
                  <a:cubicBezTo>
                    <a:pt x="248443" y="14450"/>
                    <a:pt x="257655" y="17408"/>
                    <a:pt x="266010" y="25973"/>
                  </a:cubicBezTo>
                  <a:lnTo>
                    <a:pt x="266260" y="25711"/>
                  </a:lnTo>
                  <a:cubicBezTo>
                    <a:pt x="258758" y="18019"/>
                    <a:pt x="249789" y="14126"/>
                    <a:pt x="239600" y="14126"/>
                  </a:cubicBezTo>
                  <a:cubicBezTo>
                    <a:pt x="239569" y="14126"/>
                    <a:pt x="239538" y="14126"/>
                    <a:pt x="239507" y="14126"/>
                  </a:cubicBezTo>
                  <a:cubicBezTo>
                    <a:pt x="230672" y="14150"/>
                    <a:pt x="220921" y="17222"/>
                    <a:pt x="211301" y="22996"/>
                  </a:cubicBezTo>
                  <a:cubicBezTo>
                    <a:pt x="208038" y="24949"/>
                    <a:pt x="204824" y="26973"/>
                    <a:pt x="201728" y="28926"/>
                  </a:cubicBezTo>
                  <a:cubicBezTo>
                    <a:pt x="186657" y="38411"/>
                    <a:pt x="172266" y="47461"/>
                    <a:pt x="154532" y="47461"/>
                  </a:cubicBezTo>
                  <a:cubicBezTo>
                    <a:pt x="150494" y="47461"/>
                    <a:pt x="146283" y="46992"/>
                    <a:pt x="141852" y="45952"/>
                  </a:cubicBezTo>
                  <a:cubicBezTo>
                    <a:pt x="127564" y="42594"/>
                    <a:pt x="117777" y="34593"/>
                    <a:pt x="107431" y="26128"/>
                  </a:cubicBezTo>
                  <a:cubicBezTo>
                    <a:pt x="101037" y="20901"/>
                    <a:pt x="94441" y="15507"/>
                    <a:pt x="86654" y="11245"/>
                  </a:cubicBezTo>
                  <a:cubicBezTo>
                    <a:pt x="73804" y="4235"/>
                    <a:pt x="57180" y="0"/>
                    <a:pt x="427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625950" y="2432750"/>
              <a:ext cx="6647900" cy="1244800"/>
            </a:xfrm>
            <a:custGeom>
              <a:rect b="b" l="l" r="r" t="t"/>
              <a:pathLst>
                <a:path extrusionOk="0" h="49792" w="265916">
                  <a:moveTo>
                    <a:pt x="41667" y="0"/>
                  </a:moveTo>
                  <a:cubicBezTo>
                    <a:pt x="41386" y="0"/>
                    <a:pt x="41106" y="2"/>
                    <a:pt x="40827" y="5"/>
                  </a:cubicBezTo>
                  <a:cubicBezTo>
                    <a:pt x="19777" y="243"/>
                    <a:pt x="6049" y="2803"/>
                    <a:pt x="1" y="7613"/>
                  </a:cubicBezTo>
                  <a:lnTo>
                    <a:pt x="227" y="7899"/>
                  </a:lnTo>
                  <a:cubicBezTo>
                    <a:pt x="4335" y="4625"/>
                    <a:pt x="14717" y="672"/>
                    <a:pt x="40827" y="362"/>
                  </a:cubicBezTo>
                  <a:cubicBezTo>
                    <a:pt x="41089" y="360"/>
                    <a:pt x="41350" y="358"/>
                    <a:pt x="41613" y="358"/>
                  </a:cubicBezTo>
                  <a:cubicBezTo>
                    <a:pt x="56276" y="358"/>
                    <a:pt x="73363" y="4913"/>
                    <a:pt x="86405" y="12340"/>
                  </a:cubicBezTo>
                  <a:cubicBezTo>
                    <a:pt x="94096" y="16710"/>
                    <a:pt x="100585" y="22210"/>
                    <a:pt x="106871" y="27532"/>
                  </a:cubicBezTo>
                  <a:cubicBezTo>
                    <a:pt x="117111" y="36212"/>
                    <a:pt x="126779" y="44404"/>
                    <a:pt x="141078" y="48035"/>
                  </a:cubicBezTo>
                  <a:cubicBezTo>
                    <a:pt x="145866" y="49249"/>
                    <a:pt x="150405" y="49792"/>
                    <a:pt x="154753" y="49792"/>
                  </a:cubicBezTo>
                  <a:cubicBezTo>
                    <a:pt x="172149" y="49792"/>
                    <a:pt x="186490" y="41108"/>
                    <a:pt x="201502" y="32021"/>
                  </a:cubicBezTo>
                  <a:cubicBezTo>
                    <a:pt x="204645" y="30116"/>
                    <a:pt x="207884" y="28152"/>
                    <a:pt x="211182" y="26258"/>
                  </a:cubicBezTo>
                  <a:cubicBezTo>
                    <a:pt x="217949" y="22353"/>
                    <a:pt x="228064" y="17884"/>
                    <a:pt x="238884" y="17884"/>
                  </a:cubicBezTo>
                  <a:cubicBezTo>
                    <a:pt x="247824" y="17884"/>
                    <a:pt x="257244" y="20936"/>
                    <a:pt x="265653" y="29878"/>
                  </a:cubicBezTo>
                  <a:lnTo>
                    <a:pt x="265915" y="29628"/>
                  </a:lnTo>
                  <a:cubicBezTo>
                    <a:pt x="258521" y="21770"/>
                    <a:pt x="249592" y="17722"/>
                    <a:pt x="239364" y="17567"/>
                  </a:cubicBezTo>
                  <a:cubicBezTo>
                    <a:pt x="239173" y="17564"/>
                    <a:pt x="238981" y="17563"/>
                    <a:pt x="238788" y="17563"/>
                  </a:cubicBezTo>
                  <a:cubicBezTo>
                    <a:pt x="230104" y="17563"/>
                    <a:pt x="220508" y="20451"/>
                    <a:pt x="211003" y="25937"/>
                  </a:cubicBezTo>
                  <a:cubicBezTo>
                    <a:pt x="207717" y="27842"/>
                    <a:pt x="204467" y="29807"/>
                    <a:pt x="201336" y="31700"/>
                  </a:cubicBezTo>
                  <a:cubicBezTo>
                    <a:pt x="186364" y="40762"/>
                    <a:pt x="172056" y="49421"/>
                    <a:pt x="154743" y="49421"/>
                  </a:cubicBezTo>
                  <a:cubicBezTo>
                    <a:pt x="150426" y="49421"/>
                    <a:pt x="145921" y="48883"/>
                    <a:pt x="141173" y="47678"/>
                  </a:cubicBezTo>
                  <a:cubicBezTo>
                    <a:pt x="126945" y="44082"/>
                    <a:pt x="117301" y="35903"/>
                    <a:pt x="107098" y="27259"/>
                  </a:cubicBezTo>
                  <a:cubicBezTo>
                    <a:pt x="100799" y="21925"/>
                    <a:pt x="94298" y="16412"/>
                    <a:pt x="86583" y="12031"/>
                  </a:cubicBezTo>
                  <a:cubicBezTo>
                    <a:pt x="73509" y="4577"/>
                    <a:pt x="56377" y="0"/>
                    <a:pt x="416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636675" y="2334800"/>
              <a:ext cx="6637450" cy="1294425"/>
            </a:xfrm>
            <a:custGeom>
              <a:rect b="b" l="l" r="r" t="t"/>
              <a:pathLst>
                <a:path extrusionOk="0" h="51777" w="265498">
                  <a:moveTo>
                    <a:pt x="39287" y="1"/>
                  </a:moveTo>
                  <a:cubicBezTo>
                    <a:pt x="19177" y="1"/>
                    <a:pt x="5968" y="2322"/>
                    <a:pt x="0" y="6900"/>
                  </a:cubicBezTo>
                  <a:lnTo>
                    <a:pt x="227" y="7186"/>
                  </a:lnTo>
                  <a:cubicBezTo>
                    <a:pt x="4311" y="4047"/>
                    <a:pt x="14422" y="359"/>
                    <a:pt x="39404" y="359"/>
                  </a:cubicBezTo>
                  <a:cubicBezTo>
                    <a:pt x="39912" y="359"/>
                    <a:pt x="40426" y="360"/>
                    <a:pt x="40946" y="363"/>
                  </a:cubicBezTo>
                  <a:cubicBezTo>
                    <a:pt x="55781" y="447"/>
                    <a:pt x="73164" y="5340"/>
                    <a:pt x="86309" y="13127"/>
                  </a:cubicBezTo>
                  <a:cubicBezTo>
                    <a:pt x="93917" y="17639"/>
                    <a:pt x="100311" y="23247"/>
                    <a:pt x="106502" y="28676"/>
                  </a:cubicBezTo>
                  <a:cubicBezTo>
                    <a:pt x="116586" y="37535"/>
                    <a:pt x="126111" y="45905"/>
                    <a:pt x="140363" y="49774"/>
                  </a:cubicBezTo>
                  <a:cubicBezTo>
                    <a:pt x="145461" y="51162"/>
                    <a:pt x="150287" y="51777"/>
                    <a:pt x="154911" y="51777"/>
                  </a:cubicBezTo>
                  <a:cubicBezTo>
                    <a:pt x="171899" y="51777"/>
                    <a:pt x="186153" y="43484"/>
                    <a:pt x="201061" y="34808"/>
                  </a:cubicBezTo>
                  <a:cubicBezTo>
                    <a:pt x="204228" y="32963"/>
                    <a:pt x="207503" y="31058"/>
                    <a:pt x="210836" y="29212"/>
                  </a:cubicBezTo>
                  <a:cubicBezTo>
                    <a:pt x="217522" y="25512"/>
                    <a:pt x="227422" y="21326"/>
                    <a:pt x="237978" y="21326"/>
                  </a:cubicBezTo>
                  <a:cubicBezTo>
                    <a:pt x="247122" y="21326"/>
                    <a:pt x="256758" y="24467"/>
                    <a:pt x="265224" y="33784"/>
                  </a:cubicBezTo>
                  <a:lnTo>
                    <a:pt x="265498" y="33546"/>
                  </a:lnTo>
                  <a:cubicBezTo>
                    <a:pt x="258247" y="25569"/>
                    <a:pt x="249377" y="21354"/>
                    <a:pt x="239149" y="21033"/>
                  </a:cubicBezTo>
                  <a:cubicBezTo>
                    <a:pt x="238730" y="21019"/>
                    <a:pt x="238308" y="21012"/>
                    <a:pt x="237884" y="21012"/>
                  </a:cubicBezTo>
                  <a:cubicBezTo>
                    <a:pt x="229391" y="21012"/>
                    <a:pt x="220013" y="23731"/>
                    <a:pt x="210658" y="28903"/>
                  </a:cubicBezTo>
                  <a:cubicBezTo>
                    <a:pt x="207324" y="30748"/>
                    <a:pt x="204050" y="32653"/>
                    <a:pt x="200871" y="34498"/>
                  </a:cubicBezTo>
                  <a:cubicBezTo>
                    <a:pt x="186013" y="43140"/>
                    <a:pt x="171810" y="51406"/>
                    <a:pt x="154899" y="51406"/>
                  </a:cubicBezTo>
                  <a:cubicBezTo>
                    <a:pt x="150304" y="51406"/>
                    <a:pt x="145509" y="50796"/>
                    <a:pt x="140447" y="49417"/>
                  </a:cubicBezTo>
                  <a:cubicBezTo>
                    <a:pt x="126290" y="45571"/>
                    <a:pt x="116789" y="37237"/>
                    <a:pt x="106740" y="28402"/>
                  </a:cubicBezTo>
                  <a:cubicBezTo>
                    <a:pt x="100537" y="22961"/>
                    <a:pt x="94131" y="17342"/>
                    <a:pt x="86499" y="12817"/>
                  </a:cubicBezTo>
                  <a:cubicBezTo>
                    <a:pt x="73295" y="4995"/>
                    <a:pt x="55841" y="89"/>
                    <a:pt x="40958" y="6"/>
                  </a:cubicBezTo>
                  <a:cubicBezTo>
                    <a:pt x="40396" y="3"/>
                    <a:pt x="39839" y="1"/>
                    <a:pt x="392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3"/>
            <p:cNvSpPr/>
            <p:nvPr/>
          </p:nvSpPr>
          <p:spPr>
            <a:xfrm>
              <a:off x="649475" y="2235200"/>
              <a:ext cx="6624950" cy="1345700"/>
            </a:xfrm>
            <a:custGeom>
              <a:rect b="b" l="l" r="r" t="t"/>
              <a:pathLst>
                <a:path extrusionOk="0" h="53828" w="264998">
                  <a:moveTo>
                    <a:pt x="35160" y="0"/>
                  </a:moveTo>
                  <a:cubicBezTo>
                    <a:pt x="17419" y="0"/>
                    <a:pt x="5602" y="2101"/>
                    <a:pt x="0" y="6240"/>
                  </a:cubicBezTo>
                  <a:lnTo>
                    <a:pt x="215" y="6538"/>
                  </a:lnTo>
                  <a:cubicBezTo>
                    <a:pt x="4112" y="3654"/>
                    <a:pt x="13403" y="362"/>
                    <a:pt x="35411" y="362"/>
                  </a:cubicBezTo>
                  <a:cubicBezTo>
                    <a:pt x="37206" y="362"/>
                    <a:pt x="39085" y="384"/>
                    <a:pt x="41053" y="430"/>
                  </a:cubicBezTo>
                  <a:cubicBezTo>
                    <a:pt x="55876" y="787"/>
                    <a:pt x="73176" y="5978"/>
                    <a:pt x="86202" y="13979"/>
                  </a:cubicBezTo>
                  <a:cubicBezTo>
                    <a:pt x="93726" y="18623"/>
                    <a:pt x="100025" y="24350"/>
                    <a:pt x="106109" y="29886"/>
                  </a:cubicBezTo>
                  <a:cubicBezTo>
                    <a:pt x="116039" y="38911"/>
                    <a:pt x="125421" y="47436"/>
                    <a:pt x="139601" y="51567"/>
                  </a:cubicBezTo>
                  <a:cubicBezTo>
                    <a:pt x="145004" y="53139"/>
                    <a:pt x="150116" y="53827"/>
                    <a:pt x="155015" y="53827"/>
                  </a:cubicBezTo>
                  <a:cubicBezTo>
                    <a:pt x="171610" y="53827"/>
                    <a:pt x="185768" y="45925"/>
                    <a:pt x="200549" y="37661"/>
                  </a:cubicBezTo>
                  <a:cubicBezTo>
                    <a:pt x="203752" y="35875"/>
                    <a:pt x="207062" y="34030"/>
                    <a:pt x="210420" y="32244"/>
                  </a:cubicBezTo>
                  <a:cubicBezTo>
                    <a:pt x="217020" y="28737"/>
                    <a:pt x="226700" y="24823"/>
                    <a:pt x="236995" y="24823"/>
                  </a:cubicBezTo>
                  <a:cubicBezTo>
                    <a:pt x="246347" y="24823"/>
                    <a:pt x="256206" y="28053"/>
                    <a:pt x="264724" y="37756"/>
                  </a:cubicBezTo>
                  <a:lnTo>
                    <a:pt x="264998" y="37518"/>
                  </a:lnTo>
                  <a:cubicBezTo>
                    <a:pt x="257890" y="29422"/>
                    <a:pt x="249103" y="25052"/>
                    <a:pt x="238887" y="24552"/>
                  </a:cubicBezTo>
                  <a:cubicBezTo>
                    <a:pt x="238234" y="24520"/>
                    <a:pt x="237575" y="24503"/>
                    <a:pt x="236910" y="24503"/>
                  </a:cubicBezTo>
                  <a:cubicBezTo>
                    <a:pt x="228589" y="24503"/>
                    <a:pt x="219426" y="27049"/>
                    <a:pt x="210253" y="31922"/>
                  </a:cubicBezTo>
                  <a:cubicBezTo>
                    <a:pt x="206883" y="33708"/>
                    <a:pt x="203574" y="35565"/>
                    <a:pt x="200371" y="37351"/>
                  </a:cubicBezTo>
                  <a:cubicBezTo>
                    <a:pt x="185637" y="45583"/>
                    <a:pt x="171528" y="53466"/>
                    <a:pt x="155004" y="53466"/>
                  </a:cubicBezTo>
                  <a:cubicBezTo>
                    <a:pt x="150137" y="53466"/>
                    <a:pt x="145060" y="52782"/>
                    <a:pt x="139696" y="51222"/>
                  </a:cubicBezTo>
                  <a:cubicBezTo>
                    <a:pt x="125599" y="47114"/>
                    <a:pt x="116253" y="38613"/>
                    <a:pt x="106359" y="29612"/>
                  </a:cubicBezTo>
                  <a:cubicBezTo>
                    <a:pt x="100251" y="24064"/>
                    <a:pt x="93941" y="18325"/>
                    <a:pt x="86392" y="13682"/>
                  </a:cubicBezTo>
                  <a:cubicBezTo>
                    <a:pt x="73331" y="5633"/>
                    <a:pt x="55960" y="418"/>
                    <a:pt x="41077" y="73"/>
                  </a:cubicBezTo>
                  <a:cubicBezTo>
                    <a:pt x="39037" y="25"/>
                    <a:pt x="37064" y="0"/>
                    <a:pt x="35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3"/>
            <p:cNvSpPr/>
            <p:nvPr/>
          </p:nvSpPr>
          <p:spPr>
            <a:xfrm>
              <a:off x="664050" y="2134250"/>
              <a:ext cx="6610375" cy="1399125"/>
            </a:xfrm>
            <a:custGeom>
              <a:rect b="b" l="l" r="r" t="t"/>
              <a:pathLst>
                <a:path extrusionOk="0" h="55965" w="264415">
                  <a:moveTo>
                    <a:pt x="31658" y="1"/>
                  </a:moveTo>
                  <a:cubicBezTo>
                    <a:pt x="15910" y="1"/>
                    <a:pt x="5285" y="1898"/>
                    <a:pt x="1" y="5671"/>
                  </a:cubicBezTo>
                  <a:lnTo>
                    <a:pt x="215" y="5968"/>
                  </a:lnTo>
                  <a:cubicBezTo>
                    <a:pt x="3941" y="3311"/>
                    <a:pt x="12454" y="374"/>
                    <a:pt x="31865" y="374"/>
                  </a:cubicBezTo>
                  <a:cubicBezTo>
                    <a:pt x="34721" y="374"/>
                    <a:pt x="37813" y="437"/>
                    <a:pt x="41161" y="575"/>
                  </a:cubicBezTo>
                  <a:cubicBezTo>
                    <a:pt x="55972" y="1182"/>
                    <a:pt x="73177" y="6671"/>
                    <a:pt x="86047" y="14910"/>
                  </a:cubicBezTo>
                  <a:cubicBezTo>
                    <a:pt x="93489" y="19684"/>
                    <a:pt x="99692" y="25518"/>
                    <a:pt x="105681" y="31162"/>
                  </a:cubicBezTo>
                  <a:cubicBezTo>
                    <a:pt x="115456" y="40365"/>
                    <a:pt x="124683" y="49045"/>
                    <a:pt x="138792" y="53427"/>
                  </a:cubicBezTo>
                  <a:cubicBezTo>
                    <a:pt x="144499" y="55196"/>
                    <a:pt x="149895" y="55964"/>
                    <a:pt x="155070" y="55964"/>
                  </a:cubicBezTo>
                  <a:cubicBezTo>
                    <a:pt x="171272" y="55964"/>
                    <a:pt x="185312" y="48439"/>
                    <a:pt x="199966" y="40580"/>
                  </a:cubicBezTo>
                  <a:cubicBezTo>
                    <a:pt x="203205" y="38853"/>
                    <a:pt x="206539" y="37056"/>
                    <a:pt x="209932" y="35329"/>
                  </a:cubicBezTo>
                  <a:cubicBezTo>
                    <a:pt x="216438" y="32021"/>
                    <a:pt x="225885" y="28376"/>
                    <a:pt x="235908" y="28376"/>
                  </a:cubicBezTo>
                  <a:cubicBezTo>
                    <a:pt x="245474" y="28376"/>
                    <a:pt x="255565" y="31695"/>
                    <a:pt x="264129" y="41794"/>
                  </a:cubicBezTo>
                  <a:lnTo>
                    <a:pt x="264415" y="41568"/>
                  </a:lnTo>
                  <a:cubicBezTo>
                    <a:pt x="257438" y="33341"/>
                    <a:pt x="248734" y="28828"/>
                    <a:pt x="238519" y="28138"/>
                  </a:cubicBezTo>
                  <a:cubicBezTo>
                    <a:pt x="237634" y="28078"/>
                    <a:pt x="236737" y="28048"/>
                    <a:pt x="235830" y="28048"/>
                  </a:cubicBezTo>
                  <a:cubicBezTo>
                    <a:pt x="227710" y="28048"/>
                    <a:pt x="218762" y="30434"/>
                    <a:pt x="209765" y="35008"/>
                  </a:cubicBezTo>
                  <a:cubicBezTo>
                    <a:pt x="206372" y="36734"/>
                    <a:pt x="203026" y="38532"/>
                    <a:pt x="199800" y="40258"/>
                  </a:cubicBezTo>
                  <a:cubicBezTo>
                    <a:pt x="185191" y="48086"/>
                    <a:pt x="171191" y="55586"/>
                    <a:pt x="155054" y="55586"/>
                  </a:cubicBezTo>
                  <a:cubicBezTo>
                    <a:pt x="149912" y="55586"/>
                    <a:pt x="144552" y="54824"/>
                    <a:pt x="138887" y="53069"/>
                  </a:cubicBezTo>
                  <a:cubicBezTo>
                    <a:pt x="124862" y="48724"/>
                    <a:pt x="115658" y="40068"/>
                    <a:pt x="105931" y="30900"/>
                  </a:cubicBezTo>
                  <a:cubicBezTo>
                    <a:pt x="99918" y="25245"/>
                    <a:pt x="93715" y="19387"/>
                    <a:pt x="86238" y="14612"/>
                  </a:cubicBezTo>
                  <a:cubicBezTo>
                    <a:pt x="73320" y="6337"/>
                    <a:pt x="56055" y="813"/>
                    <a:pt x="41173" y="206"/>
                  </a:cubicBezTo>
                  <a:cubicBezTo>
                    <a:pt x="37818" y="69"/>
                    <a:pt x="34646" y="1"/>
                    <a:pt x="316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60" name="Google Shape;60;p3"/>
          <p:cNvPicPr preferRelativeResize="0"/>
          <p:nvPr/>
        </p:nvPicPr>
        <p:blipFill rotWithShape="1">
          <a:blip r:embed="rId5">
            <a:alphaModFix/>
          </a:blip>
          <a:srcRect b="6398" l="6912" r="43289" t="9856"/>
          <a:stretch/>
        </p:blipFill>
        <p:spPr>
          <a:xfrm>
            <a:off x="8311013" y="4498225"/>
            <a:ext cx="470733" cy="44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3"/>
          <p:cNvPicPr preferRelativeResize="0"/>
          <p:nvPr/>
        </p:nvPicPr>
        <p:blipFill rotWithShape="1">
          <a:blip r:embed="rId5">
            <a:alphaModFix/>
          </a:blip>
          <a:srcRect b="6398" l="6912" r="43289" t="9856"/>
          <a:stretch/>
        </p:blipFill>
        <p:spPr>
          <a:xfrm>
            <a:off x="242106" y="1461403"/>
            <a:ext cx="889846" cy="841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3"/>
          <p:cNvPicPr preferRelativeResize="0"/>
          <p:nvPr/>
        </p:nvPicPr>
        <p:blipFill rotWithShape="1">
          <a:blip r:embed="rId5">
            <a:alphaModFix/>
          </a:blip>
          <a:srcRect b="6398" l="6912" r="43289" t="9856"/>
          <a:stretch/>
        </p:blipFill>
        <p:spPr>
          <a:xfrm>
            <a:off x="1124382" y="4027921"/>
            <a:ext cx="967875" cy="9156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" name="Google Shape;63;p3"/>
          <p:cNvGrpSpPr/>
          <p:nvPr/>
        </p:nvGrpSpPr>
        <p:grpSpPr>
          <a:xfrm flipH="1" rot="-665279">
            <a:off x="-584660" y="-945015"/>
            <a:ext cx="6788761" cy="2123393"/>
            <a:chOff x="603050" y="2134250"/>
            <a:chExt cx="6671375" cy="1887675"/>
          </a:xfrm>
        </p:grpSpPr>
        <p:sp>
          <p:nvSpPr>
            <p:cNvPr id="64" name="Google Shape;64;p3"/>
            <p:cNvSpPr/>
            <p:nvPr/>
          </p:nvSpPr>
          <p:spPr>
            <a:xfrm>
              <a:off x="608100" y="2949275"/>
              <a:ext cx="6665750" cy="1072650"/>
            </a:xfrm>
            <a:custGeom>
              <a:rect b="b" l="l" r="r" t="t"/>
              <a:pathLst>
                <a:path extrusionOk="0" h="42906" w="266630">
                  <a:moveTo>
                    <a:pt x="242926" y="0"/>
                  </a:moveTo>
                  <a:cubicBezTo>
                    <a:pt x="241564" y="0"/>
                    <a:pt x="240185" y="76"/>
                    <a:pt x="238792" y="228"/>
                  </a:cubicBezTo>
                  <a:cubicBezTo>
                    <a:pt x="230005" y="1168"/>
                    <a:pt x="220635" y="5240"/>
                    <a:pt x="211670" y="11979"/>
                  </a:cubicBezTo>
                  <a:cubicBezTo>
                    <a:pt x="208634" y="14265"/>
                    <a:pt x="205645" y="16611"/>
                    <a:pt x="202764" y="18885"/>
                  </a:cubicBezTo>
                  <a:cubicBezTo>
                    <a:pt x="187340" y="31016"/>
                    <a:pt x="172685" y="42543"/>
                    <a:pt x="152232" y="42543"/>
                  </a:cubicBezTo>
                  <a:cubicBezTo>
                    <a:pt x="149902" y="42543"/>
                    <a:pt x="147497" y="42394"/>
                    <a:pt x="145007" y="42078"/>
                  </a:cubicBezTo>
                  <a:cubicBezTo>
                    <a:pt x="130433" y="40233"/>
                    <a:pt x="119873" y="33291"/>
                    <a:pt x="108693" y="25957"/>
                  </a:cubicBezTo>
                  <a:cubicBezTo>
                    <a:pt x="101799" y="21433"/>
                    <a:pt x="94667" y="16754"/>
                    <a:pt x="86476" y="13337"/>
                  </a:cubicBezTo>
                  <a:cubicBezTo>
                    <a:pt x="75578" y="8791"/>
                    <a:pt x="62424" y="6298"/>
                    <a:pt x="50215" y="6298"/>
                  </a:cubicBezTo>
                  <a:cubicBezTo>
                    <a:pt x="46564" y="6298"/>
                    <a:pt x="42997" y="6521"/>
                    <a:pt x="39601" y="6979"/>
                  </a:cubicBezTo>
                  <a:cubicBezTo>
                    <a:pt x="18729" y="9788"/>
                    <a:pt x="5418" y="14003"/>
                    <a:pt x="0" y="19504"/>
                  </a:cubicBezTo>
                  <a:lnTo>
                    <a:pt x="262" y="19766"/>
                  </a:lnTo>
                  <a:cubicBezTo>
                    <a:pt x="3941" y="16015"/>
                    <a:pt x="13764" y="10824"/>
                    <a:pt x="39648" y="7348"/>
                  </a:cubicBezTo>
                  <a:cubicBezTo>
                    <a:pt x="43028" y="6893"/>
                    <a:pt x="46578" y="6672"/>
                    <a:pt x="50211" y="6672"/>
                  </a:cubicBezTo>
                  <a:cubicBezTo>
                    <a:pt x="62374" y="6672"/>
                    <a:pt x="75481" y="9153"/>
                    <a:pt x="86345" y="13682"/>
                  </a:cubicBezTo>
                  <a:cubicBezTo>
                    <a:pt x="94500" y="17075"/>
                    <a:pt x="101620" y="21742"/>
                    <a:pt x="108502" y="26255"/>
                  </a:cubicBezTo>
                  <a:cubicBezTo>
                    <a:pt x="119718" y="33625"/>
                    <a:pt x="130314" y="40578"/>
                    <a:pt x="144959" y="42435"/>
                  </a:cubicBezTo>
                  <a:cubicBezTo>
                    <a:pt x="147474" y="42754"/>
                    <a:pt x="149902" y="42906"/>
                    <a:pt x="152253" y="42906"/>
                  </a:cubicBezTo>
                  <a:cubicBezTo>
                    <a:pt x="172815" y="42906"/>
                    <a:pt x="187519" y="31340"/>
                    <a:pt x="202990" y="19171"/>
                  </a:cubicBezTo>
                  <a:cubicBezTo>
                    <a:pt x="205871" y="16908"/>
                    <a:pt x="208860" y="14563"/>
                    <a:pt x="211896" y="12277"/>
                  </a:cubicBezTo>
                  <a:cubicBezTo>
                    <a:pt x="219006" y="6920"/>
                    <a:pt x="230335" y="312"/>
                    <a:pt x="242921" y="312"/>
                  </a:cubicBezTo>
                  <a:cubicBezTo>
                    <a:pt x="250504" y="312"/>
                    <a:pt x="258543" y="2711"/>
                    <a:pt x="266391" y="9229"/>
                  </a:cubicBezTo>
                  <a:lnTo>
                    <a:pt x="266629" y="8943"/>
                  </a:lnTo>
                  <a:cubicBezTo>
                    <a:pt x="259467" y="3004"/>
                    <a:pt x="251508" y="0"/>
                    <a:pt x="2429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604525" y="2938825"/>
              <a:ext cx="6669025" cy="1033425"/>
            </a:xfrm>
            <a:custGeom>
              <a:rect b="b" l="l" r="r" t="t"/>
              <a:pathLst>
                <a:path extrusionOk="0" h="41337" w="266761">
                  <a:moveTo>
                    <a:pt x="242560" y="0"/>
                  </a:moveTo>
                  <a:cubicBezTo>
                    <a:pt x="241419" y="0"/>
                    <a:pt x="240266" y="53"/>
                    <a:pt x="239102" y="158"/>
                  </a:cubicBezTo>
                  <a:cubicBezTo>
                    <a:pt x="230303" y="955"/>
                    <a:pt x="220850" y="4861"/>
                    <a:pt x="211765" y="11445"/>
                  </a:cubicBezTo>
                  <a:cubicBezTo>
                    <a:pt x="208693" y="13683"/>
                    <a:pt x="205669" y="15969"/>
                    <a:pt x="202752" y="18184"/>
                  </a:cubicBezTo>
                  <a:cubicBezTo>
                    <a:pt x="187359" y="29863"/>
                    <a:pt x="172728" y="40966"/>
                    <a:pt x="152762" y="40966"/>
                  </a:cubicBezTo>
                  <a:cubicBezTo>
                    <a:pt x="150135" y="40966"/>
                    <a:pt x="147416" y="40773"/>
                    <a:pt x="144590" y="40365"/>
                  </a:cubicBezTo>
                  <a:cubicBezTo>
                    <a:pt x="130064" y="38269"/>
                    <a:pt x="119623" y="31150"/>
                    <a:pt x="108574" y="23613"/>
                  </a:cubicBezTo>
                  <a:cubicBezTo>
                    <a:pt x="101751" y="18969"/>
                    <a:pt x="94703" y="14171"/>
                    <a:pt x="86571" y="10611"/>
                  </a:cubicBezTo>
                  <a:cubicBezTo>
                    <a:pt x="75309" y="5677"/>
                    <a:pt x="61560" y="2931"/>
                    <a:pt x="48931" y="2931"/>
                  </a:cubicBezTo>
                  <a:cubicBezTo>
                    <a:pt x="45806" y="2931"/>
                    <a:pt x="42749" y="3099"/>
                    <a:pt x="39815" y="3444"/>
                  </a:cubicBezTo>
                  <a:cubicBezTo>
                    <a:pt x="18908" y="5885"/>
                    <a:pt x="5513" y="9861"/>
                    <a:pt x="1" y="15279"/>
                  </a:cubicBezTo>
                  <a:lnTo>
                    <a:pt x="251" y="15529"/>
                  </a:lnTo>
                  <a:cubicBezTo>
                    <a:pt x="4001" y="11850"/>
                    <a:pt x="13919" y="6825"/>
                    <a:pt x="39851" y="3801"/>
                  </a:cubicBezTo>
                  <a:cubicBezTo>
                    <a:pt x="42768" y="3459"/>
                    <a:pt x="45807" y="3292"/>
                    <a:pt x="48914" y="3292"/>
                  </a:cubicBezTo>
                  <a:cubicBezTo>
                    <a:pt x="61497" y="3292"/>
                    <a:pt x="75199" y="6027"/>
                    <a:pt x="86428" y="10945"/>
                  </a:cubicBezTo>
                  <a:cubicBezTo>
                    <a:pt x="94524" y="14493"/>
                    <a:pt x="101561" y="19279"/>
                    <a:pt x="108359" y="23922"/>
                  </a:cubicBezTo>
                  <a:cubicBezTo>
                    <a:pt x="119456" y="31471"/>
                    <a:pt x="129922" y="38615"/>
                    <a:pt x="144542" y="40734"/>
                  </a:cubicBezTo>
                  <a:cubicBezTo>
                    <a:pt x="147384" y="41144"/>
                    <a:pt x="150118" y="41337"/>
                    <a:pt x="152759" y="41337"/>
                  </a:cubicBezTo>
                  <a:cubicBezTo>
                    <a:pt x="172836" y="41337"/>
                    <a:pt x="187520" y="30193"/>
                    <a:pt x="202966" y="18481"/>
                  </a:cubicBezTo>
                  <a:cubicBezTo>
                    <a:pt x="205883" y="16267"/>
                    <a:pt x="208908" y="13969"/>
                    <a:pt x="211979" y="11742"/>
                  </a:cubicBezTo>
                  <a:cubicBezTo>
                    <a:pt x="219066" y="6599"/>
                    <a:pt x="230260" y="308"/>
                    <a:pt x="242600" y="308"/>
                  </a:cubicBezTo>
                  <a:cubicBezTo>
                    <a:pt x="250370" y="308"/>
                    <a:pt x="258594" y="2802"/>
                    <a:pt x="266534" y="9647"/>
                  </a:cubicBezTo>
                  <a:lnTo>
                    <a:pt x="266760" y="9373"/>
                  </a:lnTo>
                  <a:cubicBezTo>
                    <a:pt x="259527" y="3141"/>
                    <a:pt x="251396" y="0"/>
                    <a:pt x="242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603050" y="2916775"/>
              <a:ext cx="6670800" cy="1005800"/>
            </a:xfrm>
            <a:custGeom>
              <a:rect b="b" l="l" r="r" t="t"/>
              <a:pathLst>
                <a:path extrusionOk="0" h="40232" w="266832">
                  <a:moveTo>
                    <a:pt x="47581" y="0"/>
                  </a:moveTo>
                  <a:cubicBezTo>
                    <a:pt x="44993" y="0"/>
                    <a:pt x="42457" y="119"/>
                    <a:pt x="40005" y="361"/>
                  </a:cubicBezTo>
                  <a:cubicBezTo>
                    <a:pt x="19062" y="2445"/>
                    <a:pt x="5608" y="6183"/>
                    <a:pt x="0" y="11505"/>
                  </a:cubicBezTo>
                  <a:lnTo>
                    <a:pt x="250" y="11767"/>
                  </a:lnTo>
                  <a:cubicBezTo>
                    <a:pt x="4060" y="8148"/>
                    <a:pt x="14061" y="3302"/>
                    <a:pt x="40041" y="730"/>
                  </a:cubicBezTo>
                  <a:cubicBezTo>
                    <a:pt x="42490" y="487"/>
                    <a:pt x="45023" y="368"/>
                    <a:pt x="47608" y="368"/>
                  </a:cubicBezTo>
                  <a:cubicBezTo>
                    <a:pt x="60603" y="368"/>
                    <a:pt x="74908" y="3370"/>
                    <a:pt x="86487" y="8683"/>
                  </a:cubicBezTo>
                  <a:cubicBezTo>
                    <a:pt x="94524" y="12362"/>
                    <a:pt x="101477" y="17292"/>
                    <a:pt x="108192" y="22042"/>
                  </a:cubicBezTo>
                  <a:cubicBezTo>
                    <a:pt x="119146" y="29793"/>
                    <a:pt x="129504" y="37116"/>
                    <a:pt x="144078" y="39473"/>
                  </a:cubicBezTo>
                  <a:cubicBezTo>
                    <a:pt x="147258" y="39990"/>
                    <a:pt x="150307" y="40232"/>
                    <a:pt x="153246" y="40232"/>
                  </a:cubicBezTo>
                  <a:cubicBezTo>
                    <a:pt x="172829" y="40232"/>
                    <a:pt x="187478" y="29509"/>
                    <a:pt x="202883" y="18256"/>
                  </a:cubicBezTo>
                  <a:cubicBezTo>
                    <a:pt x="205835" y="16089"/>
                    <a:pt x="208895" y="13851"/>
                    <a:pt x="212015" y="11672"/>
                  </a:cubicBezTo>
                  <a:cubicBezTo>
                    <a:pt x="219065" y="6740"/>
                    <a:pt x="230090" y="772"/>
                    <a:pt x="242173" y="772"/>
                  </a:cubicBezTo>
                  <a:cubicBezTo>
                    <a:pt x="250128" y="772"/>
                    <a:pt x="258541" y="3359"/>
                    <a:pt x="266581" y="10529"/>
                  </a:cubicBezTo>
                  <a:lnTo>
                    <a:pt x="266831" y="10255"/>
                  </a:lnTo>
                  <a:cubicBezTo>
                    <a:pt x="259528" y="3740"/>
                    <a:pt x="251234" y="461"/>
                    <a:pt x="242138" y="461"/>
                  </a:cubicBezTo>
                  <a:cubicBezTo>
                    <a:pt x="241209" y="461"/>
                    <a:pt x="240272" y="495"/>
                    <a:pt x="239328" y="563"/>
                  </a:cubicBezTo>
                  <a:cubicBezTo>
                    <a:pt x="230517" y="1206"/>
                    <a:pt x="220992" y="4945"/>
                    <a:pt x="211800" y="11374"/>
                  </a:cubicBezTo>
                  <a:cubicBezTo>
                    <a:pt x="208681" y="13553"/>
                    <a:pt x="205621" y="15791"/>
                    <a:pt x="202668" y="17958"/>
                  </a:cubicBezTo>
                  <a:cubicBezTo>
                    <a:pt x="187317" y="29187"/>
                    <a:pt x="172706" y="39865"/>
                    <a:pt x="153219" y="39865"/>
                  </a:cubicBezTo>
                  <a:cubicBezTo>
                    <a:pt x="150307" y="39865"/>
                    <a:pt x="147286" y="39627"/>
                    <a:pt x="144137" y="39116"/>
                  </a:cubicBezTo>
                  <a:cubicBezTo>
                    <a:pt x="129635" y="36770"/>
                    <a:pt x="119325" y="29472"/>
                    <a:pt x="108406" y="21745"/>
                  </a:cubicBezTo>
                  <a:cubicBezTo>
                    <a:pt x="101679" y="16982"/>
                    <a:pt x="94702" y="12053"/>
                    <a:pt x="86642" y="8350"/>
                  </a:cubicBezTo>
                  <a:cubicBezTo>
                    <a:pt x="75006" y="3014"/>
                    <a:pt x="60634" y="0"/>
                    <a:pt x="475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603625" y="2820875"/>
              <a:ext cx="6670225" cy="1052250"/>
            </a:xfrm>
            <a:custGeom>
              <a:rect b="b" l="l" r="r" t="t"/>
              <a:pathLst>
                <a:path extrusionOk="0" h="42090" w="266809">
                  <a:moveTo>
                    <a:pt x="46344" y="0"/>
                  </a:moveTo>
                  <a:cubicBezTo>
                    <a:pt x="44253" y="0"/>
                    <a:pt x="42198" y="80"/>
                    <a:pt x="40196" y="244"/>
                  </a:cubicBezTo>
                  <a:cubicBezTo>
                    <a:pt x="19218" y="1959"/>
                    <a:pt x="5692" y="5471"/>
                    <a:pt x="1" y="10686"/>
                  </a:cubicBezTo>
                  <a:lnTo>
                    <a:pt x="239" y="10948"/>
                  </a:lnTo>
                  <a:cubicBezTo>
                    <a:pt x="4120" y="7400"/>
                    <a:pt x="14193" y="2721"/>
                    <a:pt x="40220" y="601"/>
                  </a:cubicBezTo>
                  <a:cubicBezTo>
                    <a:pt x="42208" y="440"/>
                    <a:pt x="44249" y="360"/>
                    <a:pt x="46327" y="360"/>
                  </a:cubicBezTo>
                  <a:cubicBezTo>
                    <a:pt x="59706" y="360"/>
                    <a:pt x="74600" y="3646"/>
                    <a:pt x="86524" y="9376"/>
                  </a:cubicBezTo>
                  <a:cubicBezTo>
                    <a:pt x="94501" y="13198"/>
                    <a:pt x="101359" y="18234"/>
                    <a:pt x="107991" y="23104"/>
                  </a:cubicBezTo>
                  <a:cubicBezTo>
                    <a:pt x="118813" y="31046"/>
                    <a:pt x="129029" y="38546"/>
                    <a:pt x="143566" y="41166"/>
                  </a:cubicBezTo>
                  <a:cubicBezTo>
                    <a:pt x="147069" y="41797"/>
                    <a:pt x="150419" y="42090"/>
                    <a:pt x="153641" y="42090"/>
                  </a:cubicBezTo>
                  <a:cubicBezTo>
                    <a:pt x="172769" y="42090"/>
                    <a:pt x="187383" y="31783"/>
                    <a:pt x="202729" y="20961"/>
                  </a:cubicBezTo>
                  <a:cubicBezTo>
                    <a:pt x="205729" y="18854"/>
                    <a:pt x="208825" y="16663"/>
                    <a:pt x="211980" y="14543"/>
                  </a:cubicBezTo>
                  <a:cubicBezTo>
                    <a:pt x="218983" y="9825"/>
                    <a:pt x="229850" y="4171"/>
                    <a:pt x="241687" y="4171"/>
                  </a:cubicBezTo>
                  <a:cubicBezTo>
                    <a:pt x="249833" y="4171"/>
                    <a:pt x="258438" y="6849"/>
                    <a:pt x="266558" y="14353"/>
                  </a:cubicBezTo>
                  <a:lnTo>
                    <a:pt x="266808" y="14091"/>
                  </a:lnTo>
                  <a:cubicBezTo>
                    <a:pt x="259457" y="7303"/>
                    <a:pt x="251007" y="3862"/>
                    <a:pt x="241659" y="3862"/>
                  </a:cubicBezTo>
                  <a:cubicBezTo>
                    <a:pt x="240939" y="3862"/>
                    <a:pt x="240214" y="3882"/>
                    <a:pt x="239483" y="3923"/>
                  </a:cubicBezTo>
                  <a:cubicBezTo>
                    <a:pt x="230661" y="4411"/>
                    <a:pt x="221076" y="7971"/>
                    <a:pt x="211777" y="14246"/>
                  </a:cubicBezTo>
                  <a:cubicBezTo>
                    <a:pt x="208622" y="16365"/>
                    <a:pt x="205515" y="18556"/>
                    <a:pt x="202526" y="20663"/>
                  </a:cubicBezTo>
                  <a:cubicBezTo>
                    <a:pt x="187233" y="31450"/>
                    <a:pt x="172655" y="41722"/>
                    <a:pt x="153612" y="41722"/>
                  </a:cubicBezTo>
                  <a:cubicBezTo>
                    <a:pt x="150417" y="41722"/>
                    <a:pt x="147097" y="41433"/>
                    <a:pt x="143626" y="40809"/>
                  </a:cubicBezTo>
                  <a:cubicBezTo>
                    <a:pt x="129172" y="38201"/>
                    <a:pt x="118992" y="30724"/>
                    <a:pt x="108205" y="22806"/>
                  </a:cubicBezTo>
                  <a:cubicBezTo>
                    <a:pt x="101561" y="17925"/>
                    <a:pt x="94679" y="12877"/>
                    <a:pt x="86678" y="9043"/>
                  </a:cubicBezTo>
                  <a:cubicBezTo>
                    <a:pt x="74718" y="3305"/>
                    <a:pt x="59772" y="0"/>
                    <a:pt x="463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606025" y="2724425"/>
              <a:ext cx="6667825" cy="1099375"/>
            </a:xfrm>
            <a:custGeom>
              <a:rect b="b" l="l" r="r" t="t"/>
              <a:pathLst>
                <a:path extrusionOk="0" h="43975" w="266713">
                  <a:moveTo>
                    <a:pt x="45120" y="1"/>
                  </a:moveTo>
                  <a:cubicBezTo>
                    <a:pt x="43512" y="1"/>
                    <a:pt x="41927" y="50"/>
                    <a:pt x="40374" y="149"/>
                  </a:cubicBezTo>
                  <a:cubicBezTo>
                    <a:pt x="19372" y="1495"/>
                    <a:pt x="5787" y="4769"/>
                    <a:pt x="0" y="9889"/>
                  </a:cubicBezTo>
                  <a:lnTo>
                    <a:pt x="250" y="10150"/>
                  </a:lnTo>
                  <a:cubicBezTo>
                    <a:pt x="4191" y="6674"/>
                    <a:pt x="14335" y="2185"/>
                    <a:pt x="40410" y="518"/>
                  </a:cubicBezTo>
                  <a:cubicBezTo>
                    <a:pt x="41956" y="419"/>
                    <a:pt x="43534" y="370"/>
                    <a:pt x="45136" y="370"/>
                  </a:cubicBezTo>
                  <a:cubicBezTo>
                    <a:pt x="58853" y="370"/>
                    <a:pt x="74318" y="3961"/>
                    <a:pt x="86547" y="10091"/>
                  </a:cubicBezTo>
                  <a:cubicBezTo>
                    <a:pt x="94441" y="14044"/>
                    <a:pt x="101227" y="19211"/>
                    <a:pt x="107776" y="24188"/>
                  </a:cubicBezTo>
                  <a:cubicBezTo>
                    <a:pt x="118432" y="32332"/>
                    <a:pt x="128528" y="39999"/>
                    <a:pt x="143018" y="42869"/>
                  </a:cubicBezTo>
                  <a:cubicBezTo>
                    <a:pt x="146843" y="43627"/>
                    <a:pt x="150492" y="43975"/>
                    <a:pt x="153996" y="43975"/>
                  </a:cubicBezTo>
                  <a:cubicBezTo>
                    <a:pt x="172677" y="43975"/>
                    <a:pt x="187246" y="34086"/>
                    <a:pt x="202525" y="23700"/>
                  </a:cubicBezTo>
                  <a:cubicBezTo>
                    <a:pt x="205562" y="21640"/>
                    <a:pt x="208693" y="19509"/>
                    <a:pt x="211884" y="17449"/>
                  </a:cubicBezTo>
                  <a:cubicBezTo>
                    <a:pt x="218840" y="12936"/>
                    <a:pt x="229526" y="7594"/>
                    <a:pt x="241107" y="7594"/>
                  </a:cubicBezTo>
                  <a:cubicBezTo>
                    <a:pt x="249447" y="7594"/>
                    <a:pt x="258252" y="10365"/>
                    <a:pt x="266462" y="18211"/>
                  </a:cubicBezTo>
                  <a:lnTo>
                    <a:pt x="266712" y="17949"/>
                  </a:lnTo>
                  <a:cubicBezTo>
                    <a:pt x="259310" y="10864"/>
                    <a:pt x="250693" y="7276"/>
                    <a:pt x="241074" y="7276"/>
                  </a:cubicBezTo>
                  <a:cubicBezTo>
                    <a:pt x="240574" y="7276"/>
                    <a:pt x="240071" y="7285"/>
                    <a:pt x="239566" y="7305"/>
                  </a:cubicBezTo>
                  <a:cubicBezTo>
                    <a:pt x="230731" y="7638"/>
                    <a:pt x="221099" y="11043"/>
                    <a:pt x="211681" y="17139"/>
                  </a:cubicBezTo>
                  <a:cubicBezTo>
                    <a:pt x="208490" y="19211"/>
                    <a:pt x="205359" y="21342"/>
                    <a:pt x="202323" y="23402"/>
                  </a:cubicBezTo>
                  <a:cubicBezTo>
                    <a:pt x="187090" y="33751"/>
                    <a:pt x="172575" y="43610"/>
                    <a:pt x="153990" y="43610"/>
                  </a:cubicBezTo>
                  <a:cubicBezTo>
                    <a:pt x="150510" y="43610"/>
                    <a:pt x="146887" y="43265"/>
                    <a:pt x="143089" y="42512"/>
                  </a:cubicBezTo>
                  <a:cubicBezTo>
                    <a:pt x="128683" y="39654"/>
                    <a:pt x="118622" y="31998"/>
                    <a:pt x="107990" y="23902"/>
                  </a:cubicBezTo>
                  <a:cubicBezTo>
                    <a:pt x="101418" y="18913"/>
                    <a:pt x="94631" y="13734"/>
                    <a:pt x="86701" y="9758"/>
                  </a:cubicBezTo>
                  <a:cubicBezTo>
                    <a:pt x="74419" y="3595"/>
                    <a:pt x="58900" y="1"/>
                    <a:pt x="45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610775" y="2627700"/>
              <a:ext cx="6663075" cy="1147100"/>
            </a:xfrm>
            <a:custGeom>
              <a:rect b="b" l="l" r="r" t="t"/>
              <a:pathLst>
                <a:path extrusionOk="0" h="45884" w="266523">
                  <a:moveTo>
                    <a:pt x="43919" y="0"/>
                  </a:moveTo>
                  <a:cubicBezTo>
                    <a:pt x="42779" y="0"/>
                    <a:pt x="41652" y="26"/>
                    <a:pt x="40541" y="77"/>
                  </a:cubicBezTo>
                  <a:cubicBezTo>
                    <a:pt x="19515" y="1054"/>
                    <a:pt x="5870" y="4090"/>
                    <a:pt x="1" y="9102"/>
                  </a:cubicBezTo>
                  <a:lnTo>
                    <a:pt x="239" y="9376"/>
                  </a:lnTo>
                  <a:cubicBezTo>
                    <a:pt x="4227" y="5971"/>
                    <a:pt x="14467" y="1649"/>
                    <a:pt x="40553" y="434"/>
                  </a:cubicBezTo>
                  <a:cubicBezTo>
                    <a:pt x="41663" y="383"/>
                    <a:pt x="42788" y="357"/>
                    <a:pt x="43926" y="357"/>
                  </a:cubicBezTo>
                  <a:cubicBezTo>
                    <a:pt x="57980" y="357"/>
                    <a:pt x="73989" y="4252"/>
                    <a:pt x="86523" y="10817"/>
                  </a:cubicBezTo>
                  <a:cubicBezTo>
                    <a:pt x="94346" y="14912"/>
                    <a:pt x="101037" y="20187"/>
                    <a:pt x="107502" y="25283"/>
                  </a:cubicBezTo>
                  <a:cubicBezTo>
                    <a:pt x="118039" y="33593"/>
                    <a:pt x="127981" y="41451"/>
                    <a:pt x="142411" y="44571"/>
                  </a:cubicBezTo>
                  <a:cubicBezTo>
                    <a:pt x="146566" y="45473"/>
                    <a:pt x="150520" y="45883"/>
                    <a:pt x="154313" y="45883"/>
                  </a:cubicBezTo>
                  <a:cubicBezTo>
                    <a:pt x="172548" y="45883"/>
                    <a:pt x="187052" y="36397"/>
                    <a:pt x="202240" y="26461"/>
                  </a:cubicBezTo>
                  <a:cubicBezTo>
                    <a:pt x="205312" y="24449"/>
                    <a:pt x="208491" y="22378"/>
                    <a:pt x="211706" y="20365"/>
                  </a:cubicBezTo>
                  <a:cubicBezTo>
                    <a:pt x="218611" y="16054"/>
                    <a:pt x="229117" y="11007"/>
                    <a:pt x="240446" y="11007"/>
                  </a:cubicBezTo>
                  <a:cubicBezTo>
                    <a:pt x="248983" y="11007"/>
                    <a:pt x="257988" y="13873"/>
                    <a:pt x="266272" y="22080"/>
                  </a:cubicBezTo>
                  <a:lnTo>
                    <a:pt x="266522" y="21818"/>
                  </a:lnTo>
                  <a:cubicBezTo>
                    <a:pt x="259063" y="14429"/>
                    <a:pt x="250259" y="10690"/>
                    <a:pt x="240352" y="10690"/>
                  </a:cubicBezTo>
                  <a:cubicBezTo>
                    <a:pt x="240091" y="10690"/>
                    <a:pt x="239829" y="10692"/>
                    <a:pt x="239566" y="10698"/>
                  </a:cubicBezTo>
                  <a:cubicBezTo>
                    <a:pt x="230732" y="10876"/>
                    <a:pt x="221040" y="14115"/>
                    <a:pt x="211515" y="20056"/>
                  </a:cubicBezTo>
                  <a:cubicBezTo>
                    <a:pt x="208300" y="22068"/>
                    <a:pt x="205122" y="24152"/>
                    <a:pt x="202050" y="26152"/>
                  </a:cubicBezTo>
                  <a:cubicBezTo>
                    <a:pt x="186888" y="36065"/>
                    <a:pt x="172430" y="45521"/>
                    <a:pt x="154274" y="45521"/>
                  </a:cubicBezTo>
                  <a:cubicBezTo>
                    <a:pt x="150515" y="45521"/>
                    <a:pt x="146598" y="45116"/>
                    <a:pt x="142483" y="44226"/>
                  </a:cubicBezTo>
                  <a:cubicBezTo>
                    <a:pt x="128136" y="41118"/>
                    <a:pt x="118218" y="33284"/>
                    <a:pt x="107716" y="24997"/>
                  </a:cubicBezTo>
                  <a:cubicBezTo>
                    <a:pt x="101239" y="19889"/>
                    <a:pt x="94548" y="14603"/>
                    <a:pt x="86690" y="10495"/>
                  </a:cubicBezTo>
                  <a:cubicBezTo>
                    <a:pt x="74109" y="3907"/>
                    <a:pt x="58032" y="0"/>
                    <a:pt x="439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617325" y="2530375"/>
              <a:ext cx="6656525" cy="1195600"/>
            </a:xfrm>
            <a:custGeom>
              <a:rect b="b" l="l" r="r" t="t"/>
              <a:pathLst>
                <a:path extrusionOk="0" h="47824" w="266261">
                  <a:moveTo>
                    <a:pt x="42753" y="0"/>
                  </a:moveTo>
                  <a:cubicBezTo>
                    <a:pt x="42062" y="0"/>
                    <a:pt x="41376" y="10"/>
                    <a:pt x="40696" y="29"/>
                  </a:cubicBezTo>
                  <a:cubicBezTo>
                    <a:pt x="19646" y="637"/>
                    <a:pt x="5966" y="3435"/>
                    <a:pt x="1" y="8352"/>
                  </a:cubicBezTo>
                  <a:lnTo>
                    <a:pt x="227" y="8626"/>
                  </a:lnTo>
                  <a:cubicBezTo>
                    <a:pt x="4287" y="5292"/>
                    <a:pt x="14598" y="1149"/>
                    <a:pt x="40696" y="387"/>
                  </a:cubicBezTo>
                  <a:cubicBezTo>
                    <a:pt x="41375" y="367"/>
                    <a:pt x="42061" y="357"/>
                    <a:pt x="42751" y="357"/>
                  </a:cubicBezTo>
                  <a:cubicBezTo>
                    <a:pt x="57119" y="357"/>
                    <a:pt x="73684" y="4580"/>
                    <a:pt x="86476" y="11566"/>
                  </a:cubicBezTo>
                  <a:cubicBezTo>
                    <a:pt x="94239" y="15805"/>
                    <a:pt x="100823" y="21199"/>
                    <a:pt x="107193" y="26402"/>
                  </a:cubicBezTo>
                  <a:cubicBezTo>
                    <a:pt x="117587" y="34903"/>
                    <a:pt x="127397" y="42927"/>
                    <a:pt x="141768" y="46297"/>
                  </a:cubicBezTo>
                  <a:cubicBezTo>
                    <a:pt x="146242" y="47349"/>
                    <a:pt x="150491" y="47823"/>
                    <a:pt x="154562" y="47823"/>
                  </a:cubicBezTo>
                  <a:cubicBezTo>
                    <a:pt x="172376" y="47823"/>
                    <a:pt x="186800" y="38740"/>
                    <a:pt x="201919" y="29223"/>
                  </a:cubicBezTo>
                  <a:cubicBezTo>
                    <a:pt x="205014" y="27271"/>
                    <a:pt x="208229" y="25259"/>
                    <a:pt x="211479" y="23306"/>
                  </a:cubicBezTo>
                  <a:cubicBezTo>
                    <a:pt x="218321" y="19200"/>
                    <a:pt x="228632" y="14450"/>
                    <a:pt x="239705" y="14450"/>
                  </a:cubicBezTo>
                  <a:cubicBezTo>
                    <a:pt x="248443" y="14450"/>
                    <a:pt x="257655" y="17408"/>
                    <a:pt x="266010" y="25973"/>
                  </a:cubicBezTo>
                  <a:lnTo>
                    <a:pt x="266260" y="25711"/>
                  </a:lnTo>
                  <a:cubicBezTo>
                    <a:pt x="258758" y="18019"/>
                    <a:pt x="249789" y="14126"/>
                    <a:pt x="239600" y="14126"/>
                  </a:cubicBezTo>
                  <a:cubicBezTo>
                    <a:pt x="239569" y="14126"/>
                    <a:pt x="239538" y="14126"/>
                    <a:pt x="239507" y="14126"/>
                  </a:cubicBezTo>
                  <a:cubicBezTo>
                    <a:pt x="230672" y="14150"/>
                    <a:pt x="220921" y="17222"/>
                    <a:pt x="211301" y="22996"/>
                  </a:cubicBezTo>
                  <a:cubicBezTo>
                    <a:pt x="208038" y="24949"/>
                    <a:pt x="204824" y="26973"/>
                    <a:pt x="201728" y="28926"/>
                  </a:cubicBezTo>
                  <a:cubicBezTo>
                    <a:pt x="186657" y="38411"/>
                    <a:pt x="172266" y="47461"/>
                    <a:pt x="154532" y="47461"/>
                  </a:cubicBezTo>
                  <a:cubicBezTo>
                    <a:pt x="150494" y="47461"/>
                    <a:pt x="146283" y="46992"/>
                    <a:pt x="141852" y="45952"/>
                  </a:cubicBezTo>
                  <a:cubicBezTo>
                    <a:pt x="127564" y="42594"/>
                    <a:pt x="117777" y="34593"/>
                    <a:pt x="107431" y="26128"/>
                  </a:cubicBezTo>
                  <a:cubicBezTo>
                    <a:pt x="101037" y="20901"/>
                    <a:pt x="94441" y="15507"/>
                    <a:pt x="86654" y="11245"/>
                  </a:cubicBezTo>
                  <a:cubicBezTo>
                    <a:pt x="73804" y="4235"/>
                    <a:pt x="57180" y="0"/>
                    <a:pt x="427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625950" y="2432750"/>
              <a:ext cx="6647900" cy="1244800"/>
            </a:xfrm>
            <a:custGeom>
              <a:rect b="b" l="l" r="r" t="t"/>
              <a:pathLst>
                <a:path extrusionOk="0" h="49792" w="265916">
                  <a:moveTo>
                    <a:pt x="41667" y="0"/>
                  </a:moveTo>
                  <a:cubicBezTo>
                    <a:pt x="41386" y="0"/>
                    <a:pt x="41106" y="2"/>
                    <a:pt x="40827" y="5"/>
                  </a:cubicBezTo>
                  <a:cubicBezTo>
                    <a:pt x="19777" y="243"/>
                    <a:pt x="6049" y="2803"/>
                    <a:pt x="1" y="7613"/>
                  </a:cubicBezTo>
                  <a:lnTo>
                    <a:pt x="227" y="7899"/>
                  </a:lnTo>
                  <a:cubicBezTo>
                    <a:pt x="4335" y="4625"/>
                    <a:pt x="14717" y="672"/>
                    <a:pt x="40827" y="362"/>
                  </a:cubicBezTo>
                  <a:cubicBezTo>
                    <a:pt x="41089" y="360"/>
                    <a:pt x="41350" y="358"/>
                    <a:pt x="41613" y="358"/>
                  </a:cubicBezTo>
                  <a:cubicBezTo>
                    <a:pt x="56276" y="358"/>
                    <a:pt x="73363" y="4913"/>
                    <a:pt x="86405" y="12340"/>
                  </a:cubicBezTo>
                  <a:cubicBezTo>
                    <a:pt x="94096" y="16710"/>
                    <a:pt x="100585" y="22210"/>
                    <a:pt x="106871" y="27532"/>
                  </a:cubicBezTo>
                  <a:cubicBezTo>
                    <a:pt x="117111" y="36212"/>
                    <a:pt x="126779" y="44404"/>
                    <a:pt x="141078" y="48035"/>
                  </a:cubicBezTo>
                  <a:cubicBezTo>
                    <a:pt x="145866" y="49249"/>
                    <a:pt x="150405" y="49792"/>
                    <a:pt x="154753" y="49792"/>
                  </a:cubicBezTo>
                  <a:cubicBezTo>
                    <a:pt x="172149" y="49792"/>
                    <a:pt x="186490" y="41108"/>
                    <a:pt x="201502" y="32021"/>
                  </a:cubicBezTo>
                  <a:cubicBezTo>
                    <a:pt x="204645" y="30116"/>
                    <a:pt x="207884" y="28152"/>
                    <a:pt x="211182" y="26258"/>
                  </a:cubicBezTo>
                  <a:cubicBezTo>
                    <a:pt x="217949" y="22353"/>
                    <a:pt x="228064" y="17884"/>
                    <a:pt x="238884" y="17884"/>
                  </a:cubicBezTo>
                  <a:cubicBezTo>
                    <a:pt x="247824" y="17884"/>
                    <a:pt x="257244" y="20936"/>
                    <a:pt x="265653" y="29878"/>
                  </a:cubicBezTo>
                  <a:lnTo>
                    <a:pt x="265915" y="29628"/>
                  </a:lnTo>
                  <a:cubicBezTo>
                    <a:pt x="258521" y="21770"/>
                    <a:pt x="249592" y="17722"/>
                    <a:pt x="239364" y="17567"/>
                  </a:cubicBezTo>
                  <a:cubicBezTo>
                    <a:pt x="239173" y="17564"/>
                    <a:pt x="238981" y="17563"/>
                    <a:pt x="238788" y="17563"/>
                  </a:cubicBezTo>
                  <a:cubicBezTo>
                    <a:pt x="230104" y="17563"/>
                    <a:pt x="220508" y="20451"/>
                    <a:pt x="211003" y="25937"/>
                  </a:cubicBezTo>
                  <a:cubicBezTo>
                    <a:pt x="207717" y="27842"/>
                    <a:pt x="204467" y="29807"/>
                    <a:pt x="201336" y="31700"/>
                  </a:cubicBezTo>
                  <a:cubicBezTo>
                    <a:pt x="186364" y="40762"/>
                    <a:pt x="172056" y="49421"/>
                    <a:pt x="154743" y="49421"/>
                  </a:cubicBezTo>
                  <a:cubicBezTo>
                    <a:pt x="150426" y="49421"/>
                    <a:pt x="145921" y="48883"/>
                    <a:pt x="141173" y="47678"/>
                  </a:cubicBezTo>
                  <a:cubicBezTo>
                    <a:pt x="126945" y="44082"/>
                    <a:pt x="117301" y="35903"/>
                    <a:pt x="107098" y="27259"/>
                  </a:cubicBezTo>
                  <a:cubicBezTo>
                    <a:pt x="100799" y="21925"/>
                    <a:pt x="94298" y="16412"/>
                    <a:pt x="86583" y="12031"/>
                  </a:cubicBezTo>
                  <a:cubicBezTo>
                    <a:pt x="73509" y="4577"/>
                    <a:pt x="56377" y="0"/>
                    <a:pt x="416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636675" y="2334800"/>
              <a:ext cx="6637450" cy="1294425"/>
            </a:xfrm>
            <a:custGeom>
              <a:rect b="b" l="l" r="r" t="t"/>
              <a:pathLst>
                <a:path extrusionOk="0" h="51777" w="265498">
                  <a:moveTo>
                    <a:pt x="39287" y="1"/>
                  </a:moveTo>
                  <a:cubicBezTo>
                    <a:pt x="19177" y="1"/>
                    <a:pt x="5968" y="2322"/>
                    <a:pt x="0" y="6900"/>
                  </a:cubicBezTo>
                  <a:lnTo>
                    <a:pt x="227" y="7186"/>
                  </a:lnTo>
                  <a:cubicBezTo>
                    <a:pt x="4311" y="4047"/>
                    <a:pt x="14422" y="359"/>
                    <a:pt x="39404" y="359"/>
                  </a:cubicBezTo>
                  <a:cubicBezTo>
                    <a:pt x="39912" y="359"/>
                    <a:pt x="40426" y="360"/>
                    <a:pt x="40946" y="363"/>
                  </a:cubicBezTo>
                  <a:cubicBezTo>
                    <a:pt x="55781" y="447"/>
                    <a:pt x="73164" y="5340"/>
                    <a:pt x="86309" y="13127"/>
                  </a:cubicBezTo>
                  <a:cubicBezTo>
                    <a:pt x="93917" y="17639"/>
                    <a:pt x="100311" y="23247"/>
                    <a:pt x="106502" y="28676"/>
                  </a:cubicBezTo>
                  <a:cubicBezTo>
                    <a:pt x="116586" y="37535"/>
                    <a:pt x="126111" y="45905"/>
                    <a:pt x="140363" y="49774"/>
                  </a:cubicBezTo>
                  <a:cubicBezTo>
                    <a:pt x="145461" y="51162"/>
                    <a:pt x="150287" y="51777"/>
                    <a:pt x="154911" y="51777"/>
                  </a:cubicBezTo>
                  <a:cubicBezTo>
                    <a:pt x="171899" y="51777"/>
                    <a:pt x="186153" y="43484"/>
                    <a:pt x="201061" y="34808"/>
                  </a:cubicBezTo>
                  <a:cubicBezTo>
                    <a:pt x="204228" y="32963"/>
                    <a:pt x="207503" y="31058"/>
                    <a:pt x="210836" y="29212"/>
                  </a:cubicBezTo>
                  <a:cubicBezTo>
                    <a:pt x="217522" y="25512"/>
                    <a:pt x="227422" y="21326"/>
                    <a:pt x="237978" y="21326"/>
                  </a:cubicBezTo>
                  <a:cubicBezTo>
                    <a:pt x="247122" y="21326"/>
                    <a:pt x="256758" y="24467"/>
                    <a:pt x="265224" y="33784"/>
                  </a:cubicBezTo>
                  <a:lnTo>
                    <a:pt x="265498" y="33546"/>
                  </a:lnTo>
                  <a:cubicBezTo>
                    <a:pt x="258247" y="25569"/>
                    <a:pt x="249377" y="21354"/>
                    <a:pt x="239149" y="21033"/>
                  </a:cubicBezTo>
                  <a:cubicBezTo>
                    <a:pt x="238730" y="21019"/>
                    <a:pt x="238308" y="21012"/>
                    <a:pt x="237884" y="21012"/>
                  </a:cubicBezTo>
                  <a:cubicBezTo>
                    <a:pt x="229391" y="21012"/>
                    <a:pt x="220013" y="23731"/>
                    <a:pt x="210658" y="28903"/>
                  </a:cubicBezTo>
                  <a:cubicBezTo>
                    <a:pt x="207324" y="30748"/>
                    <a:pt x="204050" y="32653"/>
                    <a:pt x="200871" y="34498"/>
                  </a:cubicBezTo>
                  <a:cubicBezTo>
                    <a:pt x="186013" y="43140"/>
                    <a:pt x="171810" y="51406"/>
                    <a:pt x="154899" y="51406"/>
                  </a:cubicBezTo>
                  <a:cubicBezTo>
                    <a:pt x="150304" y="51406"/>
                    <a:pt x="145509" y="50796"/>
                    <a:pt x="140447" y="49417"/>
                  </a:cubicBezTo>
                  <a:cubicBezTo>
                    <a:pt x="126290" y="45571"/>
                    <a:pt x="116789" y="37237"/>
                    <a:pt x="106740" y="28402"/>
                  </a:cubicBezTo>
                  <a:cubicBezTo>
                    <a:pt x="100537" y="22961"/>
                    <a:pt x="94131" y="17342"/>
                    <a:pt x="86499" y="12817"/>
                  </a:cubicBezTo>
                  <a:cubicBezTo>
                    <a:pt x="73295" y="4995"/>
                    <a:pt x="55841" y="89"/>
                    <a:pt x="40958" y="6"/>
                  </a:cubicBezTo>
                  <a:cubicBezTo>
                    <a:pt x="40396" y="3"/>
                    <a:pt x="39839" y="1"/>
                    <a:pt x="392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649475" y="2235200"/>
              <a:ext cx="6624950" cy="1345700"/>
            </a:xfrm>
            <a:custGeom>
              <a:rect b="b" l="l" r="r" t="t"/>
              <a:pathLst>
                <a:path extrusionOk="0" h="53828" w="264998">
                  <a:moveTo>
                    <a:pt x="35160" y="0"/>
                  </a:moveTo>
                  <a:cubicBezTo>
                    <a:pt x="17419" y="0"/>
                    <a:pt x="5602" y="2101"/>
                    <a:pt x="0" y="6240"/>
                  </a:cubicBezTo>
                  <a:lnTo>
                    <a:pt x="215" y="6538"/>
                  </a:lnTo>
                  <a:cubicBezTo>
                    <a:pt x="4112" y="3654"/>
                    <a:pt x="13403" y="362"/>
                    <a:pt x="35411" y="362"/>
                  </a:cubicBezTo>
                  <a:cubicBezTo>
                    <a:pt x="37206" y="362"/>
                    <a:pt x="39085" y="384"/>
                    <a:pt x="41053" y="430"/>
                  </a:cubicBezTo>
                  <a:cubicBezTo>
                    <a:pt x="55876" y="787"/>
                    <a:pt x="73176" y="5978"/>
                    <a:pt x="86202" y="13979"/>
                  </a:cubicBezTo>
                  <a:cubicBezTo>
                    <a:pt x="93726" y="18623"/>
                    <a:pt x="100025" y="24350"/>
                    <a:pt x="106109" y="29886"/>
                  </a:cubicBezTo>
                  <a:cubicBezTo>
                    <a:pt x="116039" y="38911"/>
                    <a:pt x="125421" y="47436"/>
                    <a:pt x="139601" y="51567"/>
                  </a:cubicBezTo>
                  <a:cubicBezTo>
                    <a:pt x="145004" y="53139"/>
                    <a:pt x="150116" y="53827"/>
                    <a:pt x="155015" y="53827"/>
                  </a:cubicBezTo>
                  <a:cubicBezTo>
                    <a:pt x="171610" y="53827"/>
                    <a:pt x="185768" y="45925"/>
                    <a:pt x="200549" y="37661"/>
                  </a:cubicBezTo>
                  <a:cubicBezTo>
                    <a:pt x="203752" y="35875"/>
                    <a:pt x="207062" y="34030"/>
                    <a:pt x="210420" y="32244"/>
                  </a:cubicBezTo>
                  <a:cubicBezTo>
                    <a:pt x="217020" y="28737"/>
                    <a:pt x="226700" y="24823"/>
                    <a:pt x="236995" y="24823"/>
                  </a:cubicBezTo>
                  <a:cubicBezTo>
                    <a:pt x="246347" y="24823"/>
                    <a:pt x="256206" y="28053"/>
                    <a:pt x="264724" y="37756"/>
                  </a:cubicBezTo>
                  <a:lnTo>
                    <a:pt x="264998" y="37518"/>
                  </a:lnTo>
                  <a:cubicBezTo>
                    <a:pt x="257890" y="29422"/>
                    <a:pt x="249103" y="25052"/>
                    <a:pt x="238887" y="24552"/>
                  </a:cubicBezTo>
                  <a:cubicBezTo>
                    <a:pt x="238234" y="24520"/>
                    <a:pt x="237575" y="24503"/>
                    <a:pt x="236910" y="24503"/>
                  </a:cubicBezTo>
                  <a:cubicBezTo>
                    <a:pt x="228589" y="24503"/>
                    <a:pt x="219426" y="27049"/>
                    <a:pt x="210253" y="31922"/>
                  </a:cubicBezTo>
                  <a:cubicBezTo>
                    <a:pt x="206883" y="33708"/>
                    <a:pt x="203574" y="35565"/>
                    <a:pt x="200371" y="37351"/>
                  </a:cubicBezTo>
                  <a:cubicBezTo>
                    <a:pt x="185637" y="45583"/>
                    <a:pt x="171528" y="53466"/>
                    <a:pt x="155004" y="53466"/>
                  </a:cubicBezTo>
                  <a:cubicBezTo>
                    <a:pt x="150137" y="53466"/>
                    <a:pt x="145060" y="52782"/>
                    <a:pt x="139696" y="51222"/>
                  </a:cubicBezTo>
                  <a:cubicBezTo>
                    <a:pt x="125599" y="47114"/>
                    <a:pt x="116253" y="38613"/>
                    <a:pt x="106359" y="29612"/>
                  </a:cubicBezTo>
                  <a:cubicBezTo>
                    <a:pt x="100251" y="24064"/>
                    <a:pt x="93941" y="18325"/>
                    <a:pt x="86392" y="13682"/>
                  </a:cubicBezTo>
                  <a:cubicBezTo>
                    <a:pt x="73331" y="5633"/>
                    <a:pt x="55960" y="418"/>
                    <a:pt x="41077" y="73"/>
                  </a:cubicBezTo>
                  <a:cubicBezTo>
                    <a:pt x="39037" y="25"/>
                    <a:pt x="37064" y="0"/>
                    <a:pt x="35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664050" y="2134250"/>
              <a:ext cx="6610375" cy="1399125"/>
            </a:xfrm>
            <a:custGeom>
              <a:rect b="b" l="l" r="r" t="t"/>
              <a:pathLst>
                <a:path extrusionOk="0" h="55965" w="264415">
                  <a:moveTo>
                    <a:pt x="31658" y="1"/>
                  </a:moveTo>
                  <a:cubicBezTo>
                    <a:pt x="15910" y="1"/>
                    <a:pt x="5285" y="1898"/>
                    <a:pt x="1" y="5671"/>
                  </a:cubicBezTo>
                  <a:lnTo>
                    <a:pt x="215" y="5968"/>
                  </a:lnTo>
                  <a:cubicBezTo>
                    <a:pt x="3941" y="3311"/>
                    <a:pt x="12454" y="374"/>
                    <a:pt x="31865" y="374"/>
                  </a:cubicBezTo>
                  <a:cubicBezTo>
                    <a:pt x="34721" y="374"/>
                    <a:pt x="37813" y="437"/>
                    <a:pt x="41161" y="575"/>
                  </a:cubicBezTo>
                  <a:cubicBezTo>
                    <a:pt x="55972" y="1182"/>
                    <a:pt x="73177" y="6671"/>
                    <a:pt x="86047" y="14910"/>
                  </a:cubicBezTo>
                  <a:cubicBezTo>
                    <a:pt x="93489" y="19684"/>
                    <a:pt x="99692" y="25518"/>
                    <a:pt x="105681" y="31162"/>
                  </a:cubicBezTo>
                  <a:cubicBezTo>
                    <a:pt x="115456" y="40365"/>
                    <a:pt x="124683" y="49045"/>
                    <a:pt x="138792" y="53427"/>
                  </a:cubicBezTo>
                  <a:cubicBezTo>
                    <a:pt x="144499" y="55196"/>
                    <a:pt x="149895" y="55964"/>
                    <a:pt x="155070" y="55964"/>
                  </a:cubicBezTo>
                  <a:cubicBezTo>
                    <a:pt x="171272" y="55964"/>
                    <a:pt x="185312" y="48439"/>
                    <a:pt x="199966" y="40580"/>
                  </a:cubicBezTo>
                  <a:cubicBezTo>
                    <a:pt x="203205" y="38853"/>
                    <a:pt x="206539" y="37056"/>
                    <a:pt x="209932" y="35329"/>
                  </a:cubicBezTo>
                  <a:cubicBezTo>
                    <a:pt x="216438" y="32021"/>
                    <a:pt x="225885" y="28376"/>
                    <a:pt x="235908" y="28376"/>
                  </a:cubicBezTo>
                  <a:cubicBezTo>
                    <a:pt x="245474" y="28376"/>
                    <a:pt x="255565" y="31695"/>
                    <a:pt x="264129" y="41794"/>
                  </a:cubicBezTo>
                  <a:lnTo>
                    <a:pt x="264415" y="41568"/>
                  </a:lnTo>
                  <a:cubicBezTo>
                    <a:pt x="257438" y="33341"/>
                    <a:pt x="248734" y="28828"/>
                    <a:pt x="238519" y="28138"/>
                  </a:cubicBezTo>
                  <a:cubicBezTo>
                    <a:pt x="237634" y="28078"/>
                    <a:pt x="236737" y="28048"/>
                    <a:pt x="235830" y="28048"/>
                  </a:cubicBezTo>
                  <a:cubicBezTo>
                    <a:pt x="227710" y="28048"/>
                    <a:pt x="218762" y="30434"/>
                    <a:pt x="209765" y="35008"/>
                  </a:cubicBezTo>
                  <a:cubicBezTo>
                    <a:pt x="206372" y="36734"/>
                    <a:pt x="203026" y="38532"/>
                    <a:pt x="199800" y="40258"/>
                  </a:cubicBezTo>
                  <a:cubicBezTo>
                    <a:pt x="185191" y="48086"/>
                    <a:pt x="171191" y="55586"/>
                    <a:pt x="155054" y="55586"/>
                  </a:cubicBezTo>
                  <a:cubicBezTo>
                    <a:pt x="149912" y="55586"/>
                    <a:pt x="144552" y="54824"/>
                    <a:pt x="138887" y="53069"/>
                  </a:cubicBezTo>
                  <a:cubicBezTo>
                    <a:pt x="124862" y="48724"/>
                    <a:pt x="115658" y="40068"/>
                    <a:pt x="105931" y="30900"/>
                  </a:cubicBezTo>
                  <a:cubicBezTo>
                    <a:pt x="99918" y="25245"/>
                    <a:pt x="93715" y="19387"/>
                    <a:pt x="86238" y="14612"/>
                  </a:cubicBezTo>
                  <a:cubicBezTo>
                    <a:pt x="73320" y="6337"/>
                    <a:pt x="56055" y="813"/>
                    <a:pt x="41173" y="206"/>
                  </a:cubicBezTo>
                  <a:cubicBezTo>
                    <a:pt x="37818" y="69"/>
                    <a:pt x="34646" y="1"/>
                    <a:pt x="316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75" name="Google Shape;75;p3"/>
          <p:cNvPicPr preferRelativeResize="0"/>
          <p:nvPr/>
        </p:nvPicPr>
        <p:blipFill rotWithShape="1">
          <a:blip r:embed="rId3">
            <a:alphaModFix/>
          </a:blip>
          <a:srcRect b="709" l="0" r="0" t="699"/>
          <a:stretch/>
        </p:blipFill>
        <p:spPr>
          <a:xfrm>
            <a:off x="8106825" y="1353750"/>
            <a:ext cx="427751" cy="404648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3"/>
          <p:cNvPicPr preferRelativeResize="0"/>
          <p:nvPr/>
        </p:nvPicPr>
        <p:blipFill rotWithShape="1">
          <a:blip r:embed="rId4">
            <a:alphaModFix/>
          </a:blip>
          <a:srcRect b="2866" l="0" r="0" t="2856"/>
          <a:stretch/>
        </p:blipFill>
        <p:spPr>
          <a:xfrm>
            <a:off x="5631173" y="4146338"/>
            <a:ext cx="750353" cy="6787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4"/>
          <p:cNvPicPr preferRelativeResize="0"/>
          <p:nvPr/>
        </p:nvPicPr>
        <p:blipFill rotWithShape="1">
          <a:blip r:embed="rId3">
            <a:alphaModFix/>
          </a:blip>
          <a:srcRect b="709" l="0" r="0" t="699"/>
          <a:stretch/>
        </p:blipFill>
        <p:spPr>
          <a:xfrm flipH="1">
            <a:off x="4857014" y="4725350"/>
            <a:ext cx="345405" cy="326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0" name="Google Shape;80;p4"/>
          <p:cNvGrpSpPr/>
          <p:nvPr/>
        </p:nvGrpSpPr>
        <p:grpSpPr>
          <a:xfrm flipH="1" rot="6209459">
            <a:off x="-2736226" y="1739643"/>
            <a:ext cx="5321833" cy="1664463"/>
            <a:chOff x="603050" y="2134250"/>
            <a:chExt cx="6671375" cy="1887675"/>
          </a:xfrm>
        </p:grpSpPr>
        <p:sp>
          <p:nvSpPr>
            <p:cNvPr id="81" name="Google Shape;81;p4"/>
            <p:cNvSpPr/>
            <p:nvPr/>
          </p:nvSpPr>
          <p:spPr>
            <a:xfrm>
              <a:off x="608100" y="2949275"/>
              <a:ext cx="6665750" cy="1072650"/>
            </a:xfrm>
            <a:custGeom>
              <a:rect b="b" l="l" r="r" t="t"/>
              <a:pathLst>
                <a:path extrusionOk="0" h="42906" w="266630">
                  <a:moveTo>
                    <a:pt x="242926" y="0"/>
                  </a:moveTo>
                  <a:cubicBezTo>
                    <a:pt x="241564" y="0"/>
                    <a:pt x="240185" y="76"/>
                    <a:pt x="238792" y="228"/>
                  </a:cubicBezTo>
                  <a:cubicBezTo>
                    <a:pt x="230005" y="1168"/>
                    <a:pt x="220635" y="5240"/>
                    <a:pt x="211670" y="11979"/>
                  </a:cubicBezTo>
                  <a:cubicBezTo>
                    <a:pt x="208634" y="14265"/>
                    <a:pt x="205645" y="16611"/>
                    <a:pt x="202764" y="18885"/>
                  </a:cubicBezTo>
                  <a:cubicBezTo>
                    <a:pt x="187340" y="31016"/>
                    <a:pt x="172685" y="42543"/>
                    <a:pt x="152232" y="42543"/>
                  </a:cubicBezTo>
                  <a:cubicBezTo>
                    <a:pt x="149902" y="42543"/>
                    <a:pt x="147497" y="42394"/>
                    <a:pt x="145007" y="42078"/>
                  </a:cubicBezTo>
                  <a:cubicBezTo>
                    <a:pt x="130433" y="40233"/>
                    <a:pt x="119873" y="33291"/>
                    <a:pt x="108693" y="25957"/>
                  </a:cubicBezTo>
                  <a:cubicBezTo>
                    <a:pt x="101799" y="21433"/>
                    <a:pt x="94667" y="16754"/>
                    <a:pt x="86476" y="13337"/>
                  </a:cubicBezTo>
                  <a:cubicBezTo>
                    <a:pt x="75578" y="8791"/>
                    <a:pt x="62424" y="6298"/>
                    <a:pt x="50215" y="6298"/>
                  </a:cubicBezTo>
                  <a:cubicBezTo>
                    <a:pt x="46564" y="6298"/>
                    <a:pt x="42997" y="6521"/>
                    <a:pt x="39601" y="6979"/>
                  </a:cubicBezTo>
                  <a:cubicBezTo>
                    <a:pt x="18729" y="9788"/>
                    <a:pt x="5418" y="14003"/>
                    <a:pt x="0" y="19504"/>
                  </a:cubicBezTo>
                  <a:lnTo>
                    <a:pt x="262" y="19766"/>
                  </a:lnTo>
                  <a:cubicBezTo>
                    <a:pt x="3941" y="16015"/>
                    <a:pt x="13764" y="10824"/>
                    <a:pt x="39648" y="7348"/>
                  </a:cubicBezTo>
                  <a:cubicBezTo>
                    <a:pt x="43028" y="6893"/>
                    <a:pt x="46578" y="6672"/>
                    <a:pt x="50211" y="6672"/>
                  </a:cubicBezTo>
                  <a:cubicBezTo>
                    <a:pt x="62374" y="6672"/>
                    <a:pt x="75481" y="9153"/>
                    <a:pt x="86345" y="13682"/>
                  </a:cubicBezTo>
                  <a:cubicBezTo>
                    <a:pt x="94500" y="17075"/>
                    <a:pt x="101620" y="21742"/>
                    <a:pt x="108502" y="26255"/>
                  </a:cubicBezTo>
                  <a:cubicBezTo>
                    <a:pt x="119718" y="33625"/>
                    <a:pt x="130314" y="40578"/>
                    <a:pt x="144959" y="42435"/>
                  </a:cubicBezTo>
                  <a:cubicBezTo>
                    <a:pt x="147474" y="42754"/>
                    <a:pt x="149902" y="42906"/>
                    <a:pt x="152253" y="42906"/>
                  </a:cubicBezTo>
                  <a:cubicBezTo>
                    <a:pt x="172815" y="42906"/>
                    <a:pt x="187519" y="31340"/>
                    <a:pt x="202990" y="19171"/>
                  </a:cubicBezTo>
                  <a:cubicBezTo>
                    <a:pt x="205871" y="16908"/>
                    <a:pt x="208860" y="14563"/>
                    <a:pt x="211896" y="12277"/>
                  </a:cubicBezTo>
                  <a:cubicBezTo>
                    <a:pt x="219006" y="6920"/>
                    <a:pt x="230335" y="312"/>
                    <a:pt x="242921" y="312"/>
                  </a:cubicBezTo>
                  <a:cubicBezTo>
                    <a:pt x="250504" y="312"/>
                    <a:pt x="258543" y="2711"/>
                    <a:pt x="266391" y="9229"/>
                  </a:cubicBezTo>
                  <a:lnTo>
                    <a:pt x="266629" y="8943"/>
                  </a:lnTo>
                  <a:cubicBezTo>
                    <a:pt x="259467" y="3004"/>
                    <a:pt x="251508" y="0"/>
                    <a:pt x="2429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4"/>
            <p:cNvSpPr/>
            <p:nvPr/>
          </p:nvSpPr>
          <p:spPr>
            <a:xfrm>
              <a:off x="604525" y="2938825"/>
              <a:ext cx="6669025" cy="1033425"/>
            </a:xfrm>
            <a:custGeom>
              <a:rect b="b" l="l" r="r" t="t"/>
              <a:pathLst>
                <a:path extrusionOk="0" h="41337" w="266761">
                  <a:moveTo>
                    <a:pt x="242560" y="0"/>
                  </a:moveTo>
                  <a:cubicBezTo>
                    <a:pt x="241419" y="0"/>
                    <a:pt x="240266" y="53"/>
                    <a:pt x="239102" y="158"/>
                  </a:cubicBezTo>
                  <a:cubicBezTo>
                    <a:pt x="230303" y="955"/>
                    <a:pt x="220850" y="4861"/>
                    <a:pt x="211765" y="11445"/>
                  </a:cubicBezTo>
                  <a:cubicBezTo>
                    <a:pt x="208693" y="13683"/>
                    <a:pt x="205669" y="15969"/>
                    <a:pt x="202752" y="18184"/>
                  </a:cubicBezTo>
                  <a:cubicBezTo>
                    <a:pt x="187359" y="29863"/>
                    <a:pt x="172728" y="40966"/>
                    <a:pt x="152762" y="40966"/>
                  </a:cubicBezTo>
                  <a:cubicBezTo>
                    <a:pt x="150135" y="40966"/>
                    <a:pt x="147416" y="40773"/>
                    <a:pt x="144590" y="40365"/>
                  </a:cubicBezTo>
                  <a:cubicBezTo>
                    <a:pt x="130064" y="38269"/>
                    <a:pt x="119623" y="31150"/>
                    <a:pt x="108574" y="23613"/>
                  </a:cubicBezTo>
                  <a:cubicBezTo>
                    <a:pt x="101751" y="18969"/>
                    <a:pt x="94703" y="14171"/>
                    <a:pt x="86571" y="10611"/>
                  </a:cubicBezTo>
                  <a:cubicBezTo>
                    <a:pt x="75309" y="5677"/>
                    <a:pt x="61560" y="2931"/>
                    <a:pt x="48931" y="2931"/>
                  </a:cubicBezTo>
                  <a:cubicBezTo>
                    <a:pt x="45806" y="2931"/>
                    <a:pt x="42749" y="3099"/>
                    <a:pt x="39815" y="3444"/>
                  </a:cubicBezTo>
                  <a:cubicBezTo>
                    <a:pt x="18908" y="5885"/>
                    <a:pt x="5513" y="9861"/>
                    <a:pt x="1" y="15279"/>
                  </a:cubicBezTo>
                  <a:lnTo>
                    <a:pt x="251" y="15529"/>
                  </a:lnTo>
                  <a:cubicBezTo>
                    <a:pt x="4001" y="11850"/>
                    <a:pt x="13919" y="6825"/>
                    <a:pt x="39851" y="3801"/>
                  </a:cubicBezTo>
                  <a:cubicBezTo>
                    <a:pt x="42768" y="3459"/>
                    <a:pt x="45807" y="3292"/>
                    <a:pt x="48914" y="3292"/>
                  </a:cubicBezTo>
                  <a:cubicBezTo>
                    <a:pt x="61497" y="3292"/>
                    <a:pt x="75199" y="6027"/>
                    <a:pt x="86428" y="10945"/>
                  </a:cubicBezTo>
                  <a:cubicBezTo>
                    <a:pt x="94524" y="14493"/>
                    <a:pt x="101561" y="19279"/>
                    <a:pt x="108359" y="23922"/>
                  </a:cubicBezTo>
                  <a:cubicBezTo>
                    <a:pt x="119456" y="31471"/>
                    <a:pt x="129922" y="38615"/>
                    <a:pt x="144542" y="40734"/>
                  </a:cubicBezTo>
                  <a:cubicBezTo>
                    <a:pt x="147384" y="41144"/>
                    <a:pt x="150118" y="41337"/>
                    <a:pt x="152759" y="41337"/>
                  </a:cubicBezTo>
                  <a:cubicBezTo>
                    <a:pt x="172836" y="41337"/>
                    <a:pt x="187520" y="30193"/>
                    <a:pt x="202966" y="18481"/>
                  </a:cubicBezTo>
                  <a:cubicBezTo>
                    <a:pt x="205883" y="16267"/>
                    <a:pt x="208908" y="13969"/>
                    <a:pt x="211979" y="11742"/>
                  </a:cubicBezTo>
                  <a:cubicBezTo>
                    <a:pt x="219066" y="6599"/>
                    <a:pt x="230260" y="308"/>
                    <a:pt x="242600" y="308"/>
                  </a:cubicBezTo>
                  <a:cubicBezTo>
                    <a:pt x="250370" y="308"/>
                    <a:pt x="258594" y="2802"/>
                    <a:pt x="266534" y="9647"/>
                  </a:cubicBezTo>
                  <a:lnTo>
                    <a:pt x="266760" y="9373"/>
                  </a:lnTo>
                  <a:cubicBezTo>
                    <a:pt x="259527" y="3141"/>
                    <a:pt x="251396" y="0"/>
                    <a:pt x="242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4"/>
            <p:cNvSpPr/>
            <p:nvPr/>
          </p:nvSpPr>
          <p:spPr>
            <a:xfrm>
              <a:off x="603050" y="2916775"/>
              <a:ext cx="6670800" cy="1005800"/>
            </a:xfrm>
            <a:custGeom>
              <a:rect b="b" l="l" r="r" t="t"/>
              <a:pathLst>
                <a:path extrusionOk="0" h="40232" w="266832">
                  <a:moveTo>
                    <a:pt x="47581" y="0"/>
                  </a:moveTo>
                  <a:cubicBezTo>
                    <a:pt x="44993" y="0"/>
                    <a:pt x="42457" y="119"/>
                    <a:pt x="40005" y="361"/>
                  </a:cubicBezTo>
                  <a:cubicBezTo>
                    <a:pt x="19062" y="2445"/>
                    <a:pt x="5608" y="6183"/>
                    <a:pt x="0" y="11505"/>
                  </a:cubicBezTo>
                  <a:lnTo>
                    <a:pt x="250" y="11767"/>
                  </a:lnTo>
                  <a:cubicBezTo>
                    <a:pt x="4060" y="8148"/>
                    <a:pt x="14061" y="3302"/>
                    <a:pt x="40041" y="730"/>
                  </a:cubicBezTo>
                  <a:cubicBezTo>
                    <a:pt x="42490" y="487"/>
                    <a:pt x="45023" y="368"/>
                    <a:pt x="47608" y="368"/>
                  </a:cubicBezTo>
                  <a:cubicBezTo>
                    <a:pt x="60603" y="368"/>
                    <a:pt x="74908" y="3370"/>
                    <a:pt x="86487" y="8683"/>
                  </a:cubicBezTo>
                  <a:cubicBezTo>
                    <a:pt x="94524" y="12362"/>
                    <a:pt x="101477" y="17292"/>
                    <a:pt x="108192" y="22042"/>
                  </a:cubicBezTo>
                  <a:cubicBezTo>
                    <a:pt x="119146" y="29793"/>
                    <a:pt x="129504" y="37116"/>
                    <a:pt x="144078" y="39473"/>
                  </a:cubicBezTo>
                  <a:cubicBezTo>
                    <a:pt x="147258" y="39990"/>
                    <a:pt x="150307" y="40232"/>
                    <a:pt x="153246" y="40232"/>
                  </a:cubicBezTo>
                  <a:cubicBezTo>
                    <a:pt x="172829" y="40232"/>
                    <a:pt x="187478" y="29509"/>
                    <a:pt x="202883" y="18256"/>
                  </a:cubicBezTo>
                  <a:cubicBezTo>
                    <a:pt x="205835" y="16089"/>
                    <a:pt x="208895" y="13851"/>
                    <a:pt x="212015" y="11672"/>
                  </a:cubicBezTo>
                  <a:cubicBezTo>
                    <a:pt x="219065" y="6740"/>
                    <a:pt x="230090" y="772"/>
                    <a:pt x="242173" y="772"/>
                  </a:cubicBezTo>
                  <a:cubicBezTo>
                    <a:pt x="250128" y="772"/>
                    <a:pt x="258541" y="3359"/>
                    <a:pt x="266581" y="10529"/>
                  </a:cubicBezTo>
                  <a:lnTo>
                    <a:pt x="266831" y="10255"/>
                  </a:lnTo>
                  <a:cubicBezTo>
                    <a:pt x="259528" y="3740"/>
                    <a:pt x="251234" y="461"/>
                    <a:pt x="242138" y="461"/>
                  </a:cubicBezTo>
                  <a:cubicBezTo>
                    <a:pt x="241209" y="461"/>
                    <a:pt x="240272" y="495"/>
                    <a:pt x="239328" y="563"/>
                  </a:cubicBezTo>
                  <a:cubicBezTo>
                    <a:pt x="230517" y="1206"/>
                    <a:pt x="220992" y="4945"/>
                    <a:pt x="211800" y="11374"/>
                  </a:cubicBezTo>
                  <a:cubicBezTo>
                    <a:pt x="208681" y="13553"/>
                    <a:pt x="205621" y="15791"/>
                    <a:pt x="202668" y="17958"/>
                  </a:cubicBezTo>
                  <a:cubicBezTo>
                    <a:pt x="187317" y="29187"/>
                    <a:pt x="172706" y="39865"/>
                    <a:pt x="153219" y="39865"/>
                  </a:cubicBezTo>
                  <a:cubicBezTo>
                    <a:pt x="150307" y="39865"/>
                    <a:pt x="147286" y="39627"/>
                    <a:pt x="144137" y="39116"/>
                  </a:cubicBezTo>
                  <a:cubicBezTo>
                    <a:pt x="129635" y="36770"/>
                    <a:pt x="119325" y="29472"/>
                    <a:pt x="108406" y="21745"/>
                  </a:cubicBezTo>
                  <a:cubicBezTo>
                    <a:pt x="101679" y="16982"/>
                    <a:pt x="94702" y="12053"/>
                    <a:pt x="86642" y="8350"/>
                  </a:cubicBezTo>
                  <a:cubicBezTo>
                    <a:pt x="75006" y="3014"/>
                    <a:pt x="60634" y="0"/>
                    <a:pt x="475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4"/>
            <p:cNvSpPr/>
            <p:nvPr/>
          </p:nvSpPr>
          <p:spPr>
            <a:xfrm>
              <a:off x="603625" y="2820875"/>
              <a:ext cx="6670225" cy="1052250"/>
            </a:xfrm>
            <a:custGeom>
              <a:rect b="b" l="l" r="r" t="t"/>
              <a:pathLst>
                <a:path extrusionOk="0" h="42090" w="266809">
                  <a:moveTo>
                    <a:pt x="46344" y="0"/>
                  </a:moveTo>
                  <a:cubicBezTo>
                    <a:pt x="44253" y="0"/>
                    <a:pt x="42198" y="80"/>
                    <a:pt x="40196" y="244"/>
                  </a:cubicBezTo>
                  <a:cubicBezTo>
                    <a:pt x="19218" y="1959"/>
                    <a:pt x="5692" y="5471"/>
                    <a:pt x="1" y="10686"/>
                  </a:cubicBezTo>
                  <a:lnTo>
                    <a:pt x="239" y="10948"/>
                  </a:lnTo>
                  <a:cubicBezTo>
                    <a:pt x="4120" y="7400"/>
                    <a:pt x="14193" y="2721"/>
                    <a:pt x="40220" y="601"/>
                  </a:cubicBezTo>
                  <a:cubicBezTo>
                    <a:pt x="42208" y="440"/>
                    <a:pt x="44249" y="360"/>
                    <a:pt x="46327" y="360"/>
                  </a:cubicBezTo>
                  <a:cubicBezTo>
                    <a:pt x="59706" y="360"/>
                    <a:pt x="74600" y="3646"/>
                    <a:pt x="86524" y="9376"/>
                  </a:cubicBezTo>
                  <a:cubicBezTo>
                    <a:pt x="94501" y="13198"/>
                    <a:pt x="101359" y="18234"/>
                    <a:pt x="107991" y="23104"/>
                  </a:cubicBezTo>
                  <a:cubicBezTo>
                    <a:pt x="118813" y="31046"/>
                    <a:pt x="129029" y="38546"/>
                    <a:pt x="143566" y="41166"/>
                  </a:cubicBezTo>
                  <a:cubicBezTo>
                    <a:pt x="147069" y="41797"/>
                    <a:pt x="150419" y="42090"/>
                    <a:pt x="153641" y="42090"/>
                  </a:cubicBezTo>
                  <a:cubicBezTo>
                    <a:pt x="172769" y="42090"/>
                    <a:pt x="187383" y="31783"/>
                    <a:pt x="202729" y="20961"/>
                  </a:cubicBezTo>
                  <a:cubicBezTo>
                    <a:pt x="205729" y="18854"/>
                    <a:pt x="208825" y="16663"/>
                    <a:pt x="211980" y="14543"/>
                  </a:cubicBezTo>
                  <a:cubicBezTo>
                    <a:pt x="218983" y="9825"/>
                    <a:pt x="229850" y="4171"/>
                    <a:pt x="241687" y="4171"/>
                  </a:cubicBezTo>
                  <a:cubicBezTo>
                    <a:pt x="249833" y="4171"/>
                    <a:pt x="258438" y="6849"/>
                    <a:pt x="266558" y="14353"/>
                  </a:cubicBezTo>
                  <a:lnTo>
                    <a:pt x="266808" y="14091"/>
                  </a:lnTo>
                  <a:cubicBezTo>
                    <a:pt x="259457" y="7303"/>
                    <a:pt x="251007" y="3862"/>
                    <a:pt x="241659" y="3862"/>
                  </a:cubicBezTo>
                  <a:cubicBezTo>
                    <a:pt x="240939" y="3862"/>
                    <a:pt x="240214" y="3882"/>
                    <a:pt x="239483" y="3923"/>
                  </a:cubicBezTo>
                  <a:cubicBezTo>
                    <a:pt x="230661" y="4411"/>
                    <a:pt x="221076" y="7971"/>
                    <a:pt x="211777" y="14246"/>
                  </a:cubicBezTo>
                  <a:cubicBezTo>
                    <a:pt x="208622" y="16365"/>
                    <a:pt x="205515" y="18556"/>
                    <a:pt x="202526" y="20663"/>
                  </a:cubicBezTo>
                  <a:cubicBezTo>
                    <a:pt x="187233" y="31450"/>
                    <a:pt x="172655" y="41722"/>
                    <a:pt x="153612" y="41722"/>
                  </a:cubicBezTo>
                  <a:cubicBezTo>
                    <a:pt x="150417" y="41722"/>
                    <a:pt x="147097" y="41433"/>
                    <a:pt x="143626" y="40809"/>
                  </a:cubicBezTo>
                  <a:cubicBezTo>
                    <a:pt x="129172" y="38201"/>
                    <a:pt x="118992" y="30724"/>
                    <a:pt x="108205" y="22806"/>
                  </a:cubicBezTo>
                  <a:cubicBezTo>
                    <a:pt x="101561" y="17925"/>
                    <a:pt x="94679" y="12877"/>
                    <a:pt x="86678" y="9043"/>
                  </a:cubicBezTo>
                  <a:cubicBezTo>
                    <a:pt x="74718" y="3305"/>
                    <a:pt x="59772" y="0"/>
                    <a:pt x="463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4"/>
            <p:cNvSpPr/>
            <p:nvPr/>
          </p:nvSpPr>
          <p:spPr>
            <a:xfrm>
              <a:off x="606025" y="2724425"/>
              <a:ext cx="6667825" cy="1099375"/>
            </a:xfrm>
            <a:custGeom>
              <a:rect b="b" l="l" r="r" t="t"/>
              <a:pathLst>
                <a:path extrusionOk="0" h="43975" w="266713">
                  <a:moveTo>
                    <a:pt x="45120" y="1"/>
                  </a:moveTo>
                  <a:cubicBezTo>
                    <a:pt x="43512" y="1"/>
                    <a:pt x="41927" y="50"/>
                    <a:pt x="40374" y="149"/>
                  </a:cubicBezTo>
                  <a:cubicBezTo>
                    <a:pt x="19372" y="1495"/>
                    <a:pt x="5787" y="4769"/>
                    <a:pt x="0" y="9889"/>
                  </a:cubicBezTo>
                  <a:lnTo>
                    <a:pt x="250" y="10150"/>
                  </a:lnTo>
                  <a:cubicBezTo>
                    <a:pt x="4191" y="6674"/>
                    <a:pt x="14335" y="2185"/>
                    <a:pt x="40410" y="518"/>
                  </a:cubicBezTo>
                  <a:cubicBezTo>
                    <a:pt x="41956" y="419"/>
                    <a:pt x="43534" y="370"/>
                    <a:pt x="45136" y="370"/>
                  </a:cubicBezTo>
                  <a:cubicBezTo>
                    <a:pt x="58853" y="370"/>
                    <a:pt x="74318" y="3961"/>
                    <a:pt x="86547" y="10091"/>
                  </a:cubicBezTo>
                  <a:cubicBezTo>
                    <a:pt x="94441" y="14044"/>
                    <a:pt x="101227" y="19211"/>
                    <a:pt x="107776" y="24188"/>
                  </a:cubicBezTo>
                  <a:cubicBezTo>
                    <a:pt x="118432" y="32332"/>
                    <a:pt x="128528" y="39999"/>
                    <a:pt x="143018" y="42869"/>
                  </a:cubicBezTo>
                  <a:cubicBezTo>
                    <a:pt x="146843" y="43627"/>
                    <a:pt x="150492" y="43975"/>
                    <a:pt x="153996" y="43975"/>
                  </a:cubicBezTo>
                  <a:cubicBezTo>
                    <a:pt x="172677" y="43975"/>
                    <a:pt x="187246" y="34086"/>
                    <a:pt x="202525" y="23700"/>
                  </a:cubicBezTo>
                  <a:cubicBezTo>
                    <a:pt x="205562" y="21640"/>
                    <a:pt x="208693" y="19509"/>
                    <a:pt x="211884" y="17449"/>
                  </a:cubicBezTo>
                  <a:cubicBezTo>
                    <a:pt x="218840" y="12936"/>
                    <a:pt x="229526" y="7594"/>
                    <a:pt x="241107" y="7594"/>
                  </a:cubicBezTo>
                  <a:cubicBezTo>
                    <a:pt x="249447" y="7594"/>
                    <a:pt x="258252" y="10365"/>
                    <a:pt x="266462" y="18211"/>
                  </a:cubicBezTo>
                  <a:lnTo>
                    <a:pt x="266712" y="17949"/>
                  </a:lnTo>
                  <a:cubicBezTo>
                    <a:pt x="259310" y="10864"/>
                    <a:pt x="250693" y="7276"/>
                    <a:pt x="241074" y="7276"/>
                  </a:cubicBezTo>
                  <a:cubicBezTo>
                    <a:pt x="240574" y="7276"/>
                    <a:pt x="240071" y="7285"/>
                    <a:pt x="239566" y="7305"/>
                  </a:cubicBezTo>
                  <a:cubicBezTo>
                    <a:pt x="230731" y="7638"/>
                    <a:pt x="221099" y="11043"/>
                    <a:pt x="211681" y="17139"/>
                  </a:cubicBezTo>
                  <a:cubicBezTo>
                    <a:pt x="208490" y="19211"/>
                    <a:pt x="205359" y="21342"/>
                    <a:pt x="202323" y="23402"/>
                  </a:cubicBezTo>
                  <a:cubicBezTo>
                    <a:pt x="187090" y="33751"/>
                    <a:pt x="172575" y="43610"/>
                    <a:pt x="153990" y="43610"/>
                  </a:cubicBezTo>
                  <a:cubicBezTo>
                    <a:pt x="150510" y="43610"/>
                    <a:pt x="146887" y="43265"/>
                    <a:pt x="143089" y="42512"/>
                  </a:cubicBezTo>
                  <a:cubicBezTo>
                    <a:pt x="128683" y="39654"/>
                    <a:pt x="118622" y="31998"/>
                    <a:pt x="107990" y="23902"/>
                  </a:cubicBezTo>
                  <a:cubicBezTo>
                    <a:pt x="101418" y="18913"/>
                    <a:pt x="94631" y="13734"/>
                    <a:pt x="86701" y="9758"/>
                  </a:cubicBezTo>
                  <a:cubicBezTo>
                    <a:pt x="74419" y="3595"/>
                    <a:pt x="58900" y="1"/>
                    <a:pt x="45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4"/>
            <p:cNvSpPr/>
            <p:nvPr/>
          </p:nvSpPr>
          <p:spPr>
            <a:xfrm>
              <a:off x="610775" y="2627700"/>
              <a:ext cx="6663075" cy="1147100"/>
            </a:xfrm>
            <a:custGeom>
              <a:rect b="b" l="l" r="r" t="t"/>
              <a:pathLst>
                <a:path extrusionOk="0" h="45884" w="266523">
                  <a:moveTo>
                    <a:pt x="43919" y="0"/>
                  </a:moveTo>
                  <a:cubicBezTo>
                    <a:pt x="42779" y="0"/>
                    <a:pt x="41652" y="26"/>
                    <a:pt x="40541" y="77"/>
                  </a:cubicBezTo>
                  <a:cubicBezTo>
                    <a:pt x="19515" y="1054"/>
                    <a:pt x="5870" y="4090"/>
                    <a:pt x="1" y="9102"/>
                  </a:cubicBezTo>
                  <a:lnTo>
                    <a:pt x="239" y="9376"/>
                  </a:lnTo>
                  <a:cubicBezTo>
                    <a:pt x="4227" y="5971"/>
                    <a:pt x="14467" y="1649"/>
                    <a:pt x="40553" y="434"/>
                  </a:cubicBezTo>
                  <a:cubicBezTo>
                    <a:pt x="41663" y="383"/>
                    <a:pt x="42788" y="357"/>
                    <a:pt x="43926" y="357"/>
                  </a:cubicBezTo>
                  <a:cubicBezTo>
                    <a:pt x="57980" y="357"/>
                    <a:pt x="73989" y="4252"/>
                    <a:pt x="86523" y="10817"/>
                  </a:cubicBezTo>
                  <a:cubicBezTo>
                    <a:pt x="94346" y="14912"/>
                    <a:pt x="101037" y="20187"/>
                    <a:pt x="107502" y="25283"/>
                  </a:cubicBezTo>
                  <a:cubicBezTo>
                    <a:pt x="118039" y="33593"/>
                    <a:pt x="127981" y="41451"/>
                    <a:pt x="142411" y="44571"/>
                  </a:cubicBezTo>
                  <a:cubicBezTo>
                    <a:pt x="146566" y="45473"/>
                    <a:pt x="150520" y="45883"/>
                    <a:pt x="154313" y="45883"/>
                  </a:cubicBezTo>
                  <a:cubicBezTo>
                    <a:pt x="172548" y="45883"/>
                    <a:pt x="187052" y="36397"/>
                    <a:pt x="202240" y="26461"/>
                  </a:cubicBezTo>
                  <a:cubicBezTo>
                    <a:pt x="205312" y="24449"/>
                    <a:pt x="208491" y="22378"/>
                    <a:pt x="211706" y="20365"/>
                  </a:cubicBezTo>
                  <a:cubicBezTo>
                    <a:pt x="218611" y="16054"/>
                    <a:pt x="229117" y="11007"/>
                    <a:pt x="240446" y="11007"/>
                  </a:cubicBezTo>
                  <a:cubicBezTo>
                    <a:pt x="248983" y="11007"/>
                    <a:pt x="257988" y="13873"/>
                    <a:pt x="266272" y="22080"/>
                  </a:cubicBezTo>
                  <a:lnTo>
                    <a:pt x="266522" y="21818"/>
                  </a:lnTo>
                  <a:cubicBezTo>
                    <a:pt x="259063" y="14429"/>
                    <a:pt x="250259" y="10690"/>
                    <a:pt x="240352" y="10690"/>
                  </a:cubicBezTo>
                  <a:cubicBezTo>
                    <a:pt x="240091" y="10690"/>
                    <a:pt x="239829" y="10692"/>
                    <a:pt x="239566" y="10698"/>
                  </a:cubicBezTo>
                  <a:cubicBezTo>
                    <a:pt x="230732" y="10876"/>
                    <a:pt x="221040" y="14115"/>
                    <a:pt x="211515" y="20056"/>
                  </a:cubicBezTo>
                  <a:cubicBezTo>
                    <a:pt x="208300" y="22068"/>
                    <a:pt x="205122" y="24152"/>
                    <a:pt x="202050" y="26152"/>
                  </a:cubicBezTo>
                  <a:cubicBezTo>
                    <a:pt x="186888" y="36065"/>
                    <a:pt x="172430" y="45521"/>
                    <a:pt x="154274" y="45521"/>
                  </a:cubicBezTo>
                  <a:cubicBezTo>
                    <a:pt x="150515" y="45521"/>
                    <a:pt x="146598" y="45116"/>
                    <a:pt x="142483" y="44226"/>
                  </a:cubicBezTo>
                  <a:cubicBezTo>
                    <a:pt x="128136" y="41118"/>
                    <a:pt x="118218" y="33284"/>
                    <a:pt x="107716" y="24997"/>
                  </a:cubicBezTo>
                  <a:cubicBezTo>
                    <a:pt x="101239" y="19889"/>
                    <a:pt x="94548" y="14603"/>
                    <a:pt x="86690" y="10495"/>
                  </a:cubicBezTo>
                  <a:cubicBezTo>
                    <a:pt x="74109" y="3907"/>
                    <a:pt x="58032" y="0"/>
                    <a:pt x="439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>
              <a:off x="617325" y="2530375"/>
              <a:ext cx="6656525" cy="1195600"/>
            </a:xfrm>
            <a:custGeom>
              <a:rect b="b" l="l" r="r" t="t"/>
              <a:pathLst>
                <a:path extrusionOk="0" h="47824" w="266261">
                  <a:moveTo>
                    <a:pt x="42753" y="0"/>
                  </a:moveTo>
                  <a:cubicBezTo>
                    <a:pt x="42062" y="0"/>
                    <a:pt x="41376" y="10"/>
                    <a:pt x="40696" y="29"/>
                  </a:cubicBezTo>
                  <a:cubicBezTo>
                    <a:pt x="19646" y="637"/>
                    <a:pt x="5966" y="3435"/>
                    <a:pt x="1" y="8352"/>
                  </a:cubicBezTo>
                  <a:lnTo>
                    <a:pt x="227" y="8626"/>
                  </a:lnTo>
                  <a:cubicBezTo>
                    <a:pt x="4287" y="5292"/>
                    <a:pt x="14598" y="1149"/>
                    <a:pt x="40696" y="387"/>
                  </a:cubicBezTo>
                  <a:cubicBezTo>
                    <a:pt x="41375" y="367"/>
                    <a:pt x="42061" y="357"/>
                    <a:pt x="42751" y="357"/>
                  </a:cubicBezTo>
                  <a:cubicBezTo>
                    <a:pt x="57119" y="357"/>
                    <a:pt x="73684" y="4580"/>
                    <a:pt x="86476" y="11566"/>
                  </a:cubicBezTo>
                  <a:cubicBezTo>
                    <a:pt x="94239" y="15805"/>
                    <a:pt x="100823" y="21199"/>
                    <a:pt x="107193" y="26402"/>
                  </a:cubicBezTo>
                  <a:cubicBezTo>
                    <a:pt x="117587" y="34903"/>
                    <a:pt x="127397" y="42927"/>
                    <a:pt x="141768" y="46297"/>
                  </a:cubicBezTo>
                  <a:cubicBezTo>
                    <a:pt x="146242" y="47349"/>
                    <a:pt x="150491" y="47823"/>
                    <a:pt x="154562" y="47823"/>
                  </a:cubicBezTo>
                  <a:cubicBezTo>
                    <a:pt x="172376" y="47823"/>
                    <a:pt x="186800" y="38740"/>
                    <a:pt x="201919" y="29223"/>
                  </a:cubicBezTo>
                  <a:cubicBezTo>
                    <a:pt x="205014" y="27271"/>
                    <a:pt x="208229" y="25259"/>
                    <a:pt x="211479" y="23306"/>
                  </a:cubicBezTo>
                  <a:cubicBezTo>
                    <a:pt x="218321" y="19200"/>
                    <a:pt x="228632" y="14450"/>
                    <a:pt x="239705" y="14450"/>
                  </a:cubicBezTo>
                  <a:cubicBezTo>
                    <a:pt x="248443" y="14450"/>
                    <a:pt x="257655" y="17408"/>
                    <a:pt x="266010" y="25973"/>
                  </a:cubicBezTo>
                  <a:lnTo>
                    <a:pt x="266260" y="25711"/>
                  </a:lnTo>
                  <a:cubicBezTo>
                    <a:pt x="258758" y="18019"/>
                    <a:pt x="249789" y="14126"/>
                    <a:pt x="239600" y="14126"/>
                  </a:cubicBezTo>
                  <a:cubicBezTo>
                    <a:pt x="239569" y="14126"/>
                    <a:pt x="239538" y="14126"/>
                    <a:pt x="239507" y="14126"/>
                  </a:cubicBezTo>
                  <a:cubicBezTo>
                    <a:pt x="230672" y="14150"/>
                    <a:pt x="220921" y="17222"/>
                    <a:pt x="211301" y="22996"/>
                  </a:cubicBezTo>
                  <a:cubicBezTo>
                    <a:pt x="208038" y="24949"/>
                    <a:pt x="204824" y="26973"/>
                    <a:pt x="201728" y="28926"/>
                  </a:cubicBezTo>
                  <a:cubicBezTo>
                    <a:pt x="186657" y="38411"/>
                    <a:pt x="172266" y="47461"/>
                    <a:pt x="154532" y="47461"/>
                  </a:cubicBezTo>
                  <a:cubicBezTo>
                    <a:pt x="150494" y="47461"/>
                    <a:pt x="146283" y="46992"/>
                    <a:pt x="141852" y="45952"/>
                  </a:cubicBezTo>
                  <a:cubicBezTo>
                    <a:pt x="127564" y="42594"/>
                    <a:pt x="117777" y="34593"/>
                    <a:pt x="107431" y="26128"/>
                  </a:cubicBezTo>
                  <a:cubicBezTo>
                    <a:pt x="101037" y="20901"/>
                    <a:pt x="94441" y="15507"/>
                    <a:pt x="86654" y="11245"/>
                  </a:cubicBezTo>
                  <a:cubicBezTo>
                    <a:pt x="73804" y="4235"/>
                    <a:pt x="57180" y="0"/>
                    <a:pt x="427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4"/>
            <p:cNvSpPr/>
            <p:nvPr/>
          </p:nvSpPr>
          <p:spPr>
            <a:xfrm>
              <a:off x="625950" y="2432750"/>
              <a:ext cx="6647900" cy="1244800"/>
            </a:xfrm>
            <a:custGeom>
              <a:rect b="b" l="l" r="r" t="t"/>
              <a:pathLst>
                <a:path extrusionOk="0" h="49792" w="265916">
                  <a:moveTo>
                    <a:pt x="41667" y="0"/>
                  </a:moveTo>
                  <a:cubicBezTo>
                    <a:pt x="41386" y="0"/>
                    <a:pt x="41106" y="2"/>
                    <a:pt x="40827" y="5"/>
                  </a:cubicBezTo>
                  <a:cubicBezTo>
                    <a:pt x="19777" y="243"/>
                    <a:pt x="6049" y="2803"/>
                    <a:pt x="1" y="7613"/>
                  </a:cubicBezTo>
                  <a:lnTo>
                    <a:pt x="227" y="7899"/>
                  </a:lnTo>
                  <a:cubicBezTo>
                    <a:pt x="4335" y="4625"/>
                    <a:pt x="14717" y="672"/>
                    <a:pt x="40827" y="362"/>
                  </a:cubicBezTo>
                  <a:cubicBezTo>
                    <a:pt x="41089" y="360"/>
                    <a:pt x="41350" y="358"/>
                    <a:pt x="41613" y="358"/>
                  </a:cubicBezTo>
                  <a:cubicBezTo>
                    <a:pt x="56276" y="358"/>
                    <a:pt x="73363" y="4913"/>
                    <a:pt x="86405" y="12340"/>
                  </a:cubicBezTo>
                  <a:cubicBezTo>
                    <a:pt x="94096" y="16710"/>
                    <a:pt x="100585" y="22210"/>
                    <a:pt x="106871" y="27532"/>
                  </a:cubicBezTo>
                  <a:cubicBezTo>
                    <a:pt x="117111" y="36212"/>
                    <a:pt x="126779" y="44404"/>
                    <a:pt x="141078" y="48035"/>
                  </a:cubicBezTo>
                  <a:cubicBezTo>
                    <a:pt x="145866" y="49249"/>
                    <a:pt x="150405" y="49792"/>
                    <a:pt x="154753" y="49792"/>
                  </a:cubicBezTo>
                  <a:cubicBezTo>
                    <a:pt x="172149" y="49792"/>
                    <a:pt x="186490" y="41108"/>
                    <a:pt x="201502" y="32021"/>
                  </a:cubicBezTo>
                  <a:cubicBezTo>
                    <a:pt x="204645" y="30116"/>
                    <a:pt x="207884" y="28152"/>
                    <a:pt x="211182" y="26258"/>
                  </a:cubicBezTo>
                  <a:cubicBezTo>
                    <a:pt x="217949" y="22353"/>
                    <a:pt x="228064" y="17884"/>
                    <a:pt x="238884" y="17884"/>
                  </a:cubicBezTo>
                  <a:cubicBezTo>
                    <a:pt x="247824" y="17884"/>
                    <a:pt x="257244" y="20936"/>
                    <a:pt x="265653" y="29878"/>
                  </a:cubicBezTo>
                  <a:lnTo>
                    <a:pt x="265915" y="29628"/>
                  </a:lnTo>
                  <a:cubicBezTo>
                    <a:pt x="258521" y="21770"/>
                    <a:pt x="249592" y="17722"/>
                    <a:pt x="239364" y="17567"/>
                  </a:cubicBezTo>
                  <a:cubicBezTo>
                    <a:pt x="239173" y="17564"/>
                    <a:pt x="238981" y="17563"/>
                    <a:pt x="238788" y="17563"/>
                  </a:cubicBezTo>
                  <a:cubicBezTo>
                    <a:pt x="230104" y="17563"/>
                    <a:pt x="220508" y="20451"/>
                    <a:pt x="211003" y="25937"/>
                  </a:cubicBezTo>
                  <a:cubicBezTo>
                    <a:pt x="207717" y="27842"/>
                    <a:pt x="204467" y="29807"/>
                    <a:pt x="201336" y="31700"/>
                  </a:cubicBezTo>
                  <a:cubicBezTo>
                    <a:pt x="186364" y="40762"/>
                    <a:pt x="172056" y="49421"/>
                    <a:pt x="154743" y="49421"/>
                  </a:cubicBezTo>
                  <a:cubicBezTo>
                    <a:pt x="150426" y="49421"/>
                    <a:pt x="145921" y="48883"/>
                    <a:pt x="141173" y="47678"/>
                  </a:cubicBezTo>
                  <a:cubicBezTo>
                    <a:pt x="126945" y="44082"/>
                    <a:pt x="117301" y="35903"/>
                    <a:pt x="107098" y="27259"/>
                  </a:cubicBezTo>
                  <a:cubicBezTo>
                    <a:pt x="100799" y="21925"/>
                    <a:pt x="94298" y="16412"/>
                    <a:pt x="86583" y="12031"/>
                  </a:cubicBezTo>
                  <a:cubicBezTo>
                    <a:pt x="73509" y="4577"/>
                    <a:pt x="56377" y="0"/>
                    <a:pt x="416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4"/>
            <p:cNvSpPr/>
            <p:nvPr/>
          </p:nvSpPr>
          <p:spPr>
            <a:xfrm>
              <a:off x="636675" y="2334800"/>
              <a:ext cx="6637450" cy="1294425"/>
            </a:xfrm>
            <a:custGeom>
              <a:rect b="b" l="l" r="r" t="t"/>
              <a:pathLst>
                <a:path extrusionOk="0" h="51777" w="265498">
                  <a:moveTo>
                    <a:pt x="39287" y="1"/>
                  </a:moveTo>
                  <a:cubicBezTo>
                    <a:pt x="19177" y="1"/>
                    <a:pt x="5968" y="2322"/>
                    <a:pt x="0" y="6900"/>
                  </a:cubicBezTo>
                  <a:lnTo>
                    <a:pt x="227" y="7186"/>
                  </a:lnTo>
                  <a:cubicBezTo>
                    <a:pt x="4311" y="4047"/>
                    <a:pt x="14422" y="359"/>
                    <a:pt x="39404" y="359"/>
                  </a:cubicBezTo>
                  <a:cubicBezTo>
                    <a:pt x="39912" y="359"/>
                    <a:pt x="40426" y="360"/>
                    <a:pt x="40946" y="363"/>
                  </a:cubicBezTo>
                  <a:cubicBezTo>
                    <a:pt x="55781" y="447"/>
                    <a:pt x="73164" y="5340"/>
                    <a:pt x="86309" y="13127"/>
                  </a:cubicBezTo>
                  <a:cubicBezTo>
                    <a:pt x="93917" y="17639"/>
                    <a:pt x="100311" y="23247"/>
                    <a:pt x="106502" y="28676"/>
                  </a:cubicBezTo>
                  <a:cubicBezTo>
                    <a:pt x="116586" y="37535"/>
                    <a:pt x="126111" y="45905"/>
                    <a:pt x="140363" y="49774"/>
                  </a:cubicBezTo>
                  <a:cubicBezTo>
                    <a:pt x="145461" y="51162"/>
                    <a:pt x="150287" y="51777"/>
                    <a:pt x="154911" y="51777"/>
                  </a:cubicBezTo>
                  <a:cubicBezTo>
                    <a:pt x="171899" y="51777"/>
                    <a:pt x="186153" y="43484"/>
                    <a:pt x="201061" y="34808"/>
                  </a:cubicBezTo>
                  <a:cubicBezTo>
                    <a:pt x="204228" y="32963"/>
                    <a:pt x="207503" y="31058"/>
                    <a:pt x="210836" y="29212"/>
                  </a:cubicBezTo>
                  <a:cubicBezTo>
                    <a:pt x="217522" y="25512"/>
                    <a:pt x="227422" y="21326"/>
                    <a:pt x="237978" y="21326"/>
                  </a:cubicBezTo>
                  <a:cubicBezTo>
                    <a:pt x="247122" y="21326"/>
                    <a:pt x="256758" y="24467"/>
                    <a:pt x="265224" y="33784"/>
                  </a:cubicBezTo>
                  <a:lnTo>
                    <a:pt x="265498" y="33546"/>
                  </a:lnTo>
                  <a:cubicBezTo>
                    <a:pt x="258247" y="25569"/>
                    <a:pt x="249377" y="21354"/>
                    <a:pt x="239149" y="21033"/>
                  </a:cubicBezTo>
                  <a:cubicBezTo>
                    <a:pt x="238730" y="21019"/>
                    <a:pt x="238308" y="21012"/>
                    <a:pt x="237884" y="21012"/>
                  </a:cubicBezTo>
                  <a:cubicBezTo>
                    <a:pt x="229391" y="21012"/>
                    <a:pt x="220013" y="23731"/>
                    <a:pt x="210658" y="28903"/>
                  </a:cubicBezTo>
                  <a:cubicBezTo>
                    <a:pt x="207324" y="30748"/>
                    <a:pt x="204050" y="32653"/>
                    <a:pt x="200871" y="34498"/>
                  </a:cubicBezTo>
                  <a:cubicBezTo>
                    <a:pt x="186013" y="43140"/>
                    <a:pt x="171810" y="51406"/>
                    <a:pt x="154899" y="51406"/>
                  </a:cubicBezTo>
                  <a:cubicBezTo>
                    <a:pt x="150304" y="51406"/>
                    <a:pt x="145509" y="50796"/>
                    <a:pt x="140447" y="49417"/>
                  </a:cubicBezTo>
                  <a:cubicBezTo>
                    <a:pt x="126290" y="45571"/>
                    <a:pt x="116789" y="37237"/>
                    <a:pt x="106740" y="28402"/>
                  </a:cubicBezTo>
                  <a:cubicBezTo>
                    <a:pt x="100537" y="22961"/>
                    <a:pt x="94131" y="17342"/>
                    <a:pt x="86499" y="12817"/>
                  </a:cubicBezTo>
                  <a:cubicBezTo>
                    <a:pt x="73295" y="4995"/>
                    <a:pt x="55841" y="89"/>
                    <a:pt x="40958" y="6"/>
                  </a:cubicBezTo>
                  <a:cubicBezTo>
                    <a:pt x="40396" y="3"/>
                    <a:pt x="39839" y="1"/>
                    <a:pt x="392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649475" y="2235200"/>
              <a:ext cx="6624950" cy="1345700"/>
            </a:xfrm>
            <a:custGeom>
              <a:rect b="b" l="l" r="r" t="t"/>
              <a:pathLst>
                <a:path extrusionOk="0" h="53828" w="264998">
                  <a:moveTo>
                    <a:pt x="35160" y="0"/>
                  </a:moveTo>
                  <a:cubicBezTo>
                    <a:pt x="17419" y="0"/>
                    <a:pt x="5602" y="2101"/>
                    <a:pt x="0" y="6240"/>
                  </a:cubicBezTo>
                  <a:lnTo>
                    <a:pt x="215" y="6538"/>
                  </a:lnTo>
                  <a:cubicBezTo>
                    <a:pt x="4112" y="3654"/>
                    <a:pt x="13403" y="362"/>
                    <a:pt x="35411" y="362"/>
                  </a:cubicBezTo>
                  <a:cubicBezTo>
                    <a:pt x="37206" y="362"/>
                    <a:pt x="39085" y="384"/>
                    <a:pt x="41053" y="430"/>
                  </a:cubicBezTo>
                  <a:cubicBezTo>
                    <a:pt x="55876" y="787"/>
                    <a:pt x="73176" y="5978"/>
                    <a:pt x="86202" y="13979"/>
                  </a:cubicBezTo>
                  <a:cubicBezTo>
                    <a:pt x="93726" y="18623"/>
                    <a:pt x="100025" y="24350"/>
                    <a:pt x="106109" y="29886"/>
                  </a:cubicBezTo>
                  <a:cubicBezTo>
                    <a:pt x="116039" y="38911"/>
                    <a:pt x="125421" y="47436"/>
                    <a:pt x="139601" y="51567"/>
                  </a:cubicBezTo>
                  <a:cubicBezTo>
                    <a:pt x="145004" y="53139"/>
                    <a:pt x="150116" y="53827"/>
                    <a:pt x="155015" y="53827"/>
                  </a:cubicBezTo>
                  <a:cubicBezTo>
                    <a:pt x="171610" y="53827"/>
                    <a:pt x="185768" y="45925"/>
                    <a:pt x="200549" y="37661"/>
                  </a:cubicBezTo>
                  <a:cubicBezTo>
                    <a:pt x="203752" y="35875"/>
                    <a:pt x="207062" y="34030"/>
                    <a:pt x="210420" y="32244"/>
                  </a:cubicBezTo>
                  <a:cubicBezTo>
                    <a:pt x="217020" y="28737"/>
                    <a:pt x="226700" y="24823"/>
                    <a:pt x="236995" y="24823"/>
                  </a:cubicBezTo>
                  <a:cubicBezTo>
                    <a:pt x="246347" y="24823"/>
                    <a:pt x="256206" y="28053"/>
                    <a:pt x="264724" y="37756"/>
                  </a:cubicBezTo>
                  <a:lnTo>
                    <a:pt x="264998" y="37518"/>
                  </a:lnTo>
                  <a:cubicBezTo>
                    <a:pt x="257890" y="29422"/>
                    <a:pt x="249103" y="25052"/>
                    <a:pt x="238887" y="24552"/>
                  </a:cubicBezTo>
                  <a:cubicBezTo>
                    <a:pt x="238234" y="24520"/>
                    <a:pt x="237575" y="24503"/>
                    <a:pt x="236910" y="24503"/>
                  </a:cubicBezTo>
                  <a:cubicBezTo>
                    <a:pt x="228589" y="24503"/>
                    <a:pt x="219426" y="27049"/>
                    <a:pt x="210253" y="31922"/>
                  </a:cubicBezTo>
                  <a:cubicBezTo>
                    <a:pt x="206883" y="33708"/>
                    <a:pt x="203574" y="35565"/>
                    <a:pt x="200371" y="37351"/>
                  </a:cubicBezTo>
                  <a:cubicBezTo>
                    <a:pt x="185637" y="45583"/>
                    <a:pt x="171528" y="53466"/>
                    <a:pt x="155004" y="53466"/>
                  </a:cubicBezTo>
                  <a:cubicBezTo>
                    <a:pt x="150137" y="53466"/>
                    <a:pt x="145060" y="52782"/>
                    <a:pt x="139696" y="51222"/>
                  </a:cubicBezTo>
                  <a:cubicBezTo>
                    <a:pt x="125599" y="47114"/>
                    <a:pt x="116253" y="38613"/>
                    <a:pt x="106359" y="29612"/>
                  </a:cubicBezTo>
                  <a:cubicBezTo>
                    <a:pt x="100251" y="24064"/>
                    <a:pt x="93941" y="18325"/>
                    <a:pt x="86392" y="13682"/>
                  </a:cubicBezTo>
                  <a:cubicBezTo>
                    <a:pt x="73331" y="5633"/>
                    <a:pt x="55960" y="418"/>
                    <a:pt x="41077" y="73"/>
                  </a:cubicBezTo>
                  <a:cubicBezTo>
                    <a:pt x="39037" y="25"/>
                    <a:pt x="37064" y="0"/>
                    <a:pt x="35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4"/>
            <p:cNvSpPr/>
            <p:nvPr/>
          </p:nvSpPr>
          <p:spPr>
            <a:xfrm>
              <a:off x="664050" y="2134250"/>
              <a:ext cx="6610375" cy="1399125"/>
            </a:xfrm>
            <a:custGeom>
              <a:rect b="b" l="l" r="r" t="t"/>
              <a:pathLst>
                <a:path extrusionOk="0" h="55965" w="264415">
                  <a:moveTo>
                    <a:pt x="31658" y="1"/>
                  </a:moveTo>
                  <a:cubicBezTo>
                    <a:pt x="15910" y="1"/>
                    <a:pt x="5285" y="1898"/>
                    <a:pt x="1" y="5671"/>
                  </a:cubicBezTo>
                  <a:lnTo>
                    <a:pt x="215" y="5968"/>
                  </a:lnTo>
                  <a:cubicBezTo>
                    <a:pt x="3941" y="3311"/>
                    <a:pt x="12454" y="374"/>
                    <a:pt x="31865" y="374"/>
                  </a:cubicBezTo>
                  <a:cubicBezTo>
                    <a:pt x="34721" y="374"/>
                    <a:pt x="37813" y="437"/>
                    <a:pt x="41161" y="575"/>
                  </a:cubicBezTo>
                  <a:cubicBezTo>
                    <a:pt x="55972" y="1182"/>
                    <a:pt x="73177" y="6671"/>
                    <a:pt x="86047" y="14910"/>
                  </a:cubicBezTo>
                  <a:cubicBezTo>
                    <a:pt x="93489" y="19684"/>
                    <a:pt x="99692" y="25518"/>
                    <a:pt x="105681" y="31162"/>
                  </a:cubicBezTo>
                  <a:cubicBezTo>
                    <a:pt x="115456" y="40365"/>
                    <a:pt x="124683" y="49045"/>
                    <a:pt x="138792" y="53427"/>
                  </a:cubicBezTo>
                  <a:cubicBezTo>
                    <a:pt x="144499" y="55196"/>
                    <a:pt x="149895" y="55964"/>
                    <a:pt x="155070" y="55964"/>
                  </a:cubicBezTo>
                  <a:cubicBezTo>
                    <a:pt x="171272" y="55964"/>
                    <a:pt x="185312" y="48439"/>
                    <a:pt x="199966" y="40580"/>
                  </a:cubicBezTo>
                  <a:cubicBezTo>
                    <a:pt x="203205" y="38853"/>
                    <a:pt x="206539" y="37056"/>
                    <a:pt x="209932" y="35329"/>
                  </a:cubicBezTo>
                  <a:cubicBezTo>
                    <a:pt x="216438" y="32021"/>
                    <a:pt x="225885" y="28376"/>
                    <a:pt x="235908" y="28376"/>
                  </a:cubicBezTo>
                  <a:cubicBezTo>
                    <a:pt x="245474" y="28376"/>
                    <a:pt x="255565" y="31695"/>
                    <a:pt x="264129" y="41794"/>
                  </a:cubicBezTo>
                  <a:lnTo>
                    <a:pt x="264415" y="41568"/>
                  </a:lnTo>
                  <a:cubicBezTo>
                    <a:pt x="257438" y="33341"/>
                    <a:pt x="248734" y="28828"/>
                    <a:pt x="238519" y="28138"/>
                  </a:cubicBezTo>
                  <a:cubicBezTo>
                    <a:pt x="237634" y="28078"/>
                    <a:pt x="236737" y="28048"/>
                    <a:pt x="235830" y="28048"/>
                  </a:cubicBezTo>
                  <a:cubicBezTo>
                    <a:pt x="227710" y="28048"/>
                    <a:pt x="218762" y="30434"/>
                    <a:pt x="209765" y="35008"/>
                  </a:cubicBezTo>
                  <a:cubicBezTo>
                    <a:pt x="206372" y="36734"/>
                    <a:pt x="203026" y="38532"/>
                    <a:pt x="199800" y="40258"/>
                  </a:cubicBezTo>
                  <a:cubicBezTo>
                    <a:pt x="185191" y="48086"/>
                    <a:pt x="171191" y="55586"/>
                    <a:pt x="155054" y="55586"/>
                  </a:cubicBezTo>
                  <a:cubicBezTo>
                    <a:pt x="149912" y="55586"/>
                    <a:pt x="144552" y="54824"/>
                    <a:pt x="138887" y="53069"/>
                  </a:cubicBezTo>
                  <a:cubicBezTo>
                    <a:pt x="124862" y="48724"/>
                    <a:pt x="115658" y="40068"/>
                    <a:pt x="105931" y="30900"/>
                  </a:cubicBezTo>
                  <a:cubicBezTo>
                    <a:pt x="99918" y="25245"/>
                    <a:pt x="93715" y="19387"/>
                    <a:pt x="86238" y="14612"/>
                  </a:cubicBezTo>
                  <a:cubicBezTo>
                    <a:pt x="73320" y="6337"/>
                    <a:pt x="56055" y="813"/>
                    <a:pt x="41173" y="206"/>
                  </a:cubicBezTo>
                  <a:cubicBezTo>
                    <a:pt x="37818" y="69"/>
                    <a:pt x="34646" y="1"/>
                    <a:pt x="316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92" name="Google Shape;92;p4"/>
          <p:cNvPicPr preferRelativeResize="0"/>
          <p:nvPr/>
        </p:nvPicPr>
        <p:blipFill rotWithShape="1">
          <a:blip r:embed="rId4">
            <a:alphaModFix/>
          </a:blip>
          <a:srcRect b="6398" l="6912" r="43289" t="9856"/>
          <a:stretch/>
        </p:blipFill>
        <p:spPr>
          <a:xfrm flipH="1">
            <a:off x="139011" y="2062050"/>
            <a:ext cx="470733" cy="44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4"/>
          <p:cNvPicPr preferRelativeResize="0"/>
          <p:nvPr/>
        </p:nvPicPr>
        <p:blipFill rotWithShape="1">
          <a:blip r:embed="rId5">
            <a:alphaModFix/>
          </a:blip>
          <a:srcRect b="2856" l="0" r="0" t="2856"/>
          <a:stretch/>
        </p:blipFill>
        <p:spPr>
          <a:xfrm flipH="1">
            <a:off x="8125946" y="4366958"/>
            <a:ext cx="783549" cy="708818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4"/>
          <p:cNvPicPr preferRelativeResize="0"/>
          <p:nvPr/>
        </p:nvPicPr>
        <p:blipFill rotWithShape="1">
          <a:blip r:embed="rId3">
            <a:alphaModFix/>
          </a:blip>
          <a:srcRect b="2856" l="0" r="0" t="2856"/>
          <a:stretch/>
        </p:blipFill>
        <p:spPr>
          <a:xfrm flipH="1">
            <a:off x="8540545" y="1921153"/>
            <a:ext cx="507100" cy="458738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4"/>
          <p:cNvSpPr txBox="1"/>
          <p:nvPr>
            <p:ph type="title"/>
          </p:nvPr>
        </p:nvSpPr>
        <p:spPr>
          <a:xfrm>
            <a:off x="1047825" y="1112613"/>
            <a:ext cx="2948400" cy="192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29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96" name="Google Shape;96;p4"/>
          <p:cNvSpPr txBox="1"/>
          <p:nvPr>
            <p:ph idx="1" type="subTitle"/>
          </p:nvPr>
        </p:nvSpPr>
        <p:spPr>
          <a:xfrm>
            <a:off x="1047825" y="3161212"/>
            <a:ext cx="2948400" cy="105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4"/>
          <p:cNvSpPr/>
          <p:nvPr>
            <p:ph idx="2" type="pic"/>
          </p:nvPr>
        </p:nvSpPr>
        <p:spPr>
          <a:xfrm>
            <a:off x="4456850" y="716850"/>
            <a:ext cx="3698400" cy="37098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0" name="Google Shape;100;p5"/>
          <p:cNvGrpSpPr/>
          <p:nvPr/>
        </p:nvGrpSpPr>
        <p:grpSpPr>
          <a:xfrm rot="916819">
            <a:off x="-1184401" y="3779344"/>
            <a:ext cx="5321066" cy="1664508"/>
            <a:chOff x="603050" y="2134250"/>
            <a:chExt cx="6671375" cy="1887675"/>
          </a:xfrm>
        </p:grpSpPr>
        <p:sp>
          <p:nvSpPr>
            <p:cNvPr id="101" name="Google Shape;101;p5"/>
            <p:cNvSpPr/>
            <p:nvPr/>
          </p:nvSpPr>
          <p:spPr>
            <a:xfrm>
              <a:off x="608100" y="2949275"/>
              <a:ext cx="6665750" cy="1072650"/>
            </a:xfrm>
            <a:custGeom>
              <a:rect b="b" l="l" r="r" t="t"/>
              <a:pathLst>
                <a:path extrusionOk="0" h="42906" w="266630">
                  <a:moveTo>
                    <a:pt x="242926" y="0"/>
                  </a:moveTo>
                  <a:cubicBezTo>
                    <a:pt x="241564" y="0"/>
                    <a:pt x="240185" y="76"/>
                    <a:pt x="238792" y="228"/>
                  </a:cubicBezTo>
                  <a:cubicBezTo>
                    <a:pt x="230005" y="1168"/>
                    <a:pt x="220635" y="5240"/>
                    <a:pt x="211670" y="11979"/>
                  </a:cubicBezTo>
                  <a:cubicBezTo>
                    <a:pt x="208634" y="14265"/>
                    <a:pt x="205645" y="16611"/>
                    <a:pt x="202764" y="18885"/>
                  </a:cubicBezTo>
                  <a:cubicBezTo>
                    <a:pt x="187340" y="31016"/>
                    <a:pt x="172685" y="42543"/>
                    <a:pt x="152232" y="42543"/>
                  </a:cubicBezTo>
                  <a:cubicBezTo>
                    <a:pt x="149902" y="42543"/>
                    <a:pt x="147497" y="42394"/>
                    <a:pt x="145007" y="42078"/>
                  </a:cubicBezTo>
                  <a:cubicBezTo>
                    <a:pt x="130433" y="40233"/>
                    <a:pt x="119873" y="33291"/>
                    <a:pt x="108693" y="25957"/>
                  </a:cubicBezTo>
                  <a:cubicBezTo>
                    <a:pt x="101799" y="21433"/>
                    <a:pt x="94667" y="16754"/>
                    <a:pt x="86476" y="13337"/>
                  </a:cubicBezTo>
                  <a:cubicBezTo>
                    <a:pt x="75578" y="8791"/>
                    <a:pt x="62424" y="6298"/>
                    <a:pt x="50215" y="6298"/>
                  </a:cubicBezTo>
                  <a:cubicBezTo>
                    <a:pt x="46564" y="6298"/>
                    <a:pt x="42997" y="6521"/>
                    <a:pt x="39601" y="6979"/>
                  </a:cubicBezTo>
                  <a:cubicBezTo>
                    <a:pt x="18729" y="9788"/>
                    <a:pt x="5418" y="14003"/>
                    <a:pt x="0" y="19504"/>
                  </a:cubicBezTo>
                  <a:lnTo>
                    <a:pt x="262" y="19766"/>
                  </a:lnTo>
                  <a:cubicBezTo>
                    <a:pt x="3941" y="16015"/>
                    <a:pt x="13764" y="10824"/>
                    <a:pt x="39648" y="7348"/>
                  </a:cubicBezTo>
                  <a:cubicBezTo>
                    <a:pt x="43028" y="6893"/>
                    <a:pt x="46578" y="6672"/>
                    <a:pt x="50211" y="6672"/>
                  </a:cubicBezTo>
                  <a:cubicBezTo>
                    <a:pt x="62374" y="6672"/>
                    <a:pt x="75481" y="9153"/>
                    <a:pt x="86345" y="13682"/>
                  </a:cubicBezTo>
                  <a:cubicBezTo>
                    <a:pt x="94500" y="17075"/>
                    <a:pt x="101620" y="21742"/>
                    <a:pt x="108502" y="26255"/>
                  </a:cubicBezTo>
                  <a:cubicBezTo>
                    <a:pt x="119718" y="33625"/>
                    <a:pt x="130314" y="40578"/>
                    <a:pt x="144959" y="42435"/>
                  </a:cubicBezTo>
                  <a:cubicBezTo>
                    <a:pt x="147474" y="42754"/>
                    <a:pt x="149902" y="42906"/>
                    <a:pt x="152253" y="42906"/>
                  </a:cubicBezTo>
                  <a:cubicBezTo>
                    <a:pt x="172815" y="42906"/>
                    <a:pt x="187519" y="31340"/>
                    <a:pt x="202990" y="19171"/>
                  </a:cubicBezTo>
                  <a:cubicBezTo>
                    <a:pt x="205871" y="16908"/>
                    <a:pt x="208860" y="14563"/>
                    <a:pt x="211896" y="12277"/>
                  </a:cubicBezTo>
                  <a:cubicBezTo>
                    <a:pt x="219006" y="6920"/>
                    <a:pt x="230335" y="312"/>
                    <a:pt x="242921" y="312"/>
                  </a:cubicBezTo>
                  <a:cubicBezTo>
                    <a:pt x="250504" y="312"/>
                    <a:pt x="258543" y="2711"/>
                    <a:pt x="266391" y="9229"/>
                  </a:cubicBezTo>
                  <a:lnTo>
                    <a:pt x="266629" y="8943"/>
                  </a:lnTo>
                  <a:cubicBezTo>
                    <a:pt x="259467" y="3004"/>
                    <a:pt x="251508" y="0"/>
                    <a:pt x="2429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5"/>
            <p:cNvSpPr/>
            <p:nvPr/>
          </p:nvSpPr>
          <p:spPr>
            <a:xfrm>
              <a:off x="604525" y="2938825"/>
              <a:ext cx="6669025" cy="1033425"/>
            </a:xfrm>
            <a:custGeom>
              <a:rect b="b" l="l" r="r" t="t"/>
              <a:pathLst>
                <a:path extrusionOk="0" h="41337" w="266761">
                  <a:moveTo>
                    <a:pt x="242560" y="0"/>
                  </a:moveTo>
                  <a:cubicBezTo>
                    <a:pt x="241419" y="0"/>
                    <a:pt x="240266" y="53"/>
                    <a:pt x="239102" y="158"/>
                  </a:cubicBezTo>
                  <a:cubicBezTo>
                    <a:pt x="230303" y="955"/>
                    <a:pt x="220850" y="4861"/>
                    <a:pt x="211765" y="11445"/>
                  </a:cubicBezTo>
                  <a:cubicBezTo>
                    <a:pt x="208693" y="13683"/>
                    <a:pt x="205669" y="15969"/>
                    <a:pt x="202752" y="18184"/>
                  </a:cubicBezTo>
                  <a:cubicBezTo>
                    <a:pt x="187359" y="29863"/>
                    <a:pt x="172728" y="40966"/>
                    <a:pt x="152762" y="40966"/>
                  </a:cubicBezTo>
                  <a:cubicBezTo>
                    <a:pt x="150135" y="40966"/>
                    <a:pt x="147416" y="40773"/>
                    <a:pt x="144590" y="40365"/>
                  </a:cubicBezTo>
                  <a:cubicBezTo>
                    <a:pt x="130064" y="38269"/>
                    <a:pt x="119623" y="31150"/>
                    <a:pt x="108574" y="23613"/>
                  </a:cubicBezTo>
                  <a:cubicBezTo>
                    <a:pt x="101751" y="18969"/>
                    <a:pt x="94703" y="14171"/>
                    <a:pt x="86571" y="10611"/>
                  </a:cubicBezTo>
                  <a:cubicBezTo>
                    <a:pt x="75309" y="5677"/>
                    <a:pt x="61560" y="2931"/>
                    <a:pt x="48931" y="2931"/>
                  </a:cubicBezTo>
                  <a:cubicBezTo>
                    <a:pt x="45806" y="2931"/>
                    <a:pt x="42749" y="3099"/>
                    <a:pt x="39815" y="3444"/>
                  </a:cubicBezTo>
                  <a:cubicBezTo>
                    <a:pt x="18908" y="5885"/>
                    <a:pt x="5513" y="9861"/>
                    <a:pt x="1" y="15279"/>
                  </a:cubicBezTo>
                  <a:lnTo>
                    <a:pt x="251" y="15529"/>
                  </a:lnTo>
                  <a:cubicBezTo>
                    <a:pt x="4001" y="11850"/>
                    <a:pt x="13919" y="6825"/>
                    <a:pt x="39851" y="3801"/>
                  </a:cubicBezTo>
                  <a:cubicBezTo>
                    <a:pt x="42768" y="3459"/>
                    <a:pt x="45807" y="3292"/>
                    <a:pt x="48914" y="3292"/>
                  </a:cubicBezTo>
                  <a:cubicBezTo>
                    <a:pt x="61497" y="3292"/>
                    <a:pt x="75199" y="6027"/>
                    <a:pt x="86428" y="10945"/>
                  </a:cubicBezTo>
                  <a:cubicBezTo>
                    <a:pt x="94524" y="14493"/>
                    <a:pt x="101561" y="19279"/>
                    <a:pt x="108359" y="23922"/>
                  </a:cubicBezTo>
                  <a:cubicBezTo>
                    <a:pt x="119456" y="31471"/>
                    <a:pt x="129922" y="38615"/>
                    <a:pt x="144542" y="40734"/>
                  </a:cubicBezTo>
                  <a:cubicBezTo>
                    <a:pt x="147384" y="41144"/>
                    <a:pt x="150118" y="41337"/>
                    <a:pt x="152759" y="41337"/>
                  </a:cubicBezTo>
                  <a:cubicBezTo>
                    <a:pt x="172836" y="41337"/>
                    <a:pt x="187520" y="30193"/>
                    <a:pt x="202966" y="18481"/>
                  </a:cubicBezTo>
                  <a:cubicBezTo>
                    <a:pt x="205883" y="16267"/>
                    <a:pt x="208908" y="13969"/>
                    <a:pt x="211979" y="11742"/>
                  </a:cubicBezTo>
                  <a:cubicBezTo>
                    <a:pt x="219066" y="6599"/>
                    <a:pt x="230260" y="308"/>
                    <a:pt x="242600" y="308"/>
                  </a:cubicBezTo>
                  <a:cubicBezTo>
                    <a:pt x="250370" y="308"/>
                    <a:pt x="258594" y="2802"/>
                    <a:pt x="266534" y="9647"/>
                  </a:cubicBezTo>
                  <a:lnTo>
                    <a:pt x="266760" y="9373"/>
                  </a:lnTo>
                  <a:cubicBezTo>
                    <a:pt x="259527" y="3141"/>
                    <a:pt x="251396" y="0"/>
                    <a:pt x="242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5"/>
            <p:cNvSpPr/>
            <p:nvPr/>
          </p:nvSpPr>
          <p:spPr>
            <a:xfrm>
              <a:off x="603050" y="2916775"/>
              <a:ext cx="6670800" cy="1005800"/>
            </a:xfrm>
            <a:custGeom>
              <a:rect b="b" l="l" r="r" t="t"/>
              <a:pathLst>
                <a:path extrusionOk="0" h="40232" w="266832">
                  <a:moveTo>
                    <a:pt x="47581" y="0"/>
                  </a:moveTo>
                  <a:cubicBezTo>
                    <a:pt x="44993" y="0"/>
                    <a:pt x="42457" y="119"/>
                    <a:pt x="40005" y="361"/>
                  </a:cubicBezTo>
                  <a:cubicBezTo>
                    <a:pt x="19062" y="2445"/>
                    <a:pt x="5608" y="6183"/>
                    <a:pt x="0" y="11505"/>
                  </a:cubicBezTo>
                  <a:lnTo>
                    <a:pt x="250" y="11767"/>
                  </a:lnTo>
                  <a:cubicBezTo>
                    <a:pt x="4060" y="8148"/>
                    <a:pt x="14061" y="3302"/>
                    <a:pt x="40041" y="730"/>
                  </a:cubicBezTo>
                  <a:cubicBezTo>
                    <a:pt x="42490" y="487"/>
                    <a:pt x="45023" y="368"/>
                    <a:pt x="47608" y="368"/>
                  </a:cubicBezTo>
                  <a:cubicBezTo>
                    <a:pt x="60603" y="368"/>
                    <a:pt x="74908" y="3370"/>
                    <a:pt x="86487" y="8683"/>
                  </a:cubicBezTo>
                  <a:cubicBezTo>
                    <a:pt x="94524" y="12362"/>
                    <a:pt x="101477" y="17292"/>
                    <a:pt x="108192" y="22042"/>
                  </a:cubicBezTo>
                  <a:cubicBezTo>
                    <a:pt x="119146" y="29793"/>
                    <a:pt x="129504" y="37116"/>
                    <a:pt x="144078" y="39473"/>
                  </a:cubicBezTo>
                  <a:cubicBezTo>
                    <a:pt x="147258" y="39990"/>
                    <a:pt x="150307" y="40232"/>
                    <a:pt x="153246" y="40232"/>
                  </a:cubicBezTo>
                  <a:cubicBezTo>
                    <a:pt x="172829" y="40232"/>
                    <a:pt x="187478" y="29509"/>
                    <a:pt x="202883" y="18256"/>
                  </a:cubicBezTo>
                  <a:cubicBezTo>
                    <a:pt x="205835" y="16089"/>
                    <a:pt x="208895" y="13851"/>
                    <a:pt x="212015" y="11672"/>
                  </a:cubicBezTo>
                  <a:cubicBezTo>
                    <a:pt x="219065" y="6740"/>
                    <a:pt x="230090" y="772"/>
                    <a:pt x="242173" y="772"/>
                  </a:cubicBezTo>
                  <a:cubicBezTo>
                    <a:pt x="250128" y="772"/>
                    <a:pt x="258541" y="3359"/>
                    <a:pt x="266581" y="10529"/>
                  </a:cubicBezTo>
                  <a:lnTo>
                    <a:pt x="266831" y="10255"/>
                  </a:lnTo>
                  <a:cubicBezTo>
                    <a:pt x="259528" y="3740"/>
                    <a:pt x="251234" y="461"/>
                    <a:pt x="242138" y="461"/>
                  </a:cubicBezTo>
                  <a:cubicBezTo>
                    <a:pt x="241209" y="461"/>
                    <a:pt x="240272" y="495"/>
                    <a:pt x="239328" y="563"/>
                  </a:cubicBezTo>
                  <a:cubicBezTo>
                    <a:pt x="230517" y="1206"/>
                    <a:pt x="220992" y="4945"/>
                    <a:pt x="211800" y="11374"/>
                  </a:cubicBezTo>
                  <a:cubicBezTo>
                    <a:pt x="208681" y="13553"/>
                    <a:pt x="205621" y="15791"/>
                    <a:pt x="202668" y="17958"/>
                  </a:cubicBezTo>
                  <a:cubicBezTo>
                    <a:pt x="187317" y="29187"/>
                    <a:pt x="172706" y="39865"/>
                    <a:pt x="153219" y="39865"/>
                  </a:cubicBezTo>
                  <a:cubicBezTo>
                    <a:pt x="150307" y="39865"/>
                    <a:pt x="147286" y="39627"/>
                    <a:pt x="144137" y="39116"/>
                  </a:cubicBezTo>
                  <a:cubicBezTo>
                    <a:pt x="129635" y="36770"/>
                    <a:pt x="119325" y="29472"/>
                    <a:pt x="108406" y="21745"/>
                  </a:cubicBezTo>
                  <a:cubicBezTo>
                    <a:pt x="101679" y="16982"/>
                    <a:pt x="94702" y="12053"/>
                    <a:pt x="86642" y="8350"/>
                  </a:cubicBezTo>
                  <a:cubicBezTo>
                    <a:pt x="75006" y="3014"/>
                    <a:pt x="60634" y="0"/>
                    <a:pt x="475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5"/>
            <p:cNvSpPr/>
            <p:nvPr/>
          </p:nvSpPr>
          <p:spPr>
            <a:xfrm>
              <a:off x="603625" y="2820875"/>
              <a:ext cx="6670225" cy="1052250"/>
            </a:xfrm>
            <a:custGeom>
              <a:rect b="b" l="l" r="r" t="t"/>
              <a:pathLst>
                <a:path extrusionOk="0" h="42090" w="266809">
                  <a:moveTo>
                    <a:pt x="46344" y="0"/>
                  </a:moveTo>
                  <a:cubicBezTo>
                    <a:pt x="44253" y="0"/>
                    <a:pt x="42198" y="80"/>
                    <a:pt x="40196" y="244"/>
                  </a:cubicBezTo>
                  <a:cubicBezTo>
                    <a:pt x="19218" y="1959"/>
                    <a:pt x="5692" y="5471"/>
                    <a:pt x="1" y="10686"/>
                  </a:cubicBezTo>
                  <a:lnTo>
                    <a:pt x="239" y="10948"/>
                  </a:lnTo>
                  <a:cubicBezTo>
                    <a:pt x="4120" y="7400"/>
                    <a:pt x="14193" y="2721"/>
                    <a:pt x="40220" y="601"/>
                  </a:cubicBezTo>
                  <a:cubicBezTo>
                    <a:pt x="42208" y="440"/>
                    <a:pt x="44249" y="360"/>
                    <a:pt x="46327" y="360"/>
                  </a:cubicBezTo>
                  <a:cubicBezTo>
                    <a:pt x="59706" y="360"/>
                    <a:pt x="74600" y="3646"/>
                    <a:pt x="86524" y="9376"/>
                  </a:cubicBezTo>
                  <a:cubicBezTo>
                    <a:pt x="94501" y="13198"/>
                    <a:pt x="101359" y="18234"/>
                    <a:pt x="107991" y="23104"/>
                  </a:cubicBezTo>
                  <a:cubicBezTo>
                    <a:pt x="118813" y="31046"/>
                    <a:pt x="129029" y="38546"/>
                    <a:pt x="143566" y="41166"/>
                  </a:cubicBezTo>
                  <a:cubicBezTo>
                    <a:pt x="147069" y="41797"/>
                    <a:pt x="150419" y="42090"/>
                    <a:pt x="153641" y="42090"/>
                  </a:cubicBezTo>
                  <a:cubicBezTo>
                    <a:pt x="172769" y="42090"/>
                    <a:pt x="187383" y="31783"/>
                    <a:pt x="202729" y="20961"/>
                  </a:cubicBezTo>
                  <a:cubicBezTo>
                    <a:pt x="205729" y="18854"/>
                    <a:pt x="208825" y="16663"/>
                    <a:pt x="211980" y="14543"/>
                  </a:cubicBezTo>
                  <a:cubicBezTo>
                    <a:pt x="218983" y="9825"/>
                    <a:pt x="229850" y="4171"/>
                    <a:pt x="241687" y="4171"/>
                  </a:cubicBezTo>
                  <a:cubicBezTo>
                    <a:pt x="249833" y="4171"/>
                    <a:pt x="258438" y="6849"/>
                    <a:pt x="266558" y="14353"/>
                  </a:cubicBezTo>
                  <a:lnTo>
                    <a:pt x="266808" y="14091"/>
                  </a:lnTo>
                  <a:cubicBezTo>
                    <a:pt x="259457" y="7303"/>
                    <a:pt x="251007" y="3862"/>
                    <a:pt x="241659" y="3862"/>
                  </a:cubicBezTo>
                  <a:cubicBezTo>
                    <a:pt x="240939" y="3862"/>
                    <a:pt x="240214" y="3882"/>
                    <a:pt x="239483" y="3923"/>
                  </a:cubicBezTo>
                  <a:cubicBezTo>
                    <a:pt x="230661" y="4411"/>
                    <a:pt x="221076" y="7971"/>
                    <a:pt x="211777" y="14246"/>
                  </a:cubicBezTo>
                  <a:cubicBezTo>
                    <a:pt x="208622" y="16365"/>
                    <a:pt x="205515" y="18556"/>
                    <a:pt x="202526" y="20663"/>
                  </a:cubicBezTo>
                  <a:cubicBezTo>
                    <a:pt x="187233" y="31450"/>
                    <a:pt x="172655" y="41722"/>
                    <a:pt x="153612" y="41722"/>
                  </a:cubicBezTo>
                  <a:cubicBezTo>
                    <a:pt x="150417" y="41722"/>
                    <a:pt x="147097" y="41433"/>
                    <a:pt x="143626" y="40809"/>
                  </a:cubicBezTo>
                  <a:cubicBezTo>
                    <a:pt x="129172" y="38201"/>
                    <a:pt x="118992" y="30724"/>
                    <a:pt x="108205" y="22806"/>
                  </a:cubicBezTo>
                  <a:cubicBezTo>
                    <a:pt x="101561" y="17925"/>
                    <a:pt x="94679" y="12877"/>
                    <a:pt x="86678" y="9043"/>
                  </a:cubicBezTo>
                  <a:cubicBezTo>
                    <a:pt x="74718" y="3305"/>
                    <a:pt x="59772" y="0"/>
                    <a:pt x="463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5"/>
            <p:cNvSpPr/>
            <p:nvPr/>
          </p:nvSpPr>
          <p:spPr>
            <a:xfrm>
              <a:off x="606025" y="2724425"/>
              <a:ext cx="6667825" cy="1099375"/>
            </a:xfrm>
            <a:custGeom>
              <a:rect b="b" l="l" r="r" t="t"/>
              <a:pathLst>
                <a:path extrusionOk="0" h="43975" w="266713">
                  <a:moveTo>
                    <a:pt x="45120" y="1"/>
                  </a:moveTo>
                  <a:cubicBezTo>
                    <a:pt x="43512" y="1"/>
                    <a:pt x="41927" y="50"/>
                    <a:pt x="40374" y="149"/>
                  </a:cubicBezTo>
                  <a:cubicBezTo>
                    <a:pt x="19372" y="1495"/>
                    <a:pt x="5787" y="4769"/>
                    <a:pt x="0" y="9889"/>
                  </a:cubicBezTo>
                  <a:lnTo>
                    <a:pt x="250" y="10150"/>
                  </a:lnTo>
                  <a:cubicBezTo>
                    <a:pt x="4191" y="6674"/>
                    <a:pt x="14335" y="2185"/>
                    <a:pt x="40410" y="518"/>
                  </a:cubicBezTo>
                  <a:cubicBezTo>
                    <a:pt x="41956" y="419"/>
                    <a:pt x="43534" y="370"/>
                    <a:pt x="45136" y="370"/>
                  </a:cubicBezTo>
                  <a:cubicBezTo>
                    <a:pt x="58853" y="370"/>
                    <a:pt x="74318" y="3961"/>
                    <a:pt x="86547" y="10091"/>
                  </a:cubicBezTo>
                  <a:cubicBezTo>
                    <a:pt x="94441" y="14044"/>
                    <a:pt x="101227" y="19211"/>
                    <a:pt x="107776" y="24188"/>
                  </a:cubicBezTo>
                  <a:cubicBezTo>
                    <a:pt x="118432" y="32332"/>
                    <a:pt x="128528" y="39999"/>
                    <a:pt x="143018" y="42869"/>
                  </a:cubicBezTo>
                  <a:cubicBezTo>
                    <a:pt x="146843" y="43627"/>
                    <a:pt x="150492" y="43975"/>
                    <a:pt x="153996" y="43975"/>
                  </a:cubicBezTo>
                  <a:cubicBezTo>
                    <a:pt x="172677" y="43975"/>
                    <a:pt x="187246" y="34086"/>
                    <a:pt x="202525" y="23700"/>
                  </a:cubicBezTo>
                  <a:cubicBezTo>
                    <a:pt x="205562" y="21640"/>
                    <a:pt x="208693" y="19509"/>
                    <a:pt x="211884" y="17449"/>
                  </a:cubicBezTo>
                  <a:cubicBezTo>
                    <a:pt x="218840" y="12936"/>
                    <a:pt x="229526" y="7594"/>
                    <a:pt x="241107" y="7594"/>
                  </a:cubicBezTo>
                  <a:cubicBezTo>
                    <a:pt x="249447" y="7594"/>
                    <a:pt x="258252" y="10365"/>
                    <a:pt x="266462" y="18211"/>
                  </a:cubicBezTo>
                  <a:lnTo>
                    <a:pt x="266712" y="17949"/>
                  </a:lnTo>
                  <a:cubicBezTo>
                    <a:pt x="259310" y="10864"/>
                    <a:pt x="250693" y="7276"/>
                    <a:pt x="241074" y="7276"/>
                  </a:cubicBezTo>
                  <a:cubicBezTo>
                    <a:pt x="240574" y="7276"/>
                    <a:pt x="240071" y="7285"/>
                    <a:pt x="239566" y="7305"/>
                  </a:cubicBezTo>
                  <a:cubicBezTo>
                    <a:pt x="230731" y="7638"/>
                    <a:pt x="221099" y="11043"/>
                    <a:pt x="211681" y="17139"/>
                  </a:cubicBezTo>
                  <a:cubicBezTo>
                    <a:pt x="208490" y="19211"/>
                    <a:pt x="205359" y="21342"/>
                    <a:pt x="202323" y="23402"/>
                  </a:cubicBezTo>
                  <a:cubicBezTo>
                    <a:pt x="187090" y="33751"/>
                    <a:pt x="172575" y="43610"/>
                    <a:pt x="153990" y="43610"/>
                  </a:cubicBezTo>
                  <a:cubicBezTo>
                    <a:pt x="150510" y="43610"/>
                    <a:pt x="146887" y="43265"/>
                    <a:pt x="143089" y="42512"/>
                  </a:cubicBezTo>
                  <a:cubicBezTo>
                    <a:pt x="128683" y="39654"/>
                    <a:pt x="118622" y="31998"/>
                    <a:pt x="107990" y="23902"/>
                  </a:cubicBezTo>
                  <a:cubicBezTo>
                    <a:pt x="101418" y="18913"/>
                    <a:pt x="94631" y="13734"/>
                    <a:pt x="86701" y="9758"/>
                  </a:cubicBezTo>
                  <a:cubicBezTo>
                    <a:pt x="74419" y="3595"/>
                    <a:pt x="58900" y="1"/>
                    <a:pt x="45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5"/>
            <p:cNvSpPr/>
            <p:nvPr/>
          </p:nvSpPr>
          <p:spPr>
            <a:xfrm>
              <a:off x="610775" y="2627700"/>
              <a:ext cx="6663075" cy="1147100"/>
            </a:xfrm>
            <a:custGeom>
              <a:rect b="b" l="l" r="r" t="t"/>
              <a:pathLst>
                <a:path extrusionOk="0" h="45884" w="266523">
                  <a:moveTo>
                    <a:pt x="43919" y="0"/>
                  </a:moveTo>
                  <a:cubicBezTo>
                    <a:pt x="42779" y="0"/>
                    <a:pt x="41652" y="26"/>
                    <a:pt x="40541" y="77"/>
                  </a:cubicBezTo>
                  <a:cubicBezTo>
                    <a:pt x="19515" y="1054"/>
                    <a:pt x="5870" y="4090"/>
                    <a:pt x="1" y="9102"/>
                  </a:cubicBezTo>
                  <a:lnTo>
                    <a:pt x="239" y="9376"/>
                  </a:lnTo>
                  <a:cubicBezTo>
                    <a:pt x="4227" y="5971"/>
                    <a:pt x="14467" y="1649"/>
                    <a:pt x="40553" y="434"/>
                  </a:cubicBezTo>
                  <a:cubicBezTo>
                    <a:pt x="41663" y="383"/>
                    <a:pt x="42788" y="357"/>
                    <a:pt x="43926" y="357"/>
                  </a:cubicBezTo>
                  <a:cubicBezTo>
                    <a:pt x="57980" y="357"/>
                    <a:pt x="73989" y="4252"/>
                    <a:pt x="86523" y="10817"/>
                  </a:cubicBezTo>
                  <a:cubicBezTo>
                    <a:pt x="94346" y="14912"/>
                    <a:pt x="101037" y="20187"/>
                    <a:pt x="107502" y="25283"/>
                  </a:cubicBezTo>
                  <a:cubicBezTo>
                    <a:pt x="118039" y="33593"/>
                    <a:pt x="127981" y="41451"/>
                    <a:pt x="142411" y="44571"/>
                  </a:cubicBezTo>
                  <a:cubicBezTo>
                    <a:pt x="146566" y="45473"/>
                    <a:pt x="150520" y="45883"/>
                    <a:pt x="154313" y="45883"/>
                  </a:cubicBezTo>
                  <a:cubicBezTo>
                    <a:pt x="172548" y="45883"/>
                    <a:pt x="187052" y="36397"/>
                    <a:pt x="202240" y="26461"/>
                  </a:cubicBezTo>
                  <a:cubicBezTo>
                    <a:pt x="205312" y="24449"/>
                    <a:pt x="208491" y="22378"/>
                    <a:pt x="211706" y="20365"/>
                  </a:cubicBezTo>
                  <a:cubicBezTo>
                    <a:pt x="218611" y="16054"/>
                    <a:pt x="229117" y="11007"/>
                    <a:pt x="240446" y="11007"/>
                  </a:cubicBezTo>
                  <a:cubicBezTo>
                    <a:pt x="248983" y="11007"/>
                    <a:pt x="257988" y="13873"/>
                    <a:pt x="266272" y="22080"/>
                  </a:cubicBezTo>
                  <a:lnTo>
                    <a:pt x="266522" y="21818"/>
                  </a:lnTo>
                  <a:cubicBezTo>
                    <a:pt x="259063" y="14429"/>
                    <a:pt x="250259" y="10690"/>
                    <a:pt x="240352" y="10690"/>
                  </a:cubicBezTo>
                  <a:cubicBezTo>
                    <a:pt x="240091" y="10690"/>
                    <a:pt x="239829" y="10692"/>
                    <a:pt x="239566" y="10698"/>
                  </a:cubicBezTo>
                  <a:cubicBezTo>
                    <a:pt x="230732" y="10876"/>
                    <a:pt x="221040" y="14115"/>
                    <a:pt x="211515" y="20056"/>
                  </a:cubicBezTo>
                  <a:cubicBezTo>
                    <a:pt x="208300" y="22068"/>
                    <a:pt x="205122" y="24152"/>
                    <a:pt x="202050" y="26152"/>
                  </a:cubicBezTo>
                  <a:cubicBezTo>
                    <a:pt x="186888" y="36065"/>
                    <a:pt x="172430" y="45521"/>
                    <a:pt x="154274" y="45521"/>
                  </a:cubicBezTo>
                  <a:cubicBezTo>
                    <a:pt x="150515" y="45521"/>
                    <a:pt x="146598" y="45116"/>
                    <a:pt x="142483" y="44226"/>
                  </a:cubicBezTo>
                  <a:cubicBezTo>
                    <a:pt x="128136" y="41118"/>
                    <a:pt x="118218" y="33284"/>
                    <a:pt x="107716" y="24997"/>
                  </a:cubicBezTo>
                  <a:cubicBezTo>
                    <a:pt x="101239" y="19889"/>
                    <a:pt x="94548" y="14603"/>
                    <a:pt x="86690" y="10495"/>
                  </a:cubicBezTo>
                  <a:cubicBezTo>
                    <a:pt x="74109" y="3907"/>
                    <a:pt x="58032" y="0"/>
                    <a:pt x="439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5"/>
            <p:cNvSpPr/>
            <p:nvPr/>
          </p:nvSpPr>
          <p:spPr>
            <a:xfrm>
              <a:off x="617325" y="2530375"/>
              <a:ext cx="6656525" cy="1195600"/>
            </a:xfrm>
            <a:custGeom>
              <a:rect b="b" l="l" r="r" t="t"/>
              <a:pathLst>
                <a:path extrusionOk="0" h="47824" w="266261">
                  <a:moveTo>
                    <a:pt x="42753" y="0"/>
                  </a:moveTo>
                  <a:cubicBezTo>
                    <a:pt x="42062" y="0"/>
                    <a:pt x="41376" y="10"/>
                    <a:pt x="40696" y="29"/>
                  </a:cubicBezTo>
                  <a:cubicBezTo>
                    <a:pt x="19646" y="637"/>
                    <a:pt x="5966" y="3435"/>
                    <a:pt x="1" y="8352"/>
                  </a:cubicBezTo>
                  <a:lnTo>
                    <a:pt x="227" y="8626"/>
                  </a:lnTo>
                  <a:cubicBezTo>
                    <a:pt x="4287" y="5292"/>
                    <a:pt x="14598" y="1149"/>
                    <a:pt x="40696" y="387"/>
                  </a:cubicBezTo>
                  <a:cubicBezTo>
                    <a:pt x="41375" y="367"/>
                    <a:pt x="42061" y="357"/>
                    <a:pt x="42751" y="357"/>
                  </a:cubicBezTo>
                  <a:cubicBezTo>
                    <a:pt x="57119" y="357"/>
                    <a:pt x="73684" y="4580"/>
                    <a:pt x="86476" y="11566"/>
                  </a:cubicBezTo>
                  <a:cubicBezTo>
                    <a:pt x="94239" y="15805"/>
                    <a:pt x="100823" y="21199"/>
                    <a:pt x="107193" y="26402"/>
                  </a:cubicBezTo>
                  <a:cubicBezTo>
                    <a:pt x="117587" y="34903"/>
                    <a:pt x="127397" y="42927"/>
                    <a:pt x="141768" y="46297"/>
                  </a:cubicBezTo>
                  <a:cubicBezTo>
                    <a:pt x="146242" y="47349"/>
                    <a:pt x="150491" y="47823"/>
                    <a:pt x="154562" y="47823"/>
                  </a:cubicBezTo>
                  <a:cubicBezTo>
                    <a:pt x="172376" y="47823"/>
                    <a:pt x="186800" y="38740"/>
                    <a:pt x="201919" y="29223"/>
                  </a:cubicBezTo>
                  <a:cubicBezTo>
                    <a:pt x="205014" y="27271"/>
                    <a:pt x="208229" y="25259"/>
                    <a:pt x="211479" y="23306"/>
                  </a:cubicBezTo>
                  <a:cubicBezTo>
                    <a:pt x="218321" y="19200"/>
                    <a:pt x="228632" y="14450"/>
                    <a:pt x="239705" y="14450"/>
                  </a:cubicBezTo>
                  <a:cubicBezTo>
                    <a:pt x="248443" y="14450"/>
                    <a:pt x="257655" y="17408"/>
                    <a:pt x="266010" y="25973"/>
                  </a:cubicBezTo>
                  <a:lnTo>
                    <a:pt x="266260" y="25711"/>
                  </a:lnTo>
                  <a:cubicBezTo>
                    <a:pt x="258758" y="18019"/>
                    <a:pt x="249789" y="14126"/>
                    <a:pt x="239600" y="14126"/>
                  </a:cubicBezTo>
                  <a:cubicBezTo>
                    <a:pt x="239569" y="14126"/>
                    <a:pt x="239538" y="14126"/>
                    <a:pt x="239507" y="14126"/>
                  </a:cubicBezTo>
                  <a:cubicBezTo>
                    <a:pt x="230672" y="14150"/>
                    <a:pt x="220921" y="17222"/>
                    <a:pt x="211301" y="22996"/>
                  </a:cubicBezTo>
                  <a:cubicBezTo>
                    <a:pt x="208038" y="24949"/>
                    <a:pt x="204824" y="26973"/>
                    <a:pt x="201728" y="28926"/>
                  </a:cubicBezTo>
                  <a:cubicBezTo>
                    <a:pt x="186657" y="38411"/>
                    <a:pt x="172266" y="47461"/>
                    <a:pt x="154532" y="47461"/>
                  </a:cubicBezTo>
                  <a:cubicBezTo>
                    <a:pt x="150494" y="47461"/>
                    <a:pt x="146283" y="46992"/>
                    <a:pt x="141852" y="45952"/>
                  </a:cubicBezTo>
                  <a:cubicBezTo>
                    <a:pt x="127564" y="42594"/>
                    <a:pt x="117777" y="34593"/>
                    <a:pt x="107431" y="26128"/>
                  </a:cubicBezTo>
                  <a:cubicBezTo>
                    <a:pt x="101037" y="20901"/>
                    <a:pt x="94441" y="15507"/>
                    <a:pt x="86654" y="11245"/>
                  </a:cubicBezTo>
                  <a:cubicBezTo>
                    <a:pt x="73804" y="4235"/>
                    <a:pt x="57180" y="0"/>
                    <a:pt x="427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5"/>
            <p:cNvSpPr/>
            <p:nvPr/>
          </p:nvSpPr>
          <p:spPr>
            <a:xfrm>
              <a:off x="625950" y="2432750"/>
              <a:ext cx="6647900" cy="1244800"/>
            </a:xfrm>
            <a:custGeom>
              <a:rect b="b" l="l" r="r" t="t"/>
              <a:pathLst>
                <a:path extrusionOk="0" h="49792" w="265916">
                  <a:moveTo>
                    <a:pt x="41667" y="0"/>
                  </a:moveTo>
                  <a:cubicBezTo>
                    <a:pt x="41386" y="0"/>
                    <a:pt x="41106" y="2"/>
                    <a:pt x="40827" y="5"/>
                  </a:cubicBezTo>
                  <a:cubicBezTo>
                    <a:pt x="19777" y="243"/>
                    <a:pt x="6049" y="2803"/>
                    <a:pt x="1" y="7613"/>
                  </a:cubicBezTo>
                  <a:lnTo>
                    <a:pt x="227" y="7899"/>
                  </a:lnTo>
                  <a:cubicBezTo>
                    <a:pt x="4335" y="4625"/>
                    <a:pt x="14717" y="672"/>
                    <a:pt x="40827" y="362"/>
                  </a:cubicBezTo>
                  <a:cubicBezTo>
                    <a:pt x="41089" y="360"/>
                    <a:pt x="41350" y="358"/>
                    <a:pt x="41613" y="358"/>
                  </a:cubicBezTo>
                  <a:cubicBezTo>
                    <a:pt x="56276" y="358"/>
                    <a:pt x="73363" y="4913"/>
                    <a:pt x="86405" y="12340"/>
                  </a:cubicBezTo>
                  <a:cubicBezTo>
                    <a:pt x="94096" y="16710"/>
                    <a:pt x="100585" y="22210"/>
                    <a:pt x="106871" y="27532"/>
                  </a:cubicBezTo>
                  <a:cubicBezTo>
                    <a:pt x="117111" y="36212"/>
                    <a:pt x="126779" y="44404"/>
                    <a:pt x="141078" y="48035"/>
                  </a:cubicBezTo>
                  <a:cubicBezTo>
                    <a:pt x="145866" y="49249"/>
                    <a:pt x="150405" y="49792"/>
                    <a:pt x="154753" y="49792"/>
                  </a:cubicBezTo>
                  <a:cubicBezTo>
                    <a:pt x="172149" y="49792"/>
                    <a:pt x="186490" y="41108"/>
                    <a:pt x="201502" y="32021"/>
                  </a:cubicBezTo>
                  <a:cubicBezTo>
                    <a:pt x="204645" y="30116"/>
                    <a:pt x="207884" y="28152"/>
                    <a:pt x="211182" y="26258"/>
                  </a:cubicBezTo>
                  <a:cubicBezTo>
                    <a:pt x="217949" y="22353"/>
                    <a:pt x="228064" y="17884"/>
                    <a:pt x="238884" y="17884"/>
                  </a:cubicBezTo>
                  <a:cubicBezTo>
                    <a:pt x="247824" y="17884"/>
                    <a:pt x="257244" y="20936"/>
                    <a:pt x="265653" y="29878"/>
                  </a:cubicBezTo>
                  <a:lnTo>
                    <a:pt x="265915" y="29628"/>
                  </a:lnTo>
                  <a:cubicBezTo>
                    <a:pt x="258521" y="21770"/>
                    <a:pt x="249592" y="17722"/>
                    <a:pt x="239364" y="17567"/>
                  </a:cubicBezTo>
                  <a:cubicBezTo>
                    <a:pt x="239173" y="17564"/>
                    <a:pt x="238981" y="17563"/>
                    <a:pt x="238788" y="17563"/>
                  </a:cubicBezTo>
                  <a:cubicBezTo>
                    <a:pt x="230104" y="17563"/>
                    <a:pt x="220508" y="20451"/>
                    <a:pt x="211003" y="25937"/>
                  </a:cubicBezTo>
                  <a:cubicBezTo>
                    <a:pt x="207717" y="27842"/>
                    <a:pt x="204467" y="29807"/>
                    <a:pt x="201336" y="31700"/>
                  </a:cubicBezTo>
                  <a:cubicBezTo>
                    <a:pt x="186364" y="40762"/>
                    <a:pt x="172056" y="49421"/>
                    <a:pt x="154743" y="49421"/>
                  </a:cubicBezTo>
                  <a:cubicBezTo>
                    <a:pt x="150426" y="49421"/>
                    <a:pt x="145921" y="48883"/>
                    <a:pt x="141173" y="47678"/>
                  </a:cubicBezTo>
                  <a:cubicBezTo>
                    <a:pt x="126945" y="44082"/>
                    <a:pt x="117301" y="35903"/>
                    <a:pt x="107098" y="27259"/>
                  </a:cubicBezTo>
                  <a:cubicBezTo>
                    <a:pt x="100799" y="21925"/>
                    <a:pt x="94298" y="16412"/>
                    <a:pt x="86583" y="12031"/>
                  </a:cubicBezTo>
                  <a:cubicBezTo>
                    <a:pt x="73509" y="4577"/>
                    <a:pt x="56377" y="0"/>
                    <a:pt x="416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5"/>
            <p:cNvSpPr/>
            <p:nvPr/>
          </p:nvSpPr>
          <p:spPr>
            <a:xfrm>
              <a:off x="636675" y="2334800"/>
              <a:ext cx="6637450" cy="1294425"/>
            </a:xfrm>
            <a:custGeom>
              <a:rect b="b" l="l" r="r" t="t"/>
              <a:pathLst>
                <a:path extrusionOk="0" h="51777" w="265498">
                  <a:moveTo>
                    <a:pt x="39287" y="1"/>
                  </a:moveTo>
                  <a:cubicBezTo>
                    <a:pt x="19177" y="1"/>
                    <a:pt x="5968" y="2322"/>
                    <a:pt x="0" y="6900"/>
                  </a:cubicBezTo>
                  <a:lnTo>
                    <a:pt x="227" y="7186"/>
                  </a:lnTo>
                  <a:cubicBezTo>
                    <a:pt x="4311" y="4047"/>
                    <a:pt x="14422" y="359"/>
                    <a:pt x="39404" y="359"/>
                  </a:cubicBezTo>
                  <a:cubicBezTo>
                    <a:pt x="39912" y="359"/>
                    <a:pt x="40426" y="360"/>
                    <a:pt x="40946" y="363"/>
                  </a:cubicBezTo>
                  <a:cubicBezTo>
                    <a:pt x="55781" y="447"/>
                    <a:pt x="73164" y="5340"/>
                    <a:pt x="86309" y="13127"/>
                  </a:cubicBezTo>
                  <a:cubicBezTo>
                    <a:pt x="93917" y="17639"/>
                    <a:pt x="100311" y="23247"/>
                    <a:pt x="106502" y="28676"/>
                  </a:cubicBezTo>
                  <a:cubicBezTo>
                    <a:pt x="116586" y="37535"/>
                    <a:pt x="126111" y="45905"/>
                    <a:pt x="140363" y="49774"/>
                  </a:cubicBezTo>
                  <a:cubicBezTo>
                    <a:pt x="145461" y="51162"/>
                    <a:pt x="150287" y="51777"/>
                    <a:pt x="154911" y="51777"/>
                  </a:cubicBezTo>
                  <a:cubicBezTo>
                    <a:pt x="171899" y="51777"/>
                    <a:pt x="186153" y="43484"/>
                    <a:pt x="201061" y="34808"/>
                  </a:cubicBezTo>
                  <a:cubicBezTo>
                    <a:pt x="204228" y="32963"/>
                    <a:pt x="207503" y="31058"/>
                    <a:pt x="210836" y="29212"/>
                  </a:cubicBezTo>
                  <a:cubicBezTo>
                    <a:pt x="217522" y="25512"/>
                    <a:pt x="227422" y="21326"/>
                    <a:pt x="237978" y="21326"/>
                  </a:cubicBezTo>
                  <a:cubicBezTo>
                    <a:pt x="247122" y="21326"/>
                    <a:pt x="256758" y="24467"/>
                    <a:pt x="265224" y="33784"/>
                  </a:cubicBezTo>
                  <a:lnTo>
                    <a:pt x="265498" y="33546"/>
                  </a:lnTo>
                  <a:cubicBezTo>
                    <a:pt x="258247" y="25569"/>
                    <a:pt x="249377" y="21354"/>
                    <a:pt x="239149" y="21033"/>
                  </a:cubicBezTo>
                  <a:cubicBezTo>
                    <a:pt x="238730" y="21019"/>
                    <a:pt x="238308" y="21012"/>
                    <a:pt x="237884" y="21012"/>
                  </a:cubicBezTo>
                  <a:cubicBezTo>
                    <a:pt x="229391" y="21012"/>
                    <a:pt x="220013" y="23731"/>
                    <a:pt x="210658" y="28903"/>
                  </a:cubicBezTo>
                  <a:cubicBezTo>
                    <a:pt x="207324" y="30748"/>
                    <a:pt x="204050" y="32653"/>
                    <a:pt x="200871" y="34498"/>
                  </a:cubicBezTo>
                  <a:cubicBezTo>
                    <a:pt x="186013" y="43140"/>
                    <a:pt x="171810" y="51406"/>
                    <a:pt x="154899" y="51406"/>
                  </a:cubicBezTo>
                  <a:cubicBezTo>
                    <a:pt x="150304" y="51406"/>
                    <a:pt x="145509" y="50796"/>
                    <a:pt x="140447" y="49417"/>
                  </a:cubicBezTo>
                  <a:cubicBezTo>
                    <a:pt x="126290" y="45571"/>
                    <a:pt x="116789" y="37237"/>
                    <a:pt x="106740" y="28402"/>
                  </a:cubicBezTo>
                  <a:cubicBezTo>
                    <a:pt x="100537" y="22961"/>
                    <a:pt x="94131" y="17342"/>
                    <a:pt x="86499" y="12817"/>
                  </a:cubicBezTo>
                  <a:cubicBezTo>
                    <a:pt x="73295" y="4995"/>
                    <a:pt x="55841" y="89"/>
                    <a:pt x="40958" y="6"/>
                  </a:cubicBezTo>
                  <a:cubicBezTo>
                    <a:pt x="40396" y="3"/>
                    <a:pt x="39839" y="1"/>
                    <a:pt x="392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5"/>
            <p:cNvSpPr/>
            <p:nvPr/>
          </p:nvSpPr>
          <p:spPr>
            <a:xfrm>
              <a:off x="649475" y="2235200"/>
              <a:ext cx="6624950" cy="1345700"/>
            </a:xfrm>
            <a:custGeom>
              <a:rect b="b" l="l" r="r" t="t"/>
              <a:pathLst>
                <a:path extrusionOk="0" h="53828" w="264998">
                  <a:moveTo>
                    <a:pt x="35160" y="0"/>
                  </a:moveTo>
                  <a:cubicBezTo>
                    <a:pt x="17419" y="0"/>
                    <a:pt x="5602" y="2101"/>
                    <a:pt x="0" y="6240"/>
                  </a:cubicBezTo>
                  <a:lnTo>
                    <a:pt x="215" y="6538"/>
                  </a:lnTo>
                  <a:cubicBezTo>
                    <a:pt x="4112" y="3654"/>
                    <a:pt x="13403" y="362"/>
                    <a:pt x="35411" y="362"/>
                  </a:cubicBezTo>
                  <a:cubicBezTo>
                    <a:pt x="37206" y="362"/>
                    <a:pt x="39085" y="384"/>
                    <a:pt x="41053" y="430"/>
                  </a:cubicBezTo>
                  <a:cubicBezTo>
                    <a:pt x="55876" y="787"/>
                    <a:pt x="73176" y="5978"/>
                    <a:pt x="86202" y="13979"/>
                  </a:cubicBezTo>
                  <a:cubicBezTo>
                    <a:pt x="93726" y="18623"/>
                    <a:pt x="100025" y="24350"/>
                    <a:pt x="106109" y="29886"/>
                  </a:cubicBezTo>
                  <a:cubicBezTo>
                    <a:pt x="116039" y="38911"/>
                    <a:pt x="125421" y="47436"/>
                    <a:pt x="139601" y="51567"/>
                  </a:cubicBezTo>
                  <a:cubicBezTo>
                    <a:pt x="145004" y="53139"/>
                    <a:pt x="150116" y="53827"/>
                    <a:pt x="155015" y="53827"/>
                  </a:cubicBezTo>
                  <a:cubicBezTo>
                    <a:pt x="171610" y="53827"/>
                    <a:pt x="185768" y="45925"/>
                    <a:pt x="200549" y="37661"/>
                  </a:cubicBezTo>
                  <a:cubicBezTo>
                    <a:pt x="203752" y="35875"/>
                    <a:pt x="207062" y="34030"/>
                    <a:pt x="210420" y="32244"/>
                  </a:cubicBezTo>
                  <a:cubicBezTo>
                    <a:pt x="217020" y="28737"/>
                    <a:pt x="226700" y="24823"/>
                    <a:pt x="236995" y="24823"/>
                  </a:cubicBezTo>
                  <a:cubicBezTo>
                    <a:pt x="246347" y="24823"/>
                    <a:pt x="256206" y="28053"/>
                    <a:pt x="264724" y="37756"/>
                  </a:cubicBezTo>
                  <a:lnTo>
                    <a:pt x="264998" y="37518"/>
                  </a:lnTo>
                  <a:cubicBezTo>
                    <a:pt x="257890" y="29422"/>
                    <a:pt x="249103" y="25052"/>
                    <a:pt x="238887" y="24552"/>
                  </a:cubicBezTo>
                  <a:cubicBezTo>
                    <a:pt x="238234" y="24520"/>
                    <a:pt x="237575" y="24503"/>
                    <a:pt x="236910" y="24503"/>
                  </a:cubicBezTo>
                  <a:cubicBezTo>
                    <a:pt x="228589" y="24503"/>
                    <a:pt x="219426" y="27049"/>
                    <a:pt x="210253" y="31922"/>
                  </a:cubicBezTo>
                  <a:cubicBezTo>
                    <a:pt x="206883" y="33708"/>
                    <a:pt x="203574" y="35565"/>
                    <a:pt x="200371" y="37351"/>
                  </a:cubicBezTo>
                  <a:cubicBezTo>
                    <a:pt x="185637" y="45583"/>
                    <a:pt x="171528" y="53466"/>
                    <a:pt x="155004" y="53466"/>
                  </a:cubicBezTo>
                  <a:cubicBezTo>
                    <a:pt x="150137" y="53466"/>
                    <a:pt x="145060" y="52782"/>
                    <a:pt x="139696" y="51222"/>
                  </a:cubicBezTo>
                  <a:cubicBezTo>
                    <a:pt x="125599" y="47114"/>
                    <a:pt x="116253" y="38613"/>
                    <a:pt x="106359" y="29612"/>
                  </a:cubicBezTo>
                  <a:cubicBezTo>
                    <a:pt x="100251" y="24064"/>
                    <a:pt x="93941" y="18325"/>
                    <a:pt x="86392" y="13682"/>
                  </a:cubicBezTo>
                  <a:cubicBezTo>
                    <a:pt x="73331" y="5633"/>
                    <a:pt x="55960" y="418"/>
                    <a:pt x="41077" y="73"/>
                  </a:cubicBezTo>
                  <a:cubicBezTo>
                    <a:pt x="39037" y="25"/>
                    <a:pt x="37064" y="0"/>
                    <a:pt x="35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5"/>
            <p:cNvSpPr/>
            <p:nvPr/>
          </p:nvSpPr>
          <p:spPr>
            <a:xfrm>
              <a:off x="664050" y="2134250"/>
              <a:ext cx="6610375" cy="1399125"/>
            </a:xfrm>
            <a:custGeom>
              <a:rect b="b" l="l" r="r" t="t"/>
              <a:pathLst>
                <a:path extrusionOk="0" h="55965" w="264415">
                  <a:moveTo>
                    <a:pt x="31658" y="1"/>
                  </a:moveTo>
                  <a:cubicBezTo>
                    <a:pt x="15910" y="1"/>
                    <a:pt x="5285" y="1898"/>
                    <a:pt x="1" y="5671"/>
                  </a:cubicBezTo>
                  <a:lnTo>
                    <a:pt x="215" y="5968"/>
                  </a:lnTo>
                  <a:cubicBezTo>
                    <a:pt x="3941" y="3311"/>
                    <a:pt x="12454" y="374"/>
                    <a:pt x="31865" y="374"/>
                  </a:cubicBezTo>
                  <a:cubicBezTo>
                    <a:pt x="34721" y="374"/>
                    <a:pt x="37813" y="437"/>
                    <a:pt x="41161" y="575"/>
                  </a:cubicBezTo>
                  <a:cubicBezTo>
                    <a:pt x="55972" y="1182"/>
                    <a:pt x="73177" y="6671"/>
                    <a:pt x="86047" y="14910"/>
                  </a:cubicBezTo>
                  <a:cubicBezTo>
                    <a:pt x="93489" y="19684"/>
                    <a:pt x="99692" y="25518"/>
                    <a:pt x="105681" y="31162"/>
                  </a:cubicBezTo>
                  <a:cubicBezTo>
                    <a:pt x="115456" y="40365"/>
                    <a:pt x="124683" y="49045"/>
                    <a:pt x="138792" y="53427"/>
                  </a:cubicBezTo>
                  <a:cubicBezTo>
                    <a:pt x="144499" y="55196"/>
                    <a:pt x="149895" y="55964"/>
                    <a:pt x="155070" y="55964"/>
                  </a:cubicBezTo>
                  <a:cubicBezTo>
                    <a:pt x="171272" y="55964"/>
                    <a:pt x="185312" y="48439"/>
                    <a:pt x="199966" y="40580"/>
                  </a:cubicBezTo>
                  <a:cubicBezTo>
                    <a:pt x="203205" y="38853"/>
                    <a:pt x="206539" y="37056"/>
                    <a:pt x="209932" y="35329"/>
                  </a:cubicBezTo>
                  <a:cubicBezTo>
                    <a:pt x="216438" y="32021"/>
                    <a:pt x="225885" y="28376"/>
                    <a:pt x="235908" y="28376"/>
                  </a:cubicBezTo>
                  <a:cubicBezTo>
                    <a:pt x="245474" y="28376"/>
                    <a:pt x="255565" y="31695"/>
                    <a:pt x="264129" y="41794"/>
                  </a:cubicBezTo>
                  <a:lnTo>
                    <a:pt x="264415" y="41568"/>
                  </a:lnTo>
                  <a:cubicBezTo>
                    <a:pt x="257438" y="33341"/>
                    <a:pt x="248734" y="28828"/>
                    <a:pt x="238519" y="28138"/>
                  </a:cubicBezTo>
                  <a:cubicBezTo>
                    <a:pt x="237634" y="28078"/>
                    <a:pt x="236737" y="28048"/>
                    <a:pt x="235830" y="28048"/>
                  </a:cubicBezTo>
                  <a:cubicBezTo>
                    <a:pt x="227710" y="28048"/>
                    <a:pt x="218762" y="30434"/>
                    <a:pt x="209765" y="35008"/>
                  </a:cubicBezTo>
                  <a:cubicBezTo>
                    <a:pt x="206372" y="36734"/>
                    <a:pt x="203026" y="38532"/>
                    <a:pt x="199800" y="40258"/>
                  </a:cubicBezTo>
                  <a:cubicBezTo>
                    <a:pt x="185191" y="48086"/>
                    <a:pt x="171191" y="55586"/>
                    <a:pt x="155054" y="55586"/>
                  </a:cubicBezTo>
                  <a:cubicBezTo>
                    <a:pt x="149912" y="55586"/>
                    <a:pt x="144552" y="54824"/>
                    <a:pt x="138887" y="53069"/>
                  </a:cubicBezTo>
                  <a:cubicBezTo>
                    <a:pt x="124862" y="48724"/>
                    <a:pt x="115658" y="40068"/>
                    <a:pt x="105931" y="30900"/>
                  </a:cubicBezTo>
                  <a:cubicBezTo>
                    <a:pt x="99918" y="25245"/>
                    <a:pt x="93715" y="19387"/>
                    <a:pt x="86238" y="14612"/>
                  </a:cubicBezTo>
                  <a:cubicBezTo>
                    <a:pt x="73320" y="6337"/>
                    <a:pt x="56055" y="813"/>
                    <a:pt x="41173" y="206"/>
                  </a:cubicBezTo>
                  <a:cubicBezTo>
                    <a:pt x="37818" y="69"/>
                    <a:pt x="34646" y="1"/>
                    <a:pt x="316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12" name="Google Shape;112;p5"/>
          <p:cNvPicPr preferRelativeResize="0"/>
          <p:nvPr/>
        </p:nvPicPr>
        <p:blipFill rotWithShape="1">
          <a:blip r:embed="rId3">
            <a:alphaModFix/>
          </a:blip>
          <a:srcRect b="6398" l="6912" r="43289" t="9856"/>
          <a:stretch/>
        </p:blipFill>
        <p:spPr>
          <a:xfrm>
            <a:off x="8247750" y="1188250"/>
            <a:ext cx="1699773" cy="160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5"/>
          <p:cNvPicPr preferRelativeResize="0"/>
          <p:nvPr/>
        </p:nvPicPr>
        <p:blipFill rotWithShape="1">
          <a:blip r:embed="rId3">
            <a:alphaModFix/>
          </a:blip>
          <a:srcRect b="6398" l="6912" r="43289" t="9856"/>
          <a:stretch/>
        </p:blipFill>
        <p:spPr>
          <a:xfrm>
            <a:off x="7485137" y="121800"/>
            <a:ext cx="433500" cy="410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5"/>
          <p:cNvPicPr preferRelativeResize="0"/>
          <p:nvPr/>
        </p:nvPicPr>
        <p:blipFill rotWithShape="1">
          <a:blip r:embed="rId4">
            <a:alphaModFix/>
          </a:blip>
          <a:srcRect b="700" l="0" r="0" t="700"/>
          <a:stretch/>
        </p:blipFill>
        <p:spPr>
          <a:xfrm>
            <a:off x="6087612" y="4284975"/>
            <a:ext cx="433501" cy="41009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5"/>
          <p:cNvSpPr txBox="1"/>
          <p:nvPr>
            <p:ph idx="1" type="subTitle"/>
          </p:nvPr>
        </p:nvSpPr>
        <p:spPr>
          <a:xfrm>
            <a:off x="4935362" y="3057574"/>
            <a:ext cx="2262300" cy="7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6" name="Google Shape;116;p5"/>
          <p:cNvSpPr txBox="1"/>
          <p:nvPr>
            <p:ph idx="2" type="subTitle"/>
          </p:nvPr>
        </p:nvSpPr>
        <p:spPr>
          <a:xfrm>
            <a:off x="4935362" y="2598000"/>
            <a:ext cx="22623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1800">
                <a:latin typeface="Coda"/>
                <a:ea typeface="Coda"/>
                <a:cs typeface="Coda"/>
                <a:sym typeface="Cod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9pPr>
          </a:lstStyle>
          <a:p/>
        </p:txBody>
      </p:sp>
      <p:sp>
        <p:nvSpPr>
          <p:cNvPr id="117" name="Google Shape;117;p5"/>
          <p:cNvSpPr txBox="1"/>
          <p:nvPr>
            <p:ph idx="3" type="subTitle"/>
          </p:nvPr>
        </p:nvSpPr>
        <p:spPr>
          <a:xfrm>
            <a:off x="1946338" y="3057574"/>
            <a:ext cx="2262300" cy="7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" name="Google Shape;118;p5"/>
          <p:cNvSpPr txBox="1"/>
          <p:nvPr>
            <p:ph idx="4" type="subTitle"/>
          </p:nvPr>
        </p:nvSpPr>
        <p:spPr>
          <a:xfrm>
            <a:off x="1946338" y="2598000"/>
            <a:ext cx="2262300" cy="5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1800">
                <a:latin typeface="Coda"/>
                <a:ea typeface="Coda"/>
                <a:cs typeface="Coda"/>
                <a:sym typeface="Cod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500"/>
              <a:buFont typeface="Delius Swash Caps"/>
              <a:buNone/>
              <a:defRPr sz="2500">
                <a:solidFill>
                  <a:schemeClr val="dk1"/>
                </a:solidFill>
                <a:latin typeface="Delius Swash Caps"/>
                <a:ea typeface="Delius Swash Caps"/>
                <a:cs typeface="Delius Swash Caps"/>
                <a:sym typeface="Delius Swash Caps"/>
              </a:defRPr>
            </a:lvl9pPr>
          </a:lstStyle>
          <a:p/>
        </p:txBody>
      </p:sp>
      <p:sp>
        <p:nvSpPr>
          <p:cNvPr id="119" name="Google Shape;119;p5"/>
          <p:cNvSpPr txBox="1"/>
          <p:nvPr>
            <p:ph type="title"/>
          </p:nvPr>
        </p:nvSpPr>
        <p:spPr>
          <a:xfrm>
            <a:off x="720000" y="45421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pic>
        <p:nvPicPr>
          <p:cNvPr id="120" name="Google Shape;120;p5"/>
          <p:cNvPicPr preferRelativeResize="0"/>
          <p:nvPr/>
        </p:nvPicPr>
        <p:blipFill rotWithShape="1">
          <a:blip r:embed="rId5">
            <a:alphaModFix/>
          </a:blip>
          <a:srcRect b="700" l="0" r="0" t="700"/>
          <a:stretch/>
        </p:blipFill>
        <p:spPr>
          <a:xfrm>
            <a:off x="164062" y="165300"/>
            <a:ext cx="433501" cy="4100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6"/>
          <p:cNvSpPr txBox="1"/>
          <p:nvPr>
            <p:ph type="title"/>
          </p:nvPr>
        </p:nvSpPr>
        <p:spPr>
          <a:xfrm>
            <a:off x="720000" y="441357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3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pic>
        <p:nvPicPr>
          <p:cNvPr id="124" name="Google Shape;124;p6"/>
          <p:cNvPicPr preferRelativeResize="0"/>
          <p:nvPr/>
        </p:nvPicPr>
        <p:blipFill rotWithShape="1">
          <a:blip r:embed="rId3">
            <a:alphaModFix/>
          </a:blip>
          <a:srcRect b="6398" l="6912" r="43289" t="9856"/>
          <a:stretch/>
        </p:blipFill>
        <p:spPr>
          <a:xfrm>
            <a:off x="3941575" y="4725200"/>
            <a:ext cx="345405" cy="326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5" name="Google Shape;125;p6"/>
          <p:cNvGrpSpPr/>
          <p:nvPr/>
        </p:nvGrpSpPr>
        <p:grpSpPr>
          <a:xfrm rot="-5399569">
            <a:off x="6329756" y="1739326"/>
            <a:ext cx="5321756" cy="1664552"/>
            <a:chOff x="603050" y="2134250"/>
            <a:chExt cx="6671375" cy="1887675"/>
          </a:xfrm>
        </p:grpSpPr>
        <p:sp>
          <p:nvSpPr>
            <p:cNvPr id="126" name="Google Shape;126;p6"/>
            <p:cNvSpPr/>
            <p:nvPr/>
          </p:nvSpPr>
          <p:spPr>
            <a:xfrm>
              <a:off x="608100" y="2949275"/>
              <a:ext cx="6665750" cy="1072650"/>
            </a:xfrm>
            <a:custGeom>
              <a:rect b="b" l="l" r="r" t="t"/>
              <a:pathLst>
                <a:path extrusionOk="0" h="42906" w="266630">
                  <a:moveTo>
                    <a:pt x="242926" y="0"/>
                  </a:moveTo>
                  <a:cubicBezTo>
                    <a:pt x="241564" y="0"/>
                    <a:pt x="240185" y="76"/>
                    <a:pt x="238792" y="228"/>
                  </a:cubicBezTo>
                  <a:cubicBezTo>
                    <a:pt x="230005" y="1168"/>
                    <a:pt x="220635" y="5240"/>
                    <a:pt x="211670" y="11979"/>
                  </a:cubicBezTo>
                  <a:cubicBezTo>
                    <a:pt x="208634" y="14265"/>
                    <a:pt x="205645" y="16611"/>
                    <a:pt x="202764" y="18885"/>
                  </a:cubicBezTo>
                  <a:cubicBezTo>
                    <a:pt x="187340" y="31016"/>
                    <a:pt x="172685" y="42543"/>
                    <a:pt x="152232" y="42543"/>
                  </a:cubicBezTo>
                  <a:cubicBezTo>
                    <a:pt x="149902" y="42543"/>
                    <a:pt x="147497" y="42394"/>
                    <a:pt x="145007" y="42078"/>
                  </a:cubicBezTo>
                  <a:cubicBezTo>
                    <a:pt x="130433" y="40233"/>
                    <a:pt x="119873" y="33291"/>
                    <a:pt x="108693" y="25957"/>
                  </a:cubicBezTo>
                  <a:cubicBezTo>
                    <a:pt x="101799" y="21433"/>
                    <a:pt x="94667" y="16754"/>
                    <a:pt x="86476" y="13337"/>
                  </a:cubicBezTo>
                  <a:cubicBezTo>
                    <a:pt x="75578" y="8791"/>
                    <a:pt x="62424" y="6298"/>
                    <a:pt x="50215" y="6298"/>
                  </a:cubicBezTo>
                  <a:cubicBezTo>
                    <a:pt x="46564" y="6298"/>
                    <a:pt x="42997" y="6521"/>
                    <a:pt x="39601" y="6979"/>
                  </a:cubicBezTo>
                  <a:cubicBezTo>
                    <a:pt x="18729" y="9788"/>
                    <a:pt x="5418" y="14003"/>
                    <a:pt x="0" y="19504"/>
                  </a:cubicBezTo>
                  <a:lnTo>
                    <a:pt x="262" y="19766"/>
                  </a:lnTo>
                  <a:cubicBezTo>
                    <a:pt x="3941" y="16015"/>
                    <a:pt x="13764" y="10824"/>
                    <a:pt x="39648" y="7348"/>
                  </a:cubicBezTo>
                  <a:cubicBezTo>
                    <a:pt x="43028" y="6893"/>
                    <a:pt x="46578" y="6672"/>
                    <a:pt x="50211" y="6672"/>
                  </a:cubicBezTo>
                  <a:cubicBezTo>
                    <a:pt x="62374" y="6672"/>
                    <a:pt x="75481" y="9153"/>
                    <a:pt x="86345" y="13682"/>
                  </a:cubicBezTo>
                  <a:cubicBezTo>
                    <a:pt x="94500" y="17075"/>
                    <a:pt x="101620" y="21742"/>
                    <a:pt x="108502" y="26255"/>
                  </a:cubicBezTo>
                  <a:cubicBezTo>
                    <a:pt x="119718" y="33625"/>
                    <a:pt x="130314" y="40578"/>
                    <a:pt x="144959" y="42435"/>
                  </a:cubicBezTo>
                  <a:cubicBezTo>
                    <a:pt x="147474" y="42754"/>
                    <a:pt x="149902" y="42906"/>
                    <a:pt x="152253" y="42906"/>
                  </a:cubicBezTo>
                  <a:cubicBezTo>
                    <a:pt x="172815" y="42906"/>
                    <a:pt x="187519" y="31340"/>
                    <a:pt x="202990" y="19171"/>
                  </a:cubicBezTo>
                  <a:cubicBezTo>
                    <a:pt x="205871" y="16908"/>
                    <a:pt x="208860" y="14563"/>
                    <a:pt x="211896" y="12277"/>
                  </a:cubicBezTo>
                  <a:cubicBezTo>
                    <a:pt x="219006" y="6920"/>
                    <a:pt x="230335" y="312"/>
                    <a:pt x="242921" y="312"/>
                  </a:cubicBezTo>
                  <a:cubicBezTo>
                    <a:pt x="250504" y="312"/>
                    <a:pt x="258543" y="2711"/>
                    <a:pt x="266391" y="9229"/>
                  </a:cubicBezTo>
                  <a:lnTo>
                    <a:pt x="266629" y="8943"/>
                  </a:lnTo>
                  <a:cubicBezTo>
                    <a:pt x="259467" y="3004"/>
                    <a:pt x="251508" y="0"/>
                    <a:pt x="2429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6"/>
            <p:cNvSpPr/>
            <p:nvPr/>
          </p:nvSpPr>
          <p:spPr>
            <a:xfrm>
              <a:off x="604525" y="2938825"/>
              <a:ext cx="6669025" cy="1033425"/>
            </a:xfrm>
            <a:custGeom>
              <a:rect b="b" l="l" r="r" t="t"/>
              <a:pathLst>
                <a:path extrusionOk="0" h="41337" w="266761">
                  <a:moveTo>
                    <a:pt x="242560" y="0"/>
                  </a:moveTo>
                  <a:cubicBezTo>
                    <a:pt x="241419" y="0"/>
                    <a:pt x="240266" y="53"/>
                    <a:pt x="239102" y="158"/>
                  </a:cubicBezTo>
                  <a:cubicBezTo>
                    <a:pt x="230303" y="955"/>
                    <a:pt x="220850" y="4861"/>
                    <a:pt x="211765" y="11445"/>
                  </a:cubicBezTo>
                  <a:cubicBezTo>
                    <a:pt x="208693" y="13683"/>
                    <a:pt x="205669" y="15969"/>
                    <a:pt x="202752" y="18184"/>
                  </a:cubicBezTo>
                  <a:cubicBezTo>
                    <a:pt x="187359" y="29863"/>
                    <a:pt x="172728" y="40966"/>
                    <a:pt x="152762" y="40966"/>
                  </a:cubicBezTo>
                  <a:cubicBezTo>
                    <a:pt x="150135" y="40966"/>
                    <a:pt x="147416" y="40773"/>
                    <a:pt x="144590" y="40365"/>
                  </a:cubicBezTo>
                  <a:cubicBezTo>
                    <a:pt x="130064" y="38269"/>
                    <a:pt x="119623" y="31150"/>
                    <a:pt x="108574" y="23613"/>
                  </a:cubicBezTo>
                  <a:cubicBezTo>
                    <a:pt x="101751" y="18969"/>
                    <a:pt x="94703" y="14171"/>
                    <a:pt x="86571" y="10611"/>
                  </a:cubicBezTo>
                  <a:cubicBezTo>
                    <a:pt x="75309" y="5677"/>
                    <a:pt x="61560" y="2931"/>
                    <a:pt x="48931" y="2931"/>
                  </a:cubicBezTo>
                  <a:cubicBezTo>
                    <a:pt x="45806" y="2931"/>
                    <a:pt x="42749" y="3099"/>
                    <a:pt x="39815" y="3444"/>
                  </a:cubicBezTo>
                  <a:cubicBezTo>
                    <a:pt x="18908" y="5885"/>
                    <a:pt x="5513" y="9861"/>
                    <a:pt x="1" y="15279"/>
                  </a:cubicBezTo>
                  <a:lnTo>
                    <a:pt x="251" y="15529"/>
                  </a:lnTo>
                  <a:cubicBezTo>
                    <a:pt x="4001" y="11850"/>
                    <a:pt x="13919" y="6825"/>
                    <a:pt x="39851" y="3801"/>
                  </a:cubicBezTo>
                  <a:cubicBezTo>
                    <a:pt x="42768" y="3459"/>
                    <a:pt x="45807" y="3292"/>
                    <a:pt x="48914" y="3292"/>
                  </a:cubicBezTo>
                  <a:cubicBezTo>
                    <a:pt x="61497" y="3292"/>
                    <a:pt x="75199" y="6027"/>
                    <a:pt x="86428" y="10945"/>
                  </a:cubicBezTo>
                  <a:cubicBezTo>
                    <a:pt x="94524" y="14493"/>
                    <a:pt x="101561" y="19279"/>
                    <a:pt x="108359" y="23922"/>
                  </a:cubicBezTo>
                  <a:cubicBezTo>
                    <a:pt x="119456" y="31471"/>
                    <a:pt x="129922" y="38615"/>
                    <a:pt x="144542" y="40734"/>
                  </a:cubicBezTo>
                  <a:cubicBezTo>
                    <a:pt x="147384" y="41144"/>
                    <a:pt x="150118" y="41337"/>
                    <a:pt x="152759" y="41337"/>
                  </a:cubicBezTo>
                  <a:cubicBezTo>
                    <a:pt x="172836" y="41337"/>
                    <a:pt x="187520" y="30193"/>
                    <a:pt x="202966" y="18481"/>
                  </a:cubicBezTo>
                  <a:cubicBezTo>
                    <a:pt x="205883" y="16267"/>
                    <a:pt x="208908" y="13969"/>
                    <a:pt x="211979" y="11742"/>
                  </a:cubicBezTo>
                  <a:cubicBezTo>
                    <a:pt x="219066" y="6599"/>
                    <a:pt x="230260" y="308"/>
                    <a:pt x="242600" y="308"/>
                  </a:cubicBezTo>
                  <a:cubicBezTo>
                    <a:pt x="250370" y="308"/>
                    <a:pt x="258594" y="2802"/>
                    <a:pt x="266534" y="9647"/>
                  </a:cubicBezTo>
                  <a:lnTo>
                    <a:pt x="266760" y="9373"/>
                  </a:lnTo>
                  <a:cubicBezTo>
                    <a:pt x="259527" y="3141"/>
                    <a:pt x="251396" y="0"/>
                    <a:pt x="242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6"/>
            <p:cNvSpPr/>
            <p:nvPr/>
          </p:nvSpPr>
          <p:spPr>
            <a:xfrm>
              <a:off x="603050" y="2916775"/>
              <a:ext cx="6670800" cy="1005800"/>
            </a:xfrm>
            <a:custGeom>
              <a:rect b="b" l="l" r="r" t="t"/>
              <a:pathLst>
                <a:path extrusionOk="0" h="40232" w="266832">
                  <a:moveTo>
                    <a:pt x="47581" y="0"/>
                  </a:moveTo>
                  <a:cubicBezTo>
                    <a:pt x="44993" y="0"/>
                    <a:pt x="42457" y="119"/>
                    <a:pt x="40005" y="361"/>
                  </a:cubicBezTo>
                  <a:cubicBezTo>
                    <a:pt x="19062" y="2445"/>
                    <a:pt x="5608" y="6183"/>
                    <a:pt x="0" y="11505"/>
                  </a:cubicBezTo>
                  <a:lnTo>
                    <a:pt x="250" y="11767"/>
                  </a:lnTo>
                  <a:cubicBezTo>
                    <a:pt x="4060" y="8148"/>
                    <a:pt x="14061" y="3302"/>
                    <a:pt x="40041" y="730"/>
                  </a:cubicBezTo>
                  <a:cubicBezTo>
                    <a:pt x="42490" y="487"/>
                    <a:pt x="45023" y="368"/>
                    <a:pt x="47608" y="368"/>
                  </a:cubicBezTo>
                  <a:cubicBezTo>
                    <a:pt x="60603" y="368"/>
                    <a:pt x="74908" y="3370"/>
                    <a:pt x="86487" y="8683"/>
                  </a:cubicBezTo>
                  <a:cubicBezTo>
                    <a:pt x="94524" y="12362"/>
                    <a:pt x="101477" y="17292"/>
                    <a:pt x="108192" y="22042"/>
                  </a:cubicBezTo>
                  <a:cubicBezTo>
                    <a:pt x="119146" y="29793"/>
                    <a:pt x="129504" y="37116"/>
                    <a:pt x="144078" y="39473"/>
                  </a:cubicBezTo>
                  <a:cubicBezTo>
                    <a:pt x="147258" y="39990"/>
                    <a:pt x="150307" y="40232"/>
                    <a:pt x="153246" y="40232"/>
                  </a:cubicBezTo>
                  <a:cubicBezTo>
                    <a:pt x="172829" y="40232"/>
                    <a:pt x="187478" y="29509"/>
                    <a:pt x="202883" y="18256"/>
                  </a:cubicBezTo>
                  <a:cubicBezTo>
                    <a:pt x="205835" y="16089"/>
                    <a:pt x="208895" y="13851"/>
                    <a:pt x="212015" y="11672"/>
                  </a:cubicBezTo>
                  <a:cubicBezTo>
                    <a:pt x="219065" y="6740"/>
                    <a:pt x="230090" y="772"/>
                    <a:pt x="242173" y="772"/>
                  </a:cubicBezTo>
                  <a:cubicBezTo>
                    <a:pt x="250128" y="772"/>
                    <a:pt x="258541" y="3359"/>
                    <a:pt x="266581" y="10529"/>
                  </a:cubicBezTo>
                  <a:lnTo>
                    <a:pt x="266831" y="10255"/>
                  </a:lnTo>
                  <a:cubicBezTo>
                    <a:pt x="259528" y="3740"/>
                    <a:pt x="251234" y="461"/>
                    <a:pt x="242138" y="461"/>
                  </a:cubicBezTo>
                  <a:cubicBezTo>
                    <a:pt x="241209" y="461"/>
                    <a:pt x="240272" y="495"/>
                    <a:pt x="239328" y="563"/>
                  </a:cubicBezTo>
                  <a:cubicBezTo>
                    <a:pt x="230517" y="1206"/>
                    <a:pt x="220992" y="4945"/>
                    <a:pt x="211800" y="11374"/>
                  </a:cubicBezTo>
                  <a:cubicBezTo>
                    <a:pt x="208681" y="13553"/>
                    <a:pt x="205621" y="15791"/>
                    <a:pt x="202668" y="17958"/>
                  </a:cubicBezTo>
                  <a:cubicBezTo>
                    <a:pt x="187317" y="29187"/>
                    <a:pt x="172706" y="39865"/>
                    <a:pt x="153219" y="39865"/>
                  </a:cubicBezTo>
                  <a:cubicBezTo>
                    <a:pt x="150307" y="39865"/>
                    <a:pt x="147286" y="39627"/>
                    <a:pt x="144137" y="39116"/>
                  </a:cubicBezTo>
                  <a:cubicBezTo>
                    <a:pt x="129635" y="36770"/>
                    <a:pt x="119325" y="29472"/>
                    <a:pt x="108406" y="21745"/>
                  </a:cubicBezTo>
                  <a:cubicBezTo>
                    <a:pt x="101679" y="16982"/>
                    <a:pt x="94702" y="12053"/>
                    <a:pt x="86642" y="8350"/>
                  </a:cubicBezTo>
                  <a:cubicBezTo>
                    <a:pt x="75006" y="3014"/>
                    <a:pt x="60634" y="0"/>
                    <a:pt x="475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6"/>
            <p:cNvSpPr/>
            <p:nvPr/>
          </p:nvSpPr>
          <p:spPr>
            <a:xfrm>
              <a:off x="603625" y="2820875"/>
              <a:ext cx="6670225" cy="1052250"/>
            </a:xfrm>
            <a:custGeom>
              <a:rect b="b" l="l" r="r" t="t"/>
              <a:pathLst>
                <a:path extrusionOk="0" h="42090" w="266809">
                  <a:moveTo>
                    <a:pt x="46344" y="0"/>
                  </a:moveTo>
                  <a:cubicBezTo>
                    <a:pt x="44253" y="0"/>
                    <a:pt x="42198" y="80"/>
                    <a:pt x="40196" y="244"/>
                  </a:cubicBezTo>
                  <a:cubicBezTo>
                    <a:pt x="19218" y="1959"/>
                    <a:pt x="5692" y="5471"/>
                    <a:pt x="1" y="10686"/>
                  </a:cubicBezTo>
                  <a:lnTo>
                    <a:pt x="239" y="10948"/>
                  </a:lnTo>
                  <a:cubicBezTo>
                    <a:pt x="4120" y="7400"/>
                    <a:pt x="14193" y="2721"/>
                    <a:pt x="40220" y="601"/>
                  </a:cubicBezTo>
                  <a:cubicBezTo>
                    <a:pt x="42208" y="440"/>
                    <a:pt x="44249" y="360"/>
                    <a:pt x="46327" y="360"/>
                  </a:cubicBezTo>
                  <a:cubicBezTo>
                    <a:pt x="59706" y="360"/>
                    <a:pt x="74600" y="3646"/>
                    <a:pt x="86524" y="9376"/>
                  </a:cubicBezTo>
                  <a:cubicBezTo>
                    <a:pt x="94501" y="13198"/>
                    <a:pt x="101359" y="18234"/>
                    <a:pt x="107991" y="23104"/>
                  </a:cubicBezTo>
                  <a:cubicBezTo>
                    <a:pt x="118813" y="31046"/>
                    <a:pt x="129029" y="38546"/>
                    <a:pt x="143566" y="41166"/>
                  </a:cubicBezTo>
                  <a:cubicBezTo>
                    <a:pt x="147069" y="41797"/>
                    <a:pt x="150419" y="42090"/>
                    <a:pt x="153641" y="42090"/>
                  </a:cubicBezTo>
                  <a:cubicBezTo>
                    <a:pt x="172769" y="42090"/>
                    <a:pt x="187383" y="31783"/>
                    <a:pt x="202729" y="20961"/>
                  </a:cubicBezTo>
                  <a:cubicBezTo>
                    <a:pt x="205729" y="18854"/>
                    <a:pt x="208825" y="16663"/>
                    <a:pt x="211980" y="14543"/>
                  </a:cubicBezTo>
                  <a:cubicBezTo>
                    <a:pt x="218983" y="9825"/>
                    <a:pt x="229850" y="4171"/>
                    <a:pt x="241687" y="4171"/>
                  </a:cubicBezTo>
                  <a:cubicBezTo>
                    <a:pt x="249833" y="4171"/>
                    <a:pt x="258438" y="6849"/>
                    <a:pt x="266558" y="14353"/>
                  </a:cubicBezTo>
                  <a:lnTo>
                    <a:pt x="266808" y="14091"/>
                  </a:lnTo>
                  <a:cubicBezTo>
                    <a:pt x="259457" y="7303"/>
                    <a:pt x="251007" y="3862"/>
                    <a:pt x="241659" y="3862"/>
                  </a:cubicBezTo>
                  <a:cubicBezTo>
                    <a:pt x="240939" y="3862"/>
                    <a:pt x="240214" y="3882"/>
                    <a:pt x="239483" y="3923"/>
                  </a:cubicBezTo>
                  <a:cubicBezTo>
                    <a:pt x="230661" y="4411"/>
                    <a:pt x="221076" y="7971"/>
                    <a:pt x="211777" y="14246"/>
                  </a:cubicBezTo>
                  <a:cubicBezTo>
                    <a:pt x="208622" y="16365"/>
                    <a:pt x="205515" y="18556"/>
                    <a:pt x="202526" y="20663"/>
                  </a:cubicBezTo>
                  <a:cubicBezTo>
                    <a:pt x="187233" y="31450"/>
                    <a:pt x="172655" y="41722"/>
                    <a:pt x="153612" y="41722"/>
                  </a:cubicBezTo>
                  <a:cubicBezTo>
                    <a:pt x="150417" y="41722"/>
                    <a:pt x="147097" y="41433"/>
                    <a:pt x="143626" y="40809"/>
                  </a:cubicBezTo>
                  <a:cubicBezTo>
                    <a:pt x="129172" y="38201"/>
                    <a:pt x="118992" y="30724"/>
                    <a:pt x="108205" y="22806"/>
                  </a:cubicBezTo>
                  <a:cubicBezTo>
                    <a:pt x="101561" y="17925"/>
                    <a:pt x="94679" y="12877"/>
                    <a:pt x="86678" y="9043"/>
                  </a:cubicBezTo>
                  <a:cubicBezTo>
                    <a:pt x="74718" y="3305"/>
                    <a:pt x="59772" y="0"/>
                    <a:pt x="463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6"/>
            <p:cNvSpPr/>
            <p:nvPr/>
          </p:nvSpPr>
          <p:spPr>
            <a:xfrm>
              <a:off x="606025" y="2724425"/>
              <a:ext cx="6667825" cy="1099375"/>
            </a:xfrm>
            <a:custGeom>
              <a:rect b="b" l="l" r="r" t="t"/>
              <a:pathLst>
                <a:path extrusionOk="0" h="43975" w="266713">
                  <a:moveTo>
                    <a:pt x="45120" y="1"/>
                  </a:moveTo>
                  <a:cubicBezTo>
                    <a:pt x="43512" y="1"/>
                    <a:pt x="41927" y="50"/>
                    <a:pt x="40374" y="149"/>
                  </a:cubicBezTo>
                  <a:cubicBezTo>
                    <a:pt x="19372" y="1495"/>
                    <a:pt x="5787" y="4769"/>
                    <a:pt x="0" y="9889"/>
                  </a:cubicBezTo>
                  <a:lnTo>
                    <a:pt x="250" y="10150"/>
                  </a:lnTo>
                  <a:cubicBezTo>
                    <a:pt x="4191" y="6674"/>
                    <a:pt x="14335" y="2185"/>
                    <a:pt x="40410" y="518"/>
                  </a:cubicBezTo>
                  <a:cubicBezTo>
                    <a:pt x="41956" y="419"/>
                    <a:pt x="43534" y="370"/>
                    <a:pt x="45136" y="370"/>
                  </a:cubicBezTo>
                  <a:cubicBezTo>
                    <a:pt x="58853" y="370"/>
                    <a:pt x="74318" y="3961"/>
                    <a:pt x="86547" y="10091"/>
                  </a:cubicBezTo>
                  <a:cubicBezTo>
                    <a:pt x="94441" y="14044"/>
                    <a:pt x="101227" y="19211"/>
                    <a:pt x="107776" y="24188"/>
                  </a:cubicBezTo>
                  <a:cubicBezTo>
                    <a:pt x="118432" y="32332"/>
                    <a:pt x="128528" y="39999"/>
                    <a:pt x="143018" y="42869"/>
                  </a:cubicBezTo>
                  <a:cubicBezTo>
                    <a:pt x="146843" y="43627"/>
                    <a:pt x="150492" y="43975"/>
                    <a:pt x="153996" y="43975"/>
                  </a:cubicBezTo>
                  <a:cubicBezTo>
                    <a:pt x="172677" y="43975"/>
                    <a:pt x="187246" y="34086"/>
                    <a:pt x="202525" y="23700"/>
                  </a:cubicBezTo>
                  <a:cubicBezTo>
                    <a:pt x="205562" y="21640"/>
                    <a:pt x="208693" y="19509"/>
                    <a:pt x="211884" y="17449"/>
                  </a:cubicBezTo>
                  <a:cubicBezTo>
                    <a:pt x="218840" y="12936"/>
                    <a:pt x="229526" y="7594"/>
                    <a:pt x="241107" y="7594"/>
                  </a:cubicBezTo>
                  <a:cubicBezTo>
                    <a:pt x="249447" y="7594"/>
                    <a:pt x="258252" y="10365"/>
                    <a:pt x="266462" y="18211"/>
                  </a:cubicBezTo>
                  <a:lnTo>
                    <a:pt x="266712" y="17949"/>
                  </a:lnTo>
                  <a:cubicBezTo>
                    <a:pt x="259310" y="10864"/>
                    <a:pt x="250693" y="7276"/>
                    <a:pt x="241074" y="7276"/>
                  </a:cubicBezTo>
                  <a:cubicBezTo>
                    <a:pt x="240574" y="7276"/>
                    <a:pt x="240071" y="7285"/>
                    <a:pt x="239566" y="7305"/>
                  </a:cubicBezTo>
                  <a:cubicBezTo>
                    <a:pt x="230731" y="7638"/>
                    <a:pt x="221099" y="11043"/>
                    <a:pt x="211681" y="17139"/>
                  </a:cubicBezTo>
                  <a:cubicBezTo>
                    <a:pt x="208490" y="19211"/>
                    <a:pt x="205359" y="21342"/>
                    <a:pt x="202323" y="23402"/>
                  </a:cubicBezTo>
                  <a:cubicBezTo>
                    <a:pt x="187090" y="33751"/>
                    <a:pt x="172575" y="43610"/>
                    <a:pt x="153990" y="43610"/>
                  </a:cubicBezTo>
                  <a:cubicBezTo>
                    <a:pt x="150510" y="43610"/>
                    <a:pt x="146887" y="43265"/>
                    <a:pt x="143089" y="42512"/>
                  </a:cubicBezTo>
                  <a:cubicBezTo>
                    <a:pt x="128683" y="39654"/>
                    <a:pt x="118622" y="31998"/>
                    <a:pt x="107990" y="23902"/>
                  </a:cubicBezTo>
                  <a:cubicBezTo>
                    <a:pt x="101418" y="18913"/>
                    <a:pt x="94631" y="13734"/>
                    <a:pt x="86701" y="9758"/>
                  </a:cubicBezTo>
                  <a:cubicBezTo>
                    <a:pt x="74419" y="3595"/>
                    <a:pt x="58900" y="1"/>
                    <a:pt x="45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6"/>
            <p:cNvSpPr/>
            <p:nvPr/>
          </p:nvSpPr>
          <p:spPr>
            <a:xfrm>
              <a:off x="610775" y="2627700"/>
              <a:ext cx="6663075" cy="1147100"/>
            </a:xfrm>
            <a:custGeom>
              <a:rect b="b" l="l" r="r" t="t"/>
              <a:pathLst>
                <a:path extrusionOk="0" h="45884" w="266523">
                  <a:moveTo>
                    <a:pt x="43919" y="0"/>
                  </a:moveTo>
                  <a:cubicBezTo>
                    <a:pt x="42779" y="0"/>
                    <a:pt x="41652" y="26"/>
                    <a:pt x="40541" y="77"/>
                  </a:cubicBezTo>
                  <a:cubicBezTo>
                    <a:pt x="19515" y="1054"/>
                    <a:pt x="5870" y="4090"/>
                    <a:pt x="1" y="9102"/>
                  </a:cubicBezTo>
                  <a:lnTo>
                    <a:pt x="239" y="9376"/>
                  </a:lnTo>
                  <a:cubicBezTo>
                    <a:pt x="4227" y="5971"/>
                    <a:pt x="14467" y="1649"/>
                    <a:pt x="40553" y="434"/>
                  </a:cubicBezTo>
                  <a:cubicBezTo>
                    <a:pt x="41663" y="383"/>
                    <a:pt x="42788" y="357"/>
                    <a:pt x="43926" y="357"/>
                  </a:cubicBezTo>
                  <a:cubicBezTo>
                    <a:pt x="57980" y="357"/>
                    <a:pt x="73989" y="4252"/>
                    <a:pt x="86523" y="10817"/>
                  </a:cubicBezTo>
                  <a:cubicBezTo>
                    <a:pt x="94346" y="14912"/>
                    <a:pt x="101037" y="20187"/>
                    <a:pt x="107502" y="25283"/>
                  </a:cubicBezTo>
                  <a:cubicBezTo>
                    <a:pt x="118039" y="33593"/>
                    <a:pt x="127981" y="41451"/>
                    <a:pt x="142411" y="44571"/>
                  </a:cubicBezTo>
                  <a:cubicBezTo>
                    <a:pt x="146566" y="45473"/>
                    <a:pt x="150520" y="45883"/>
                    <a:pt x="154313" y="45883"/>
                  </a:cubicBezTo>
                  <a:cubicBezTo>
                    <a:pt x="172548" y="45883"/>
                    <a:pt x="187052" y="36397"/>
                    <a:pt x="202240" y="26461"/>
                  </a:cubicBezTo>
                  <a:cubicBezTo>
                    <a:pt x="205312" y="24449"/>
                    <a:pt x="208491" y="22378"/>
                    <a:pt x="211706" y="20365"/>
                  </a:cubicBezTo>
                  <a:cubicBezTo>
                    <a:pt x="218611" y="16054"/>
                    <a:pt x="229117" y="11007"/>
                    <a:pt x="240446" y="11007"/>
                  </a:cubicBezTo>
                  <a:cubicBezTo>
                    <a:pt x="248983" y="11007"/>
                    <a:pt x="257988" y="13873"/>
                    <a:pt x="266272" y="22080"/>
                  </a:cubicBezTo>
                  <a:lnTo>
                    <a:pt x="266522" y="21818"/>
                  </a:lnTo>
                  <a:cubicBezTo>
                    <a:pt x="259063" y="14429"/>
                    <a:pt x="250259" y="10690"/>
                    <a:pt x="240352" y="10690"/>
                  </a:cubicBezTo>
                  <a:cubicBezTo>
                    <a:pt x="240091" y="10690"/>
                    <a:pt x="239829" y="10692"/>
                    <a:pt x="239566" y="10698"/>
                  </a:cubicBezTo>
                  <a:cubicBezTo>
                    <a:pt x="230732" y="10876"/>
                    <a:pt x="221040" y="14115"/>
                    <a:pt x="211515" y="20056"/>
                  </a:cubicBezTo>
                  <a:cubicBezTo>
                    <a:pt x="208300" y="22068"/>
                    <a:pt x="205122" y="24152"/>
                    <a:pt x="202050" y="26152"/>
                  </a:cubicBezTo>
                  <a:cubicBezTo>
                    <a:pt x="186888" y="36065"/>
                    <a:pt x="172430" y="45521"/>
                    <a:pt x="154274" y="45521"/>
                  </a:cubicBezTo>
                  <a:cubicBezTo>
                    <a:pt x="150515" y="45521"/>
                    <a:pt x="146598" y="45116"/>
                    <a:pt x="142483" y="44226"/>
                  </a:cubicBezTo>
                  <a:cubicBezTo>
                    <a:pt x="128136" y="41118"/>
                    <a:pt x="118218" y="33284"/>
                    <a:pt x="107716" y="24997"/>
                  </a:cubicBezTo>
                  <a:cubicBezTo>
                    <a:pt x="101239" y="19889"/>
                    <a:pt x="94548" y="14603"/>
                    <a:pt x="86690" y="10495"/>
                  </a:cubicBezTo>
                  <a:cubicBezTo>
                    <a:pt x="74109" y="3907"/>
                    <a:pt x="58032" y="0"/>
                    <a:pt x="439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6"/>
            <p:cNvSpPr/>
            <p:nvPr/>
          </p:nvSpPr>
          <p:spPr>
            <a:xfrm>
              <a:off x="617325" y="2530375"/>
              <a:ext cx="6656525" cy="1195600"/>
            </a:xfrm>
            <a:custGeom>
              <a:rect b="b" l="l" r="r" t="t"/>
              <a:pathLst>
                <a:path extrusionOk="0" h="47824" w="266261">
                  <a:moveTo>
                    <a:pt x="42753" y="0"/>
                  </a:moveTo>
                  <a:cubicBezTo>
                    <a:pt x="42062" y="0"/>
                    <a:pt x="41376" y="10"/>
                    <a:pt x="40696" y="29"/>
                  </a:cubicBezTo>
                  <a:cubicBezTo>
                    <a:pt x="19646" y="637"/>
                    <a:pt x="5966" y="3435"/>
                    <a:pt x="1" y="8352"/>
                  </a:cubicBezTo>
                  <a:lnTo>
                    <a:pt x="227" y="8626"/>
                  </a:lnTo>
                  <a:cubicBezTo>
                    <a:pt x="4287" y="5292"/>
                    <a:pt x="14598" y="1149"/>
                    <a:pt x="40696" y="387"/>
                  </a:cubicBezTo>
                  <a:cubicBezTo>
                    <a:pt x="41375" y="367"/>
                    <a:pt x="42061" y="357"/>
                    <a:pt x="42751" y="357"/>
                  </a:cubicBezTo>
                  <a:cubicBezTo>
                    <a:pt x="57119" y="357"/>
                    <a:pt x="73684" y="4580"/>
                    <a:pt x="86476" y="11566"/>
                  </a:cubicBezTo>
                  <a:cubicBezTo>
                    <a:pt x="94239" y="15805"/>
                    <a:pt x="100823" y="21199"/>
                    <a:pt x="107193" y="26402"/>
                  </a:cubicBezTo>
                  <a:cubicBezTo>
                    <a:pt x="117587" y="34903"/>
                    <a:pt x="127397" y="42927"/>
                    <a:pt x="141768" y="46297"/>
                  </a:cubicBezTo>
                  <a:cubicBezTo>
                    <a:pt x="146242" y="47349"/>
                    <a:pt x="150491" y="47823"/>
                    <a:pt x="154562" y="47823"/>
                  </a:cubicBezTo>
                  <a:cubicBezTo>
                    <a:pt x="172376" y="47823"/>
                    <a:pt x="186800" y="38740"/>
                    <a:pt x="201919" y="29223"/>
                  </a:cubicBezTo>
                  <a:cubicBezTo>
                    <a:pt x="205014" y="27271"/>
                    <a:pt x="208229" y="25259"/>
                    <a:pt x="211479" y="23306"/>
                  </a:cubicBezTo>
                  <a:cubicBezTo>
                    <a:pt x="218321" y="19200"/>
                    <a:pt x="228632" y="14450"/>
                    <a:pt x="239705" y="14450"/>
                  </a:cubicBezTo>
                  <a:cubicBezTo>
                    <a:pt x="248443" y="14450"/>
                    <a:pt x="257655" y="17408"/>
                    <a:pt x="266010" y="25973"/>
                  </a:cubicBezTo>
                  <a:lnTo>
                    <a:pt x="266260" y="25711"/>
                  </a:lnTo>
                  <a:cubicBezTo>
                    <a:pt x="258758" y="18019"/>
                    <a:pt x="249789" y="14126"/>
                    <a:pt x="239600" y="14126"/>
                  </a:cubicBezTo>
                  <a:cubicBezTo>
                    <a:pt x="239569" y="14126"/>
                    <a:pt x="239538" y="14126"/>
                    <a:pt x="239507" y="14126"/>
                  </a:cubicBezTo>
                  <a:cubicBezTo>
                    <a:pt x="230672" y="14150"/>
                    <a:pt x="220921" y="17222"/>
                    <a:pt x="211301" y="22996"/>
                  </a:cubicBezTo>
                  <a:cubicBezTo>
                    <a:pt x="208038" y="24949"/>
                    <a:pt x="204824" y="26973"/>
                    <a:pt x="201728" y="28926"/>
                  </a:cubicBezTo>
                  <a:cubicBezTo>
                    <a:pt x="186657" y="38411"/>
                    <a:pt x="172266" y="47461"/>
                    <a:pt x="154532" y="47461"/>
                  </a:cubicBezTo>
                  <a:cubicBezTo>
                    <a:pt x="150494" y="47461"/>
                    <a:pt x="146283" y="46992"/>
                    <a:pt x="141852" y="45952"/>
                  </a:cubicBezTo>
                  <a:cubicBezTo>
                    <a:pt x="127564" y="42594"/>
                    <a:pt x="117777" y="34593"/>
                    <a:pt x="107431" y="26128"/>
                  </a:cubicBezTo>
                  <a:cubicBezTo>
                    <a:pt x="101037" y="20901"/>
                    <a:pt x="94441" y="15507"/>
                    <a:pt x="86654" y="11245"/>
                  </a:cubicBezTo>
                  <a:cubicBezTo>
                    <a:pt x="73804" y="4235"/>
                    <a:pt x="57180" y="0"/>
                    <a:pt x="427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6"/>
            <p:cNvSpPr/>
            <p:nvPr/>
          </p:nvSpPr>
          <p:spPr>
            <a:xfrm>
              <a:off x="625950" y="2432750"/>
              <a:ext cx="6647900" cy="1244800"/>
            </a:xfrm>
            <a:custGeom>
              <a:rect b="b" l="l" r="r" t="t"/>
              <a:pathLst>
                <a:path extrusionOk="0" h="49792" w="265916">
                  <a:moveTo>
                    <a:pt x="41667" y="0"/>
                  </a:moveTo>
                  <a:cubicBezTo>
                    <a:pt x="41386" y="0"/>
                    <a:pt x="41106" y="2"/>
                    <a:pt x="40827" y="5"/>
                  </a:cubicBezTo>
                  <a:cubicBezTo>
                    <a:pt x="19777" y="243"/>
                    <a:pt x="6049" y="2803"/>
                    <a:pt x="1" y="7613"/>
                  </a:cubicBezTo>
                  <a:lnTo>
                    <a:pt x="227" y="7899"/>
                  </a:lnTo>
                  <a:cubicBezTo>
                    <a:pt x="4335" y="4625"/>
                    <a:pt x="14717" y="672"/>
                    <a:pt x="40827" y="362"/>
                  </a:cubicBezTo>
                  <a:cubicBezTo>
                    <a:pt x="41089" y="360"/>
                    <a:pt x="41350" y="358"/>
                    <a:pt x="41613" y="358"/>
                  </a:cubicBezTo>
                  <a:cubicBezTo>
                    <a:pt x="56276" y="358"/>
                    <a:pt x="73363" y="4913"/>
                    <a:pt x="86405" y="12340"/>
                  </a:cubicBezTo>
                  <a:cubicBezTo>
                    <a:pt x="94096" y="16710"/>
                    <a:pt x="100585" y="22210"/>
                    <a:pt x="106871" y="27532"/>
                  </a:cubicBezTo>
                  <a:cubicBezTo>
                    <a:pt x="117111" y="36212"/>
                    <a:pt x="126779" y="44404"/>
                    <a:pt x="141078" y="48035"/>
                  </a:cubicBezTo>
                  <a:cubicBezTo>
                    <a:pt x="145866" y="49249"/>
                    <a:pt x="150405" y="49792"/>
                    <a:pt x="154753" y="49792"/>
                  </a:cubicBezTo>
                  <a:cubicBezTo>
                    <a:pt x="172149" y="49792"/>
                    <a:pt x="186490" y="41108"/>
                    <a:pt x="201502" y="32021"/>
                  </a:cubicBezTo>
                  <a:cubicBezTo>
                    <a:pt x="204645" y="30116"/>
                    <a:pt x="207884" y="28152"/>
                    <a:pt x="211182" y="26258"/>
                  </a:cubicBezTo>
                  <a:cubicBezTo>
                    <a:pt x="217949" y="22353"/>
                    <a:pt x="228064" y="17884"/>
                    <a:pt x="238884" y="17884"/>
                  </a:cubicBezTo>
                  <a:cubicBezTo>
                    <a:pt x="247824" y="17884"/>
                    <a:pt x="257244" y="20936"/>
                    <a:pt x="265653" y="29878"/>
                  </a:cubicBezTo>
                  <a:lnTo>
                    <a:pt x="265915" y="29628"/>
                  </a:lnTo>
                  <a:cubicBezTo>
                    <a:pt x="258521" y="21770"/>
                    <a:pt x="249592" y="17722"/>
                    <a:pt x="239364" y="17567"/>
                  </a:cubicBezTo>
                  <a:cubicBezTo>
                    <a:pt x="239173" y="17564"/>
                    <a:pt x="238981" y="17563"/>
                    <a:pt x="238788" y="17563"/>
                  </a:cubicBezTo>
                  <a:cubicBezTo>
                    <a:pt x="230104" y="17563"/>
                    <a:pt x="220508" y="20451"/>
                    <a:pt x="211003" y="25937"/>
                  </a:cubicBezTo>
                  <a:cubicBezTo>
                    <a:pt x="207717" y="27842"/>
                    <a:pt x="204467" y="29807"/>
                    <a:pt x="201336" y="31700"/>
                  </a:cubicBezTo>
                  <a:cubicBezTo>
                    <a:pt x="186364" y="40762"/>
                    <a:pt x="172056" y="49421"/>
                    <a:pt x="154743" y="49421"/>
                  </a:cubicBezTo>
                  <a:cubicBezTo>
                    <a:pt x="150426" y="49421"/>
                    <a:pt x="145921" y="48883"/>
                    <a:pt x="141173" y="47678"/>
                  </a:cubicBezTo>
                  <a:cubicBezTo>
                    <a:pt x="126945" y="44082"/>
                    <a:pt x="117301" y="35903"/>
                    <a:pt x="107098" y="27259"/>
                  </a:cubicBezTo>
                  <a:cubicBezTo>
                    <a:pt x="100799" y="21925"/>
                    <a:pt x="94298" y="16412"/>
                    <a:pt x="86583" y="12031"/>
                  </a:cubicBezTo>
                  <a:cubicBezTo>
                    <a:pt x="73509" y="4577"/>
                    <a:pt x="56377" y="0"/>
                    <a:pt x="416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6"/>
            <p:cNvSpPr/>
            <p:nvPr/>
          </p:nvSpPr>
          <p:spPr>
            <a:xfrm>
              <a:off x="636675" y="2334800"/>
              <a:ext cx="6637450" cy="1294425"/>
            </a:xfrm>
            <a:custGeom>
              <a:rect b="b" l="l" r="r" t="t"/>
              <a:pathLst>
                <a:path extrusionOk="0" h="51777" w="265498">
                  <a:moveTo>
                    <a:pt x="39287" y="1"/>
                  </a:moveTo>
                  <a:cubicBezTo>
                    <a:pt x="19177" y="1"/>
                    <a:pt x="5968" y="2322"/>
                    <a:pt x="0" y="6900"/>
                  </a:cubicBezTo>
                  <a:lnTo>
                    <a:pt x="227" y="7186"/>
                  </a:lnTo>
                  <a:cubicBezTo>
                    <a:pt x="4311" y="4047"/>
                    <a:pt x="14422" y="359"/>
                    <a:pt x="39404" y="359"/>
                  </a:cubicBezTo>
                  <a:cubicBezTo>
                    <a:pt x="39912" y="359"/>
                    <a:pt x="40426" y="360"/>
                    <a:pt x="40946" y="363"/>
                  </a:cubicBezTo>
                  <a:cubicBezTo>
                    <a:pt x="55781" y="447"/>
                    <a:pt x="73164" y="5340"/>
                    <a:pt x="86309" y="13127"/>
                  </a:cubicBezTo>
                  <a:cubicBezTo>
                    <a:pt x="93917" y="17639"/>
                    <a:pt x="100311" y="23247"/>
                    <a:pt x="106502" y="28676"/>
                  </a:cubicBezTo>
                  <a:cubicBezTo>
                    <a:pt x="116586" y="37535"/>
                    <a:pt x="126111" y="45905"/>
                    <a:pt x="140363" y="49774"/>
                  </a:cubicBezTo>
                  <a:cubicBezTo>
                    <a:pt x="145461" y="51162"/>
                    <a:pt x="150287" y="51777"/>
                    <a:pt x="154911" y="51777"/>
                  </a:cubicBezTo>
                  <a:cubicBezTo>
                    <a:pt x="171899" y="51777"/>
                    <a:pt x="186153" y="43484"/>
                    <a:pt x="201061" y="34808"/>
                  </a:cubicBezTo>
                  <a:cubicBezTo>
                    <a:pt x="204228" y="32963"/>
                    <a:pt x="207503" y="31058"/>
                    <a:pt x="210836" y="29212"/>
                  </a:cubicBezTo>
                  <a:cubicBezTo>
                    <a:pt x="217522" y="25512"/>
                    <a:pt x="227422" y="21326"/>
                    <a:pt x="237978" y="21326"/>
                  </a:cubicBezTo>
                  <a:cubicBezTo>
                    <a:pt x="247122" y="21326"/>
                    <a:pt x="256758" y="24467"/>
                    <a:pt x="265224" y="33784"/>
                  </a:cubicBezTo>
                  <a:lnTo>
                    <a:pt x="265498" y="33546"/>
                  </a:lnTo>
                  <a:cubicBezTo>
                    <a:pt x="258247" y="25569"/>
                    <a:pt x="249377" y="21354"/>
                    <a:pt x="239149" y="21033"/>
                  </a:cubicBezTo>
                  <a:cubicBezTo>
                    <a:pt x="238730" y="21019"/>
                    <a:pt x="238308" y="21012"/>
                    <a:pt x="237884" y="21012"/>
                  </a:cubicBezTo>
                  <a:cubicBezTo>
                    <a:pt x="229391" y="21012"/>
                    <a:pt x="220013" y="23731"/>
                    <a:pt x="210658" y="28903"/>
                  </a:cubicBezTo>
                  <a:cubicBezTo>
                    <a:pt x="207324" y="30748"/>
                    <a:pt x="204050" y="32653"/>
                    <a:pt x="200871" y="34498"/>
                  </a:cubicBezTo>
                  <a:cubicBezTo>
                    <a:pt x="186013" y="43140"/>
                    <a:pt x="171810" y="51406"/>
                    <a:pt x="154899" y="51406"/>
                  </a:cubicBezTo>
                  <a:cubicBezTo>
                    <a:pt x="150304" y="51406"/>
                    <a:pt x="145509" y="50796"/>
                    <a:pt x="140447" y="49417"/>
                  </a:cubicBezTo>
                  <a:cubicBezTo>
                    <a:pt x="126290" y="45571"/>
                    <a:pt x="116789" y="37237"/>
                    <a:pt x="106740" y="28402"/>
                  </a:cubicBezTo>
                  <a:cubicBezTo>
                    <a:pt x="100537" y="22961"/>
                    <a:pt x="94131" y="17342"/>
                    <a:pt x="86499" y="12817"/>
                  </a:cubicBezTo>
                  <a:cubicBezTo>
                    <a:pt x="73295" y="4995"/>
                    <a:pt x="55841" y="89"/>
                    <a:pt x="40958" y="6"/>
                  </a:cubicBezTo>
                  <a:cubicBezTo>
                    <a:pt x="40396" y="3"/>
                    <a:pt x="39839" y="1"/>
                    <a:pt x="392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6"/>
            <p:cNvSpPr/>
            <p:nvPr/>
          </p:nvSpPr>
          <p:spPr>
            <a:xfrm>
              <a:off x="649475" y="2235200"/>
              <a:ext cx="6624950" cy="1345700"/>
            </a:xfrm>
            <a:custGeom>
              <a:rect b="b" l="l" r="r" t="t"/>
              <a:pathLst>
                <a:path extrusionOk="0" h="53828" w="264998">
                  <a:moveTo>
                    <a:pt x="35160" y="0"/>
                  </a:moveTo>
                  <a:cubicBezTo>
                    <a:pt x="17419" y="0"/>
                    <a:pt x="5602" y="2101"/>
                    <a:pt x="0" y="6240"/>
                  </a:cubicBezTo>
                  <a:lnTo>
                    <a:pt x="215" y="6538"/>
                  </a:lnTo>
                  <a:cubicBezTo>
                    <a:pt x="4112" y="3654"/>
                    <a:pt x="13403" y="362"/>
                    <a:pt x="35411" y="362"/>
                  </a:cubicBezTo>
                  <a:cubicBezTo>
                    <a:pt x="37206" y="362"/>
                    <a:pt x="39085" y="384"/>
                    <a:pt x="41053" y="430"/>
                  </a:cubicBezTo>
                  <a:cubicBezTo>
                    <a:pt x="55876" y="787"/>
                    <a:pt x="73176" y="5978"/>
                    <a:pt x="86202" y="13979"/>
                  </a:cubicBezTo>
                  <a:cubicBezTo>
                    <a:pt x="93726" y="18623"/>
                    <a:pt x="100025" y="24350"/>
                    <a:pt x="106109" y="29886"/>
                  </a:cubicBezTo>
                  <a:cubicBezTo>
                    <a:pt x="116039" y="38911"/>
                    <a:pt x="125421" y="47436"/>
                    <a:pt x="139601" y="51567"/>
                  </a:cubicBezTo>
                  <a:cubicBezTo>
                    <a:pt x="145004" y="53139"/>
                    <a:pt x="150116" y="53827"/>
                    <a:pt x="155015" y="53827"/>
                  </a:cubicBezTo>
                  <a:cubicBezTo>
                    <a:pt x="171610" y="53827"/>
                    <a:pt x="185768" y="45925"/>
                    <a:pt x="200549" y="37661"/>
                  </a:cubicBezTo>
                  <a:cubicBezTo>
                    <a:pt x="203752" y="35875"/>
                    <a:pt x="207062" y="34030"/>
                    <a:pt x="210420" y="32244"/>
                  </a:cubicBezTo>
                  <a:cubicBezTo>
                    <a:pt x="217020" y="28737"/>
                    <a:pt x="226700" y="24823"/>
                    <a:pt x="236995" y="24823"/>
                  </a:cubicBezTo>
                  <a:cubicBezTo>
                    <a:pt x="246347" y="24823"/>
                    <a:pt x="256206" y="28053"/>
                    <a:pt x="264724" y="37756"/>
                  </a:cubicBezTo>
                  <a:lnTo>
                    <a:pt x="264998" y="37518"/>
                  </a:lnTo>
                  <a:cubicBezTo>
                    <a:pt x="257890" y="29422"/>
                    <a:pt x="249103" y="25052"/>
                    <a:pt x="238887" y="24552"/>
                  </a:cubicBezTo>
                  <a:cubicBezTo>
                    <a:pt x="238234" y="24520"/>
                    <a:pt x="237575" y="24503"/>
                    <a:pt x="236910" y="24503"/>
                  </a:cubicBezTo>
                  <a:cubicBezTo>
                    <a:pt x="228589" y="24503"/>
                    <a:pt x="219426" y="27049"/>
                    <a:pt x="210253" y="31922"/>
                  </a:cubicBezTo>
                  <a:cubicBezTo>
                    <a:pt x="206883" y="33708"/>
                    <a:pt x="203574" y="35565"/>
                    <a:pt x="200371" y="37351"/>
                  </a:cubicBezTo>
                  <a:cubicBezTo>
                    <a:pt x="185637" y="45583"/>
                    <a:pt x="171528" y="53466"/>
                    <a:pt x="155004" y="53466"/>
                  </a:cubicBezTo>
                  <a:cubicBezTo>
                    <a:pt x="150137" y="53466"/>
                    <a:pt x="145060" y="52782"/>
                    <a:pt x="139696" y="51222"/>
                  </a:cubicBezTo>
                  <a:cubicBezTo>
                    <a:pt x="125599" y="47114"/>
                    <a:pt x="116253" y="38613"/>
                    <a:pt x="106359" y="29612"/>
                  </a:cubicBezTo>
                  <a:cubicBezTo>
                    <a:pt x="100251" y="24064"/>
                    <a:pt x="93941" y="18325"/>
                    <a:pt x="86392" y="13682"/>
                  </a:cubicBezTo>
                  <a:cubicBezTo>
                    <a:pt x="73331" y="5633"/>
                    <a:pt x="55960" y="418"/>
                    <a:pt x="41077" y="73"/>
                  </a:cubicBezTo>
                  <a:cubicBezTo>
                    <a:pt x="39037" y="25"/>
                    <a:pt x="37064" y="0"/>
                    <a:pt x="35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6"/>
            <p:cNvSpPr/>
            <p:nvPr/>
          </p:nvSpPr>
          <p:spPr>
            <a:xfrm>
              <a:off x="664050" y="2134250"/>
              <a:ext cx="6610375" cy="1399125"/>
            </a:xfrm>
            <a:custGeom>
              <a:rect b="b" l="l" r="r" t="t"/>
              <a:pathLst>
                <a:path extrusionOk="0" h="55965" w="264415">
                  <a:moveTo>
                    <a:pt x="31658" y="1"/>
                  </a:moveTo>
                  <a:cubicBezTo>
                    <a:pt x="15910" y="1"/>
                    <a:pt x="5285" y="1898"/>
                    <a:pt x="1" y="5671"/>
                  </a:cubicBezTo>
                  <a:lnTo>
                    <a:pt x="215" y="5968"/>
                  </a:lnTo>
                  <a:cubicBezTo>
                    <a:pt x="3941" y="3311"/>
                    <a:pt x="12454" y="374"/>
                    <a:pt x="31865" y="374"/>
                  </a:cubicBezTo>
                  <a:cubicBezTo>
                    <a:pt x="34721" y="374"/>
                    <a:pt x="37813" y="437"/>
                    <a:pt x="41161" y="575"/>
                  </a:cubicBezTo>
                  <a:cubicBezTo>
                    <a:pt x="55972" y="1182"/>
                    <a:pt x="73177" y="6671"/>
                    <a:pt x="86047" y="14910"/>
                  </a:cubicBezTo>
                  <a:cubicBezTo>
                    <a:pt x="93489" y="19684"/>
                    <a:pt x="99692" y="25518"/>
                    <a:pt x="105681" y="31162"/>
                  </a:cubicBezTo>
                  <a:cubicBezTo>
                    <a:pt x="115456" y="40365"/>
                    <a:pt x="124683" y="49045"/>
                    <a:pt x="138792" y="53427"/>
                  </a:cubicBezTo>
                  <a:cubicBezTo>
                    <a:pt x="144499" y="55196"/>
                    <a:pt x="149895" y="55964"/>
                    <a:pt x="155070" y="55964"/>
                  </a:cubicBezTo>
                  <a:cubicBezTo>
                    <a:pt x="171272" y="55964"/>
                    <a:pt x="185312" y="48439"/>
                    <a:pt x="199966" y="40580"/>
                  </a:cubicBezTo>
                  <a:cubicBezTo>
                    <a:pt x="203205" y="38853"/>
                    <a:pt x="206539" y="37056"/>
                    <a:pt x="209932" y="35329"/>
                  </a:cubicBezTo>
                  <a:cubicBezTo>
                    <a:pt x="216438" y="32021"/>
                    <a:pt x="225885" y="28376"/>
                    <a:pt x="235908" y="28376"/>
                  </a:cubicBezTo>
                  <a:cubicBezTo>
                    <a:pt x="245474" y="28376"/>
                    <a:pt x="255565" y="31695"/>
                    <a:pt x="264129" y="41794"/>
                  </a:cubicBezTo>
                  <a:lnTo>
                    <a:pt x="264415" y="41568"/>
                  </a:lnTo>
                  <a:cubicBezTo>
                    <a:pt x="257438" y="33341"/>
                    <a:pt x="248734" y="28828"/>
                    <a:pt x="238519" y="28138"/>
                  </a:cubicBezTo>
                  <a:cubicBezTo>
                    <a:pt x="237634" y="28078"/>
                    <a:pt x="236737" y="28048"/>
                    <a:pt x="235830" y="28048"/>
                  </a:cubicBezTo>
                  <a:cubicBezTo>
                    <a:pt x="227710" y="28048"/>
                    <a:pt x="218762" y="30434"/>
                    <a:pt x="209765" y="35008"/>
                  </a:cubicBezTo>
                  <a:cubicBezTo>
                    <a:pt x="206372" y="36734"/>
                    <a:pt x="203026" y="38532"/>
                    <a:pt x="199800" y="40258"/>
                  </a:cubicBezTo>
                  <a:cubicBezTo>
                    <a:pt x="185191" y="48086"/>
                    <a:pt x="171191" y="55586"/>
                    <a:pt x="155054" y="55586"/>
                  </a:cubicBezTo>
                  <a:cubicBezTo>
                    <a:pt x="149912" y="55586"/>
                    <a:pt x="144552" y="54824"/>
                    <a:pt x="138887" y="53069"/>
                  </a:cubicBezTo>
                  <a:cubicBezTo>
                    <a:pt x="124862" y="48724"/>
                    <a:pt x="115658" y="40068"/>
                    <a:pt x="105931" y="30900"/>
                  </a:cubicBezTo>
                  <a:cubicBezTo>
                    <a:pt x="99918" y="25245"/>
                    <a:pt x="93715" y="19387"/>
                    <a:pt x="86238" y="14612"/>
                  </a:cubicBezTo>
                  <a:cubicBezTo>
                    <a:pt x="73320" y="6337"/>
                    <a:pt x="56055" y="813"/>
                    <a:pt x="41173" y="206"/>
                  </a:cubicBezTo>
                  <a:cubicBezTo>
                    <a:pt x="37818" y="69"/>
                    <a:pt x="34646" y="1"/>
                    <a:pt x="316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37" name="Google Shape;137;p6"/>
          <p:cNvPicPr preferRelativeResize="0"/>
          <p:nvPr/>
        </p:nvPicPr>
        <p:blipFill rotWithShape="1">
          <a:blip r:embed="rId3">
            <a:alphaModFix/>
          </a:blip>
          <a:srcRect b="6398" l="6912" r="43289" t="9856"/>
          <a:stretch/>
        </p:blipFill>
        <p:spPr>
          <a:xfrm>
            <a:off x="1483000" y="135875"/>
            <a:ext cx="345405" cy="32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6"/>
          <p:cNvPicPr preferRelativeResize="0"/>
          <p:nvPr/>
        </p:nvPicPr>
        <p:blipFill rotWithShape="1">
          <a:blip r:embed="rId4">
            <a:alphaModFix/>
          </a:blip>
          <a:srcRect b="700" l="0" r="0" t="700"/>
          <a:stretch/>
        </p:blipFill>
        <p:spPr>
          <a:xfrm>
            <a:off x="222650" y="4382575"/>
            <a:ext cx="707572" cy="669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6"/>
          <p:cNvPicPr preferRelativeResize="0"/>
          <p:nvPr/>
        </p:nvPicPr>
        <p:blipFill rotWithShape="1">
          <a:blip r:embed="rId5">
            <a:alphaModFix/>
          </a:blip>
          <a:srcRect b="2856" l="0" r="0" t="2856"/>
          <a:stretch/>
        </p:blipFill>
        <p:spPr>
          <a:xfrm>
            <a:off x="8456975" y="1778450"/>
            <a:ext cx="544474" cy="492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6"/>
          <p:cNvPicPr preferRelativeResize="0"/>
          <p:nvPr/>
        </p:nvPicPr>
        <p:blipFill rotWithShape="1">
          <a:blip r:embed="rId5">
            <a:alphaModFix/>
          </a:blip>
          <a:srcRect b="2856" l="0" r="0" t="2856"/>
          <a:stretch/>
        </p:blipFill>
        <p:spPr>
          <a:xfrm>
            <a:off x="46975" y="2325325"/>
            <a:ext cx="544474" cy="492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"/>
            <a:ext cx="914875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7"/>
          <p:cNvSpPr txBox="1"/>
          <p:nvPr>
            <p:ph idx="1" type="subTitle"/>
          </p:nvPr>
        </p:nvSpPr>
        <p:spPr>
          <a:xfrm>
            <a:off x="1929750" y="1187600"/>
            <a:ext cx="5284500" cy="148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○"/>
              <a:defRPr b="1" sz="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■"/>
              <a:defRPr b="1" sz="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●"/>
              <a:defRPr b="1" sz="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○"/>
              <a:defRPr b="1" sz="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■"/>
              <a:defRPr b="1" sz="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●"/>
              <a:defRPr b="1" sz="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○"/>
              <a:defRPr b="1" sz="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■"/>
              <a:defRPr b="1" sz="2000"/>
            </a:lvl9pPr>
          </a:lstStyle>
          <a:p/>
        </p:txBody>
      </p:sp>
      <p:sp>
        <p:nvSpPr>
          <p:cNvPr id="144" name="Google Shape;144;p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grpSp>
        <p:nvGrpSpPr>
          <p:cNvPr id="145" name="Google Shape;145;p7"/>
          <p:cNvGrpSpPr/>
          <p:nvPr/>
        </p:nvGrpSpPr>
        <p:grpSpPr>
          <a:xfrm rot="916819">
            <a:off x="-1785351" y="3701056"/>
            <a:ext cx="5321066" cy="1664508"/>
            <a:chOff x="603050" y="2134250"/>
            <a:chExt cx="6671375" cy="1887675"/>
          </a:xfrm>
        </p:grpSpPr>
        <p:sp>
          <p:nvSpPr>
            <p:cNvPr id="146" name="Google Shape;146;p7"/>
            <p:cNvSpPr/>
            <p:nvPr/>
          </p:nvSpPr>
          <p:spPr>
            <a:xfrm>
              <a:off x="608100" y="2949275"/>
              <a:ext cx="6665750" cy="1072650"/>
            </a:xfrm>
            <a:custGeom>
              <a:rect b="b" l="l" r="r" t="t"/>
              <a:pathLst>
                <a:path extrusionOk="0" h="42906" w="266630">
                  <a:moveTo>
                    <a:pt x="242926" y="0"/>
                  </a:moveTo>
                  <a:cubicBezTo>
                    <a:pt x="241564" y="0"/>
                    <a:pt x="240185" y="76"/>
                    <a:pt x="238792" y="228"/>
                  </a:cubicBezTo>
                  <a:cubicBezTo>
                    <a:pt x="230005" y="1168"/>
                    <a:pt x="220635" y="5240"/>
                    <a:pt x="211670" y="11979"/>
                  </a:cubicBezTo>
                  <a:cubicBezTo>
                    <a:pt x="208634" y="14265"/>
                    <a:pt x="205645" y="16611"/>
                    <a:pt x="202764" y="18885"/>
                  </a:cubicBezTo>
                  <a:cubicBezTo>
                    <a:pt x="187340" y="31016"/>
                    <a:pt x="172685" y="42543"/>
                    <a:pt x="152232" y="42543"/>
                  </a:cubicBezTo>
                  <a:cubicBezTo>
                    <a:pt x="149902" y="42543"/>
                    <a:pt x="147497" y="42394"/>
                    <a:pt x="145007" y="42078"/>
                  </a:cubicBezTo>
                  <a:cubicBezTo>
                    <a:pt x="130433" y="40233"/>
                    <a:pt x="119873" y="33291"/>
                    <a:pt x="108693" y="25957"/>
                  </a:cubicBezTo>
                  <a:cubicBezTo>
                    <a:pt x="101799" y="21433"/>
                    <a:pt x="94667" y="16754"/>
                    <a:pt x="86476" y="13337"/>
                  </a:cubicBezTo>
                  <a:cubicBezTo>
                    <a:pt x="75578" y="8791"/>
                    <a:pt x="62424" y="6298"/>
                    <a:pt x="50215" y="6298"/>
                  </a:cubicBezTo>
                  <a:cubicBezTo>
                    <a:pt x="46564" y="6298"/>
                    <a:pt x="42997" y="6521"/>
                    <a:pt x="39601" y="6979"/>
                  </a:cubicBezTo>
                  <a:cubicBezTo>
                    <a:pt x="18729" y="9788"/>
                    <a:pt x="5418" y="14003"/>
                    <a:pt x="0" y="19504"/>
                  </a:cubicBezTo>
                  <a:lnTo>
                    <a:pt x="262" y="19766"/>
                  </a:lnTo>
                  <a:cubicBezTo>
                    <a:pt x="3941" y="16015"/>
                    <a:pt x="13764" y="10824"/>
                    <a:pt x="39648" y="7348"/>
                  </a:cubicBezTo>
                  <a:cubicBezTo>
                    <a:pt x="43028" y="6893"/>
                    <a:pt x="46578" y="6672"/>
                    <a:pt x="50211" y="6672"/>
                  </a:cubicBezTo>
                  <a:cubicBezTo>
                    <a:pt x="62374" y="6672"/>
                    <a:pt x="75481" y="9153"/>
                    <a:pt x="86345" y="13682"/>
                  </a:cubicBezTo>
                  <a:cubicBezTo>
                    <a:pt x="94500" y="17075"/>
                    <a:pt x="101620" y="21742"/>
                    <a:pt x="108502" y="26255"/>
                  </a:cubicBezTo>
                  <a:cubicBezTo>
                    <a:pt x="119718" y="33625"/>
                    <a:pt x="130314" y="40578"/>
                    <a:pt x="144959" y="42435"/>
                  </a:cubicBezTo>
                  <a:cubicBezTo>
                    <a:pt x="147474" y="42754"/>
                    <a:pt x="149902" y="42906"/>
                    <a:pt x="152253" y="42906"/>
                  </a:cubicBezTo>
                  <a:cubicBezTo>
                    <a:pt x="172815" y="42906"/>
                    <a:pt x="187519" y="31340"/>
                    <a:pt x="202990" y="19171"/>
                  </a:cubicBezTo>
                  <a:cubicBezTo>
                    <a:pt x="205871" y="16908"/>
                    <a:pt x="208860" y="14563"/>
                    <a:pt x="211896" y="12277"/>
                  </a:cubicBezTo>
                  <a:cubicBezTo>
                    <a:pt x="219006" y="6920"/>
                    <a:pt x="230335" y="312"/>
                    <a:pt x="242921" y="312"/>
                  </a:cubicBezTo>
                  <a:cubicBezTo>
                    <a:pt x="250504" y="312"/>
                    <a:pt x="258543" y="2711"/>
                    <a:pt x="266391" y="9229"/>
                  </a:cubicBezTo>
                  <a:lnTo>
                    <a:pt x="266629" y="8943"/>
                  </a:lnTo>
                  <a:cubicBezTo>
                    <a:pt x="259467" y="3004"/>
                    <a:pt x="251508" y="0"/>
                    <a:pt x="2429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7"/>
            <p:cNvSpPr/>
            <p:nvPr/>
          </p:nvSpPr>
          <p:spPr>
            <a:xfrm>
              <a:off x="604525" y="2938825"/>
              <a:ext cx="6669025" cy="1033425"/>
            </a:xfrm>
            <a:custGeom>
              <a:rect b="b" l="l" r="r" t="t"/>
              <a:pathLst>
                <a:path extrusionOk="0" h="41337" w="266761">
                  <a:moveTo>
                    <a:pt x="242560" y="0"/>
                  </a:moveTo>
                  <a:cubicBezTo>
                    <a:pt x="241419" y="0"/>
                    <a:pt x="240266" y="53"/>
                    <a:pt x="239102" y="158"/>
                  </a:cubicBezTo>
                  <a:cubicBezTo>
                    <a:pt x="230303" y="955"/>
                    <a:pt x="220850" y="4861"/>
                    <a:pt x="211765" y="11445"/>
                  </a:cubicBezTo>
                  <a:cubicBezTo>
                    <a:pt x="208693" y="13683"/>
                    <a:pt x="205669" y="15969"/>
                    <a:pt x="202752" y="18184"/>
                  </a:cubicBezTo>
                  <a:cubicBezTo>
                    <a:pt x="187359" y="29863"/>
                    <a:pt x="172728" y="40966"/>
                    <a:pt x="152762" y="40966"/>
                  </a:cubicBezTo>
                  <a:cubicBezTo>
                    <a:pt x="150135" y="40966"/>
                    <a:pt x="147416" y="40773"/>
                    <a:pt x="144590" y="40365"/>
                  </a:cubicBezTo>
                  <a:cubicBezTo>
                    <a:pt x="130064" y="38269"/>
                    <a:pt x="119623" y="31150"/>
                    <a:pt x="108574" y="23613"/>
                  </a:cubicBezTo>
                  <a:cubicBezTo>
                    <a:pt x="101751" y="18969"/>
                    <a:pt x="94703" y="14171"/>
                    <a:pt x="86571" y="10611"/>
                  </a:cubicBezTo>
                  <a:cubicBezTo>
                    <a:pt x="75309" y="5677"/>
                    <a:pt x="61560" y="2931"/>
                    <a:pt x="48931" y="2931"/>
                  </a:cubicBezTo>
                  <a:cubicBezTo>
                    <a:pt x="45806" y="2931"/>
                    <a:pt x="42749" y="3099"/>
                    <a:pt x="39815" y="3444"/>
                  </a:cubicBezTo>
                  <a:cubicBezTo>
                    <a:pt x="18908" y="5885"/>
                    <a:pt x="5513" y="9861"/>
                    <a:pt x="1" y="15279"/>
                  </a:cubicBezTo>
                  <a:lnTo>
                    <a:pt x="251" y="15529"/>
                  </a:lnTo>
                  <a:cubicBezTo>
                    <a:pt x="4001" y="11850"/>
                    <a:pt x="13919" y="6825"/>
                    <a:pt x="39851" y="3801"/>
                  </a:cubicBezTo>
                  <a:cubicBezTo>
                    <a:pt x="42768" y="3459"/>
                    <a:pt x="45807" y="3292"/>
                    <a:pt x="48914" y="3292"/>
                  </a:cubicBezTo>
                  <a:cubicBezTo>
                    <a:pt x="61497" y="3292"/>
                    <a:pt x="75199" y="6027"/>
                    <a:pt x="86428" y="10945"/>
                  </a:cubicBezTo>
                  <a:cubicBezTo>
                    <a:pt x="94524" y="14493"/>
                    <a:pt x="101561" y="19279"/>
                    <a:pt x="108359" y="23922"/>
                  </a:cubicBezTo>
                  <a:cubicBezTo>
                    <a:pt x="119456" y="31471"/>
                    <a:pt x="129922" y="38615"/>
                    <a:pt x="144542" y="40734"/>
                  </a:cubicBezTo>
                  <a:cubicBezTo>
                    <a:pt x="147384" y="41144"/>
                    <a:pt x="150118" y="41337"/>
                    <a:pt x="152759" y="41337"/>
                  </a:cubicBezTo>
                  <a:cubicBezTo>
                    <a:pt x="172836" y="41337"/>
                    <a:pt x="187520" y="30193"/>
                    <a:pt x="202966" y="18481"/>
                  </a:cubicBezTo>
                  <a:cubicBezTo>
                    <a:pt x="205883" y="16267"/>
                    <a:pt x="208908" y="13969"/>
                    <a:pt x="211979" y="11742"/>
                  </a:cubicBezTo>
                  <a:cubicBezTo>
                    <a:pt x="219066" y="6599"/>
                    <a:pt x="230260" y="308"/>
                    <a:pt x="242600" y="308"/>
                  </a:cubicBezTo>
                  <a:cubicBezTo>
                    <a:pt x="250370" y="308"/>
                    <a:pt x="258594" y="2802"/>
                    <a:pt x="266534" y="9647"/>
                  </a:cubicBezTo>
                  <a:lnTo>
                    <a:pt x="266760" y="9373"/>
                  </a:lnTo>
                  <a:cubicBezTo>
                    <a:pt x="259527" y="3141"/>
                    <a:pt x="251396" y="0"/>
                    <a:pt x="242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7"/>
            <p:cNvSpPr/>
            <p:nvPr/>
          </p:nvSpPr>
          <p:spPr>
            <a:xfrm>
              <a:off x="603050" y="2916775"/>
              <a:ext cx="6670800" cy="1005800"/>
            </a:xfrm>
            <a:custGeom>
              <a:rect b="b" l="l" r="r" t="t"/>
              <a:pathLst>
                <a:path extrusionOk="0" h="40232" w="266832">
                  <a:moveTo>
                    <a:pt x="47581" y="0"/>
                  </a:moveTo>
                  <a:cubicBezTo>
                    <a:pt x="44993" y="0"/>
                    <a:pt x="42457" y="119"/>
                    <a:pt x="40005" y="361"/>
                  </a:cubicBezTo>
                  <a:cubicBezTo>
                    <a:pt x="19062" y="2445"/>
                    <a:pt x="5608" y="6183"/>
                    <a:pt x="0" y="11505"/>
                  </a:cubicBezTo>
                  <a:lnTo>
                    <a:pt x="250" y="11767"/>
                  </a:lnTo>
                  <a:cubicBezTo>
                    <a:pt x="4060" y="8148"/>
                    <a:pt x="14061" y="3302"/>
                    <a:pt x="40041" y="730"/>
                  </a:cubicBezTo>
                  <a:cubicBezTo>
                    <a:pt x="42490" y="487"/>
                    <a:pt x="45023" y="368"/>
                    <a:pt x="47608" y="368"/>
                  </a:cubicBezTo>
                  <a:cubicBezTo>
                    <a:pt x="60603" y="368"/>
                    <a:pt x="74908" y="3370"/>
                    <a:pt x="86487" y="8683"/>
                  </a:cubicBezTo>
                  <a:cubicBezTo>
                    <a:pt x="94524" y="12362"/>
                    <a:pt x="101477" y="17292"/>
                    <a:pt x="108192" y="22042"/>
                  </a:cubicBezTo>
                  <a:cubicBezTo>
                    <a:pt x="119146" y="29793"/>
                    <a:pt x="129504" y="37116"/>
                    <a:pt x="144078" y="39473"/>
                  </a:cubicBezTo>
                  <a:cubicBezTo>
                    <a:pt x="147258" y="39990"/>
                    <a:pt x="150307" y="40232"/>
                    <a:pt x="153246" y="40232"/>
                  </a:cubicBezTo>
                  <a:cubicBezTo>
                    <a:pt x="172829" y="40232"/>
                    <a:pt x="187478" y="29509"/>
                    <a:pt x="202883" y="18256"/>
                  </a:cubicBezTo>
                  <a:cubicBezTo>
                    <a:pt x="205835" y="16089"/>
                    <a:pt x="208895" y="13851"/>
                    <a:pt x="212015" y="11672"/>
                  </a:cubicBezTo>
                  <a:cubicBezTo>
                    <a:pt x="219065" y="6740"/>
                    <a:pt x="230090" y="772"/>
                    <a:pt x="242173" y="772"/>
                  </a:cubicBezTo>
                  <a:cubicBezTo>
                    <a:pt x="250128" y="772"/>
                    <a:pt x="258541" y="3359"/>
                    <a:pt x="266581" y="10529"/>
                  </a:cubicBezTo>
                  <a:lnTo>
                    <a:pt x="266831" y="10255"/>
                  </a:lnTo>
                  <a:cubicBezTo>
                    <a:pt x="259528" y="3740"/>
                    <a:pt x="251234" y="461"/>
                    <a:pt x="242138" y="461"/>
                  </a:cubicBezTo>
                  <a:cubicBezTo>
                    <a:pt x="241209" y="461"/>
                    <a:pt x="240272" y="495"/>
                    <a:pt x="239328" y="563"/>
                  </a:cubicBezTo>
                  <a:cubicBezTo>
                    <a:pt x="230517" y="1206"/>
                    <a:pt x="220992" y="4945"/>
                    <a:pt x="211800" y="11374"/>
                  </a:cubicBezTo>
                  <a:cubicBezTo>
                    <a:pt x="208681" y="13553"/>
                    <a:pt x="205621" y="15791"/>
                    <a:pt x="202668" y="17958"/>
                  </a:cubicBezTo>
                  <a:cubicBezTo>
                    <a:pt x="187317" y="29187"/>
                    <a:pt x="172706" y="39865"/>
                    <a:pt x="153219" y="39865"/>
                  </a:cubicBezTo>
                  <a:cubicBezTo>
                    <a:pt x="150307" y="39865"/>
                    <a:pt x="147286" y="39627"/>
                    <a:pt x="144137" y="39116"/>
                  </a:cubicBezTo>
                  <a:cubicBezTo>
                    <a:pt x="129635" y="36770"/>
                    <a:pt x="119325" y="29472"/>
                    <a:pt x="108406" y="21745"/>
                  </a:cubicBezTo>
                  <a:cubicBezTo>
                    <a:pt x="101679" y="16982"/>
                    <a:pt x="94702" y="12053"/>
                    <a:pt x="86642" y="8350"/>
                  </a:cubicBezTo>
                  <a:cubicBezTo>
                    <a:pt x="75006" y="3014"/>
                    <a:pt x="60634" y="0"/>
                    <a:pt x="475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7"/>
            <p:cNvSpPr/>
            <p:nvPr/>
          </p:nvSpPr>
          <p:spPr>
            <a:xfrm>
              <a:off x="603625" y="2820875"/>
              <a:ext cx="6670225" cy="1052250"/>
            </a:xfrm>
            <a:custGeom>
              <a:rect b="b" l="l" r="r" t="t"/>
              <a:pathLst>
                <a:path extrusionOk="0" h="42090" w="266809">
                  <a:moveTo>
                    <a:pt x="46344" y="0"/>
                  </a:moveTo>
                  <a:cubicBezTo>
                    <a:pt x="44253" y="0"/>
                    <a:pt x="42198" y="80"/>
                    <a:pt x="40196" y="244"/>
                  </a:cubicBezTo>
                  <a:cubicBezTo>
                    <a:pt x="19218" y="1959"/>
                    <a:pt x="5692" y="5471"/>
                    <a:pt x="1" y="10686"/>
                  </a:cubicBezTo>
                  <a:lnTo>
                    <a:pt x="239" y="10948"/>
                  </a:lnTo>
                  <a:cubicBezTo>
                    <a:pt x="4120" y="7400"/>
                    <a:pt x="14193" y="2721"/>
                    <a:pt x="40220" y="601"/>
                  </a:cubicBezTo>
                  <a:cubicBezTo>
                    <a:pt x="42208" y="440"/>
                    <a:pt x="44249" y="360"/>
                    <a:pt x="46327" y="360"/>
                  </a:cubicBezTo>
                  <a:cubicBezTo>
                    <a:pt x="59706" y="360"/>
                    <a:pt x="74600" y="3646"/>
                    <a:pt x="86524" y="9376"/>
                  </a:cubicBezTo>
                  <a:cubicBezTo>
                    <a:pt x="94501" y="13198"/>
                    <a:pt x="101359" y="18234"/>
                    <a:pt x="107991" y="23104"/>
                  </a:cubicBezTo>
                  <a:cubicBezTo>
                    <a:pt x="118813" y="31046"/>
                    <a:pt x="129029" y="38546"/>
                    <a:pt x="143566" y="41166"/>
                  </a:cubicBezTo>
                  <a:cubicBezTo>
                    <a:pt x="147069" y="41797"/>
                    <a:pt x="150419" y="42090"/>
                    <a:pt x="153641" y="42090"/>
                  </a:cubicBezTo>
                  <a:cubicBezTo>
                    <a:pt x="172769" y="42090"/>
                    <a:pt x="187383" y="31783"/>
                    <a:pt x="202729" y="20961"/>
                  </a:cubicBezTo>
                  <a:cubicBezTo>
                    <a:pt x="205729" y="18854"/>
                    <a:pt x="208825" y="16663"/>
                    <a:pt x="211980" y="14543"/>
                  </a:cubicBezTo>
                  <a:cubicBezTo>
                    <a:pt x="218983" y="9825"/>
                    <a:pt x="229850" y="4171"/>
                    <a:pt x="241687" y="4171"/>
                  </a:cubicBezTo>
                  <a:cubicBezTo>
                    <a:pt x="249833" y="4171"/>
                    <a:pt x="258438" y="6849"/>
                    <a:pt x="266558" y="14353"/>
                  </a:cubicBezTo>
                  <a:lnTo>
                    <a:pt x="266808" y="14091"/>
                  </a:lnTo>
                  <a:cubicBezTo>
                    <a:pt x="259457" y="7303"/>
                    <a:pt x="251007" y="3862"/>
                    <a:pt x="241659" y="3862"/>
                  </a:cubicBezTo>
                  <a:cubicBezTo>
                    <a:pt x="240939" y="3862"/>
                    <a:pt x="240214" y="3882"/>
                    <a:pt x="239483" y="3923"/>
                  </a:cubicBezTo>
                  <a:cubicBezTo>
                    <a:pt x="230661" y="4411"/>
                    <a:pt x="221076" y="7971"/>
                    <a:pt x="211777" y="14246"/>
                  </a:cubicBezTo>
                  <a:cubicBezTo>
                    <a:pt x="208622" y="16365"/>
                    <a:pt x="205515" y="18556"/>
                    <a:pt x="202526" y="20663"/>
                  </a:cubicBezTo>
                  <a:cubicBezTo>
                    <a:pt x="187233" y="31450"/>
                    <a:pt x="172655" y="41722"/>
                    <a:pt x="153612" y="41722"/>
                  </a:cubicBezTo>
                  <a:cubicBezTo>
                    <a:pt x="150417" y="41722"/>
                    <a:pt x="147097" y="41433"/>
                    <a:pt x="143626" y="40809"/>
                  </a:cubicBezTo>
                  <a:cubicBezTo>
                    <a:pt x="129172" y="38201"/>
                    <a:pt x="118992" y="30724"/>
                    <a:pt x="108205" y="22806"/>
                  </a:cubicBezTo>
                  <a:cubicBezTo>
                    <a:pt x="101561" y="17925"/>
                    <a:pt x="94679" y="12877"/>
                    <a:pt x="86678" y="9043"/>
                  </a:cubicBezTo>
                  <a:cubicBezTo>
                    <a:pt x="74718" y="3305"/>
                    <a:pt x="59772" y="0"/>
                    <a:pt x="463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7"/>
            <p:cNvSpPr/>
            <p:nvPr/>
          </p:nvSpPr>
          <p:spPr>
            <a:xfrm>
              <a:off x="606025" y="2724425"/>
              <a:ext cx="6667825" cy="1099375"/>
            </a:xfrm>
            <a:custGeom>
              <a:rect b="b" l="l" r="r" t="t"/>
              <a:pathLst>
                <a:path extrusionOk="0" h="43975" w="266713">
                  <a:moveTo>
                    <a:pt x="45120" y="1"/>
                  </a:moveTo>
                  <a:cubicBezTo>
                    <a:pt x="43512" y="1"/>
                    <a:pt x="41927" y="50"/>
                    <a:pt x="40374" y="149"/>
                  </a:cubicBezTo>
                  <a:cubicBezTo>
                    <a:pt x="19372" y="1495"/>
                    <a:pt x="5787" y="4769"/>
                    <a:pt x="0" y="9889"/>
                  </a:cubicBezTo>
                  <a:lnTo>
                    <a:pt x="250" y="10150"/>
                  </a:lnTo>
                  <a:cubicBezTo>
                    <a:pt x="4191" y="6674"/>
                    <a:pt x="14335" y="2185"/>
                    <a:pt x="40410" y="518"/>
                  </a:cubicBezTo>
                  <a:cubicBezTo>
                    <a:pt x="41956" y="419"/>
                    <a:pt x="43534" y="370"/>
                    <a:pt x="45136" y="370"/>
                  </a:cubicBezTo>
                  <a:cubicBezTo>
                    <a:pt x="58853" y="370"/>
                    <a:pt x="74318" y="3961"/>
                    <a:pt x="86547" y="10091"/>
                  </a:cubicBezTo>
                  <a:cubicBezTo>
                    <a:pt x="94441" y="14044"/>
                    <a:pt x="101227" y="19211"/>
                    <a:pt x="107776" y="24188"/>
                  </a:cubicBezTo>
                  <a:cubicBezTo>
                    <a:pt x="118432" y="32332"/>
                    <a:pt x="128528" y="39999"/>
                    <a:pt x="143018" y="42869"/>
                  </a:cubicBezTo>
                  <a:cubicBezTo>
                    <a:pt x="146843" y="43627"/>
                    <a:pt x="150492" y="43975"/>
                    <a:pt x="153996" y="43975"/>
                  </a:cubicBezTo>
                  <a:cubicBezTo>
                    <a:pt x="172677" y="43975"/>
                    <a:pt x="187246" y="34086"/>
                    <a:pt x="202525" y="23700"/>
                  </a:cubicBezTo>
                  <a:cubicBezTo>
                    <a:pt x="205562" y="21640"/>
                    <a:pt x="208693" y="19509"/>
                    <a:pt x="211884" y="17449"/>
                  </a:cubicBezTo>
                  <a:cubicBezTo>
                    <a:pt x="218840" y="12936"/>
                    <a:pt x="229526" y="7594"/>
                    <a:pt x="241107" y="7594"/>
                  </a:cubicBezTo>
                  <a:cubicBezTo>
                    <a:pt x="249447" y="7594"/>
                    <a:pt x="258252" y="10365"/>
                    <a:pt x="266462" y="18211"/>
                  </a:cubicBezTo>
                  <a:lnTo>
                    <a:pt x="266712" y="17949"/>
                  </a:lnTo>
                  <a:cubicBezTo>
                    <a:pt x="259310" y="10864"/>
                    <a:pt x="250693" y="7276"/>
                    <a:pt x="241074" y="7276"/>
                  </a:cubicBezTo>
                  <a:cubicBezTo>
                    <a:pt x="240574" y="7276"/>
                    <a:pt x="240071" y="7285"/>
                    <a:pt x="239566" y="7305"/>
                  </a:cubicBezTo>
                  <a:cubicBezTo>
                    <a:pt x="230731" y="7638"/>
                    <a:pt x="221099" y="11043"/>
                    <a:pt x="211681" y="17139"/>
                  </a:cubicBezTo>
                  <a:cubicBezTo>
                    <a:pt x="208490" y="19211"/>
                    <a:pt x="205359" y="21342"/>
                    <a:pt x="202323" y="23402"/>
                  </a:cubicBezTo>
                  <a:cubicBezTo>
                    <a:pt x="187090" y="33751"/>
                    <a:pt x="172575" y="43610"/>
                    <a:pt x="153990" y="43610"/>
                  </a:cubicBezTo>
                  <a:cubicBezTo>
                    <a:pt x="150510" y="43610"/>
                    <a:pt x="146887" y="43265"/>
                    <a:pt x="143089" y="42512"/>
                  </a:cubicBezTo>
                  <a:cubicBezTo>
                    <a:pt x="128683" y="39654"/>
                    <a:pt x="118622" y="31998"/>
                    <a:pt x="107990" y="23902"/>
                  </a:cubicBezTo>
                  <a:cubicBezTo>
                    <a:pt x="101418" y="18913"/>
                    <a:pt x="94631" y="13734"/>
                    <a:pt x="86701" y="9758"/>
                  </a:cubicBezTo>
                  <a:cubicBezTo>
                    <a:pt x="74419" y="3595"/>
                    <a:pt x="58900" y="1"/>
                    <a:pt x="45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7"/>
            <p:cNvSpPr/>
            <p:nvPr/>
          </p:nvSpPr>
          <p:spPr>
            <a:xfrm>
              <a:off x="610775" y="2627700"/>
              <a:ext cx="6663075" cy="1147100"/>
            </a:xfrm>
            <a:custGeom>
              <a:rect b="b" l="l" r="r" t="t"/>
              <a:pathLst>
                <a:path extrusionOk="0" h="45884" w="266523">
                  <a:moveTo>
                    <a:pt x="43919" y="0"/>
                  </a:moveTo>
                  <a:cubicBezTo>
                    <a:pt x="42779" y="0"/>
                    <a:pt x="41652" y="26"/>
                    <a:pt x="40541" y="77"/>
                  </a:cubicBezTo>
                  <a:cubicBezTo>
                    <a:pt x="19515" y="1054"/>
                    <a:pt x="5870" y="4090"/>
                    <a:pt x="1" y="9102"/>
                  </a:cubicBezTo>
                  <a:lnTo>
                    <a:pt x="239" y="9376"/>
                  </a:lnTo>
                  <a:cubicBezTo>
                    <a:pt x="4227" y="5971"/>
                    <a:pt x="14467" y="1649"/>
                    <a:pt x="40553" y="434"/>
                  </a:cubicBezTo>
                  <a:cubicBezTo>
                    <a:pt x="41663" y="383"/>
                    <a:pt x="42788" y="357"/>
                    <a:pt x="43926" y="357"/>
                  </a:cubicBezTo>
                  <a:cubicBezTo>
                    <a:pt x="57980" y="357"/>
                    <a:pt x="73989" y="4252"/>
                    <a:pt x="86523" y="10817"/>
                  </a:cubicBezTo>
                  <a:cubicBezTo>
                    <a:pt x="94346" y="14912"/>
                    <a:pt x="101037" y="20187"/>
                    <a:pt x="107502" y="25283"/>
                  </a:cubicBezTo>
                  <a:cubicBezTo>
                    <a:pt x="118039" y="33593"/>
                    <a:pt x="127981" y="41451"/>
                    <a:pt x="142411" y="44571"/>
                  </a:cubicBezTo>
                  <a:cubicBezTo>
                    <a:pt x="146566" y="45473"/>
                    <a:pt x="150520" y="45883"/>
                    <a:pt x="154313" y="45883"/>
                  </a:cubicBezTo>
                  <a:cubicBezTo>
                    <a:pt x="172548" y="45883"/>
                    <a:pt x="187052" y="36397"/>
                    <a:pt x="202240" y="26461"/>
                  </a:cubicBezTo>
                  <a:cubicBezTo>
                    <a:pt x="205312" y="24449"/>
                    <a:pt x="208491" y="22378"/>
                    <a:pt x="211706" y="20365"/>
                  </a:cubicBezTo>
                  <a:cubicBezTo>
                    <a:pt x="218611" y="16054"/>
                    <a:pt x="229117" y="11007"/>
                    <a:pt x="240446" y="11007"/>
                  </a:cubicBezTo>
                  <a:cubicBezTo>
                    <a:pt x="248983" y="11007"/>
                    <a:pt x="257988" y="13873"/>
                    <a:pt x="266272" y="22080"/>
                  </a:cubicBezTo>
                  <a:lnTo>
                    <a:pt x="266522" y="21818"/>
                  </a:lnTo>
                  <a:cubicBezTo>
                    <a:pt x="259063" y="14429"/>
                    <a:pt x="250259" y="10690"/>
                    <a:pt x="240352" y="10690"/>
                  </a:cubicBezTo>
                  <a:cubicBezTo>
                    <a:pt x="240091" y="10690"/>
                    <a:pt x="239829" y="10692"/>
                    <a:pt x="239566" y="10698"/>
                  </a:cubicBezTo>
                  <a:cubicBezTo>
                    <a:pt x="230732" y="10876"/>
                    <a:pt x="221040" y="14115"/>
                    <a:pt x="211515" y="20056"/>
                  </a:cubicBezTo>
                  <a:cubicBezTo>
                    <a:pt x="208300" y="22068"/>
                    <a:pt x="205122" y="24152"/>
                    <a:pt x="202050" y="26152"/>
                  </a:cubicBezTo>
                  <a:cubicBezTo>
                    <a:pt x="186888" y="36065"/>
                    <a:pt x="172430" y="45521"/>
                    <a:pt x="154274" y="45521"/>
                  </a:cubicBezTo>
                  <a:cubicBezTo>
                    <a:pt x="150515" y="45521"/>
                    <a:pt x="146598" y="45116"/>
                    <a:pt x="142483" y="44226"/>
                  </a:cubicBezTo>
                  <a:cubicBezTo>
                    <a:pt x="128136" y="41118"/>
                    <a:pt x="118218" y="33284"/>
                    <a:pt x="107716" y="24997"/>
                  </a:cubicBezTo>
                  <a:cubicBezTo>
                    <a:pt x="101239" y="19889"/>
                    <a:pt x="94548" y="14603"/>
                    <a:pt x="86690" y="10495"/>
                  </a:cubicBezTo>
                  <a:cubicBezTo>
                    <a:pt x="74109" y="3907"/>
                    <a:pt x="58032" y="0"/>
                    <a:pt x="439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7"/>
            <p:cNvSpPr/>
            <p:nvPr/>
          </p:nvSpPr>
          <p:spPr>
            <a:xfrm>
              <a:off x="617325" y="2530375"/>
              <a:ext cx="6656525" cy="1195600"/>
            </a:xfrm>
            <a:custGeom>
              <a:rect b="b" l="l" r="r" t="t"/>
              <a:pathLst>
                <a:path extrusionOk="0" h="47824" w="266261">
                  <a:moveTo>
                    <a:pt x="42753" y="0"/>
                  </a:moveTo>
                  <a:cubicBezTo>
                    <a:pt x="42062" y="0"/>
                    <a:pt x="41376" y="10"/>
                    <a:pt x="40696" y="29"/>
                  </a:cubicBezTo>
                  <a:cubicBezTo>
                    <a:pt x="19646" y="637"/>
                    <a:pt x="5966" y="3435"/>
                    <a:pt x="1" y="8352"/>
                  </a:cubicBezTo>
                  <a:lnTo>
                    <a:pt x="227" y="8626"/>
                  </a:lnTo>
                  <a:cubicBezTo>
                    <a:pt x="4287" y="5292"/>
                    <a:pt x="14598" y="1149"/>
                    <a:pt x="40696" y="387"/>
                  </a:cubicBezTo>
                  <a:cubicBezTo>
                    <a:pt x="41375" y="367"/>
                    <a:pt x="42061" y="357"/>
                    <a:pt x="42751" y="357"/>
                  </a:cubicBezTo>
                  <a:cubicBezTo>
                    <a:pt x="57119" y="357"/>
                    <a:pt x="73684" y="4580"/>
                    <a:pt x="86476" y="11566"/>
                  </a:cubicBezTo>
                  <a:cubicBezTo>
                    <a:pt x="94239" y="15805"/>
                    <a:pt x="100823" y="21199"/>
                    <a:pt x="107193" y="26402"/>
                  </a:cubicBezTo>
                  <a:cubicBezTo>
                    <a:pt x="117587" y="34903"/>
                    <a:pt x="127397" y="42927"/>
                    <a:pt x="141768" y="46297"/>
                  </a:cubicBezTo>
                  <a:cubicBezTo>
                    <a:pt x="146242" y="47349"/>
                    <a:pt x="150491" y="47823"/>
                    <a:pt x="154562" y="47823"/>
                  </a:cubicBezTo>
                  <a:cubicBezTo>
                    <a:pt x="172376" y="47823"/>
                    <a:pt x="186800" y="38740"/>
                    <a:pt x="201919" y="29223"/>
                  </a:cubicBezTo>
                  <a:cubicBezTo>
                    <a:pt x="205014" y="27271"/>
                    <a:pt x="208229" y="25259"/>
                    <a:pt x="211479" y="23306"/>
                  </a:cubicBezTo>
                  <a:cubicBezTo>
                    <a:pt x="218321" y="19200"/>
                    <a:pt x="228632" y="14450"/>
                    <a:pt x="239705" y="14450"/>
                  </a:cubicBezTo>
                  <a:cubicBezTo>
                    <a:pt x="248443" y="14450"/>
                    <a:pt x="257655" y="17408"/>
                    <a:pt x="266010" y="25973"/>
                  </a:cubicBezTo>
                  <a:lnTo>
                    <a:pt x="266260" y="25711"/>
                  </a:lnTo>
                  <a:cubicBezTo>
                    <a:pt x="258758" y="18019"/>
                    <a:pt x="249789" y="14126"/>
                    <a:pt x="239600" y="14126"/>
                  </a:cubicBezTo>
                  <a:cubicBezTo>
                    <a:pt x="239569" y="14126"/>
                    <a:pt x="239538" y="14126"/>
                    <a:pt x="239507" y="14126"/>
                  </a:cubicBezTo>
                  <a:cubicBezTo>
                    <a:pt x="230672" y="14150"/>
                    <a:pt x="220921" y="17222"/>
                    <a:pt x="211301" y="22996"/>
                  </a:cubicBezTo>
                  <a:cubicBezTo>
                    <a:pt x="208038" y="24949"/>
                    <a:pt x="204824" y="26973"/>
                    <a:pt x="201728" y="28926"/>
                  </a:cubicBezTo>
                  <a:cubicBezTo>
                    <a:pt x="186657" y="38411"/>
                    <a:pt x="172266" y="47461"/>
                    <a:pt x="154532" y="47461"/>
                  </a:cubicBezTo>
                  <a:cubicBezTo>
                    <a:pt x="150494" y="47461"/>
                    <a:pt x="146283" y="46992"/>
                    <a:pt x="141852" y="45952"/>
                  </a:cubicBezTo>
                  <a:cubicBezTo>
                    <a:pt x="127564" y="42594"/>
                    <a:pt x="117777" y="34593"/>
                    <a:pt x="107431" y="26128"/>
                  </a:cubicBezTo>
                  <a:cubicBezTo>
                    <a:pt x="101037" y="20901"/>
                    <a:pt x="94441" y="15507"/>
                    <a:pt x="86654" y="11245"/>
                  </a:cubicBezTo>
                  <a:cubicBezTo>
                    <a:pt x="73804" y="4235"/>
                    <a:pt x="57180" y="0"/>
                    <a:pt x="427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7"/>
            <p:cNvSpPr/>
            <p:nvPr/>
          </p:nvSpPr>
          <p:spPr>
            <a:xfrm>
              <a:off x="625950" y="2432750"/>
              <a:ext cx="6647900" cy="1244800"/>
            </a:xfrm>
            <a:custGeom>
              <a:rect b="b" l="l" r="r" t="t"/>
              <a:pathLst>
                <a:path extrusionOk="0" h="49792" w="265916">
                  <a:moveTo>
                    <a:pt x="41667" y="0"/>
                  </a:moveTo>
                  <a:cubicBezTo>
                    <a:pt x="41386" y="0"/>
                    <a:pt x="41106" y="2"/>
                    <a:pt x="40827" y="5"/>
                  </a:cubicBezTo>
                  <a:cubicBezTo>
                    <a:pt x="19777" y="243"/>
                    <a:pt x="6049" y="2803"/>
                    <a:pt x="1" y="7613"/>
                  </a:cubicBezTo>
                  <a:lnTo>
                    <a:pt x="227" y="7899"/>
                  </a:lnTo>
                  <a:cubicBezTo>
                    <a:pt x="4335" y="4625"/>
                    <a:pt x="14717" y="672"/>
                    <a:pt x="40827" y="362"/>
                  </a:cubicBezTo>
                  <a:cubicBezTo>
                    <a:pt x="41089" y="360"/>
                    <a:pt x="41350" y="358"/>
                    <a:pt x="41613" y="358"/>
                  </a:cubicBezTo>
                  <a:cubicBezTo>
                    <a:pt x="56276" y="358"/>
                    <a:pt x="73363" y="4913"/>
                    <a:pt x="86405" y="12340"/>
                  </a:cubicBezTo>
                  <a:cubicBezTo>
                    <a:pt x="94096" y="16710"/>
                    <a:pt x="100585" y="22210"/>
                    <a:pt x="106871" y="27532"/>
                  </a:cubicBezTo>
                  <a:cubicBezTo>
                    <a:pt x="117111" y="36212"/>
                    <a:pt x="126779" y="44404"/>
                    <a:pt x="141078" y="48035"/>
                  </a:cubicBezTo>
                  <a:cubicBezTo>
                    <a:pt x="145866" y="49249"/>
                    <a:pt x="150405" y="49792"/>
                    <a:pt x="154753" y="49792"/>
                  </a:cubicBezTo>
                  <a:cubicBezTo>
                    <a:pt x="172149" y="49792"/>
                    <a:pt x="186490" y="41108"/>
                    <a:pt x="201502" y="32021"/>
                  </a:cubicBezTo>
                  <a:cubicBezTo>
                    <a:pt x="204645" y="30116"/>
                    <a:pt x="207884" y="28152"/>
                    <a:pt x="211182" y="26258"/>
                  </a:cubicBezTo>
                  <a:cubicBezTo>
                    <a:pt x="217949" y="22353"/>
                    <a:pt x="228064" y="17884"/>
                    <a:pt x="238884" y="17884"/>
                  </a:cubicBezTo>
                  <a:cubicBezTo>
                    <a:pt x="247824" y="17884"/>
                    <a:pt x="257244" y="20936"/>
                    <a:pt x="265653" y="29878"/>
                  </a:cubicBezTo>
                  <a:lnTo>
                    <a:pt x="265915" y="29628"/>
                  </a:lnTo>
                  <a:cubicBezTo>
                    <a:pt x="258521" y="21770"/>
                    <a:pt x="249592" y="17722"/>
                    <a:pt x="239364" y="17567"/>
                  </a:cubicBezTo>
                  <a:cubicBezTo>
                    <a:pt x="239173" y="17564"/>
                    <a:pt x="238981" y="17563"/>
                    <a:pt x="238788" y="17563"/>
                  </a:cubicBezTo>
                  <a:cubicBezTo>
                    <a:pt x="230104" y="17563"/>
                    <a:pt x="220508" y="20451"/>
                    <a:pt x="211003" y="25937"/>
                  </a:cubicBezTo>
                  <a:cubicBezTo>
                    <a:pt x="207717" y="27842"/>
                    <a:pt x="204467" y="29807"/>
                    <a:pt x="201336" y="31700"/>
                  </a:cubicBezTo>
                  <a:cubicBezTo>
                    <a:pt x="186364" y="40762"/>
                    <a:pt x="172056" y="49421"/>
                    <a:pt x="154743" y="49421"/>
                  </a:cubicBezTo>
                  <a:cubicBezTo>
                    <a:pt x="150426" y="49421"/>
                    <a:pt x="145921" y="48883"/>
                    <a:pt x="141173" y="47678"/>
                  </a:cubicBezTo>
                  <a:cubicBezTo>
                    <a:pt x="126945" y="44082"/>
                    <a:pt x="117301" y="35903"/>
                    <a:pt x="107098" y="27259"/>
                  </a:cubicBezTo>
                  <a:cubicBezTo>
                    <a:pt x="100799" y="21925"/>
                    <a:pt x="94298" y="16412"/>
                    <a:pt x="86583" y="12031"/>
                  </a:cubicBezTo>
                  <a:cubicBezTo>
                    <a:pt x="73509" y="4577"/>
                    <a:pt x="56377" y="0"/>
                    <a:pt x="416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7"/>
            <p:cNvSpPr/>
            <p:nvPr/>
          </p:nvSpPr>
          <p:spPr>
            <a:xfrm>
              <a:off x="636675" y="2334800"/>
              <a:ext cx="6637450" cy="1294425"/>
            </a:xfrm>
            <a:custGeom>
              <a:rect b="b" l="l" r="r" t="t"/>
              <a:pathLst>
                <a:path extrusionOk="0" h="51777" w="265498">
                  <a:moveTo>
                    <a:pt x="39287" y="1"/>
                  </a:moveTo>
                  <a:cubicBezTo>
                    <a:pt x="19177" y="1"/>
                    <a:pt x="5968" y="2322"/>
                    <a:pt x="0" y="6900"/>
                  </a:cubicBezTo>
                  <a:lnTo>
                    <a:pt x="227" y="7186"/>
                  </a:lnTo>
                  <a:cubicBezTo>
                    <a:pt x="4311" y="4047"/>
                    <a:pt x="14422" y="359"/>
                    <a:pt x="39404" y="359"/>
                  </a:cubicBezTo>
                  <a:cubicBezTo>
                    <a:pt x="39912" y="359"/>
                    <a:pt x="40426" y="360"/>
                    <a:pt x="40946" y="363"/>
                  </a:cubicBezTo>
                  <a:cubicBezTo>
                    <a:pt x="55781" y="447"/>
                    <a:pt x="73164" y="5340"/>
                    <a:pt x="86309" y="13127"/>
                  </a:cubicBezTo>
                  <a:cubicBezTo>
                    <a:pt x="93917" y="17639"/>
                    <a:pt x="100311" y="23247"/>
                    <a:pt x="106502" y="28676"/>
                  </a:cubicBezTo>
                  <a:cubicBezTo>
                    <a:pt x="116586" y="37535"/>
                    <a:pt x="126111" y="45905"/>
                    <a:pt x="140363" y="49774"/>
                  </a:cubicBezTo>
                  <a:cubicBezTo>
                    <a:pt x="145461" y="51162"/>
                    <a:pt x="150287" y="51777"/>
                    <a:pt x="154911" y="51777"/>
                  </a:cubicBezTo>
                  <a:cubicBezTo>
                    <a:pt x="171899" y="51777"/>
                    <a:pt x="186153" y="43484"/>
                    <a:pt x="201061" y="34808"/>
                  </a:cubicBezTo>
                  <a:cubicBezTo>
                    <a:pt x="204228" y="32963"/>
                    <a:pt x="207503" y="31058"/>
                    <a:pt x="210836" y="29212"/>
                  </a:cubicBezTo>
                  <a:cubicBezTo>
                    <a:pt x="217522" y="25512"/>
                    <a:pt x="227422" y="21326"/>
                    <a:pt x="237978" y="21326"/>
                  </a:cubicBezTo>
                  <a:cubicBezTo>
                    <a:pt x="247122" y="21326"/>
                    <a:pt x="256758" y="24467"/>
                    <a:pt x="265224" y="33784"/>
                  </a:cubicBezTo>
                  <a:lnTo>
                    <a:pt x="265498" y="33546"/>
                  </a:lnTo>
                  <a:cubicBezTo>
                    <a:pt x="258247" y="25569"/>
                    <a:pt x="249377" y="21354"/>
                    <a:pt x="239149" y="21033"/>
                  </a:cubicBezTo>
                  <a:cubicBezTo>
                    <a:pt x="238730" y="21019"/>
                    <a:pt x="238308" y="21012"/>
                    <a:pt x="237884" y="21012"/>
                  </a:cubicBezTo>
                  <a:cubicBezTo>
                    <a:pt x="229391" y="21012"/>
                    <a:pt x="220013" y="23731"/>
                    <a:pt x="210658" y="28903"/>
                  </a:cubicBezTo>
                  <a:cubicBezTo>
                    <a:pt x="207324" y="30748"/>
                    <a:pt x="204050" y="32653"/>
                    <a:pt x="200871" y="34498"/>
                  </a:cubicBezTo>
                  <a:cubicBezTo>
                    <a:pt x="186013" y="43140"/>
                    <a:pt x="171810" y="51406"/>
                    <a:pt x="154899" y="51406"/>
                  </a:cubicBezTo>
                  <a:cubicBezTo>
                    <a:pt x="150304" y="51406"/>
                    <a:pt x="145509" y="50796"/>
                    <a:pt x="140447" y="49417"/>
                  </a:cubicBezTo>
                  <a:cubicBezTo>
                    <a:pt x="126290" y="45571"/>
                    <a:pt x="116789" y="37237"/>
                    <a:pt x="106740" y="28402"/>
                  </a:cubicBezTo>
                  <a:cubicBezTo>
                    <a:pt x="100537" y="22961"/>
                    <a:pt x="94131" y="17342"/>
                    <a:pt x="86499" y="12817"/>
                  </a:cubicBezTo>
                  <a:cubicBezTo>
                    <a:pt x="73295" y="4995"/>
                    <a:pt x="55841" y="89"/>
                    <a:pt x="40958" y="6"/>
                  </a:cubicBezTo>
                  <a:cubicBezTo>
                    <a:pt x="40396" y="3"/>
                    <a:pt x="39839" y="1"/>
                    <a:pt x="392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7"/>
            <p:cNvSpPr/>
            <p:nvPr/>
          </p:nvSpPr>
          <p:spPr>
            <a:xfrm>
              <a:off x="649475" y="2235200"/>
              <a:ext cx="6624950" cy="1345700"/>
            </a:xfrm>
            <a:custGeom>
              <a:rect b="b" l="l" r="r" t="t"/>
              <a:pathLst>
                <a:path extrusionOk="0" h="53828" w="264998">
                  <a:moveTo>
                    <a:pt x="35160" y="0"/>
                  </a:moveTo>
                  <a:cubicBezTo>
                    <a:pt x="17419" y="0"/>
                    <a:pt x="5602" y="2101"/>
                    <a:pt x="0" y="6240"/>
                  </a:cubicBezTo>
                  <a:lnTo>
                    <a:pt x="215" y="6538"/>
                  </a:lnTo>
                  <a:cubicBezTo>
                    <a:pt x="4112" y="3654"/>
                    <a:pt x="13403" y="362"/>
                    <a:pt x="35411" y="362"/>
                  </a:cubicBezTo>
                  <a:cubicBezTo>
                    <a:pt x="37206" y="362"/>
                    <a:pt x="39085" y="384"/>
                    <a:pt x="41053" y="430"/>
                  </a:cubicBezTo>
                  <a:cubicBezTo>
                    <a:pt x="55876" y="787"/>
                    <a:pt x="73176" y="5978"/>
                    <a:pt x="86202" y="13979"/>
                  </a:cubicBezTo>
                  <a:cubicBezTo>
                    <a:pt x="93726" y="18623"/>
                    <a:pt x="100025" y="24350"/>
                    <a:pt x="106109" y="29886"/>
                  </a:cubicBezTo>
                  <a:cubicBezTo>
                    <a:pt x="116039" y="38911"/>
                    <a:pt x="125421" y="47436"/>
                    <a:pt x="139601" y="51567"/>
                  </a:cubicBezTo>
                  <a:cubicBezTo>
                    <a:pt x="145004" y="53139"/>
                    <a:pt x="150116" y="53827"/>
                    <a:pt x="155015" y="53827"/>
                  </a:cubicBezTo>
                  <a:cubicBezTo>
                    <a:pt x="171610" y="53827"/>
                    <a:pt x="185768" y="45925"/>
                    <a:pt x="200549" y="37661"/>
                  </a:cubicBezTo>
                  <a:cubicBezTo>
                    <a:pt x="203752" y="35875"/>
                    <a:pt x="207062" y="34030"/>
                    <a:pt x="210420" y="32244"/>
                  </a:cubicBezTo>
                  <a:cubicBezTo>
                    <a:pt x="217020" y="28737"/>
                    <a:pt x="226700" y="24823"/>
                    <a:pt x="236995" y="24823"/>
                  </a:cubicBezTo>
                  <a:cubicBezTo>
                    <a:pt x="246347" y="24823"/>
                    <a:pt x="256206" y="28053"/>
                    <a:pt x="264724" y="37756"/>
                  </a:cubicBezTo>
                  <a:lnTo>
                    <a:pt x="264998" y="37518"/>
                  </a:lnTo>
                  <a:cubicBezTo>
                    <a:pt x="257890" y="29422"/>
                    <a:pt x="249103" y="25052"/>
                    <a:pt x="238887" y="24552"/>
                  </a:cubicBezTo>
                  <a:cubicBezTo>
                    <a:pt x="238234" y="24520"/>
                    <a:pt x="237575" y="24503"/>
                    <a:pt x="236910" y="24503"/>
                  </a:cubicBezTo>
                  <a:cubicBezTo>
                    <a:pt x="228589" y="24503"/>
                    <a:pt x="219426" y="27049"/>
                    <a:pt x="210253" y="31922"/>
                  </a:cubicBezTo>
                  <a:cubicBezTo>
                    <a:pt x="206883" y="33708"/>
                    <a:pt x="203574" y="35565"/>
                    <a:pt x="200371" y="37351"/>
                  </a:cubicBezTo>
                  <a:cubicBezTo>
                    <a:pt x="185637" y="45583"/>
                    <a:pt x="171528" y="53466"/>
                    <a:pt x="155004" y="53466"/>
                  </a:cubicBezTo>
                  <a:cubicBezTo>
                    <a:pt x="150137" y="53466"/>
                    <a:pt x="145060" y="52782"/>
                    <a:pt x="139696" y="51222"/>
                  </a:cubicBezTo>
                  <a:cubicBezTo>
                    <a:pt x="125599" y="47114"/>
                    <a:pt x="116253" y="38613"/>
                    <a:pt x="106359" y="29612"/>
                  </a:cubicBezTo>
                  <a:cubicBezTo>
                    <a:pt x="100251" y="24064"/>
                    <a:pt x="93941" y="18325"/>
                    <a:pt x="86392" y="13682"/>
                  </a:cubicBezTo>
                  <a:cubicBezTo>
                    <a:pt x="73331" y="5633"/>
                    <a:pt x="55960" y="418"/>
                    <a:pt x="41077" y="73"/>
                  </a:cubicBezTo>
                  <a:cubicBezTo>
                    <a:pt x="39037" y="25"/>
                    <a:pt x="37064" y="0"/>
                    <a:pt x="35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7"/>
            <p:cNvSpPr/>
            <p:nvPr/>
          </p:nvSpPr>
          <p:spPr>
            <a:xfrm>
              <a:off x="664050" y="2134250"/>
              <a:ext cx="6610375" cy="1399125"/>
            </a:xfrm>
            <a:custGeom>
              <a:rect b="b" l="l" r="r" t="t"/>
              <a:pathLst>
                <a:path extrusionOk="0" h="55965" w="264415">
                  <a:moveTo>
                    <a:pt x="31658" y="1"/>
                  </a:moveTo>
                  <a:cubicBezTo>
                    <a:pt x="15910" y="1"/>
                    <a:pt x="5285" y="1898"/>
                    <a:pt x="1" y="5671"/>
                  </a:cubicBezTo>
                  <a:lnTo>
                    <a:pt x="215" y="5968"/>
                  </a:lnTo>
                  <a:cubicBezTo>
                    <a:pt x="3941" y="3311"/>
                    <a:pt x="12454" y="374"/>
                    <a:pt x="31865" y="374"/>
                  </a:cubicBezTo>
                  <a:cubicBezTo>
                    <a:pt x="34721" y="374"/>
                    <a:pt x="37813" y="437"/>
                    <a:pt x="41161" y="575"/>
                  </a:cubicBezTo>
                  <a:cubicBezTo>
                    <a:pt x="55972" y="1182"/>
                    <a:pt x="73177" y="6671"/>
                    <a:pt x="86047" y="14910"/>
                  </a:cubicBezTo>
                  <a:cubicBezTo>
                    <a:pt x="93489" y="19684"/>
                    <a:pt x="99692" y="25518"/>
                    <a:pt x="105681" y="31162"/>
                  </a:cubicBezTo>
                  <a:cubicBezTo>
                    <a:pt x="115456" y="40365"/>
                    <a:pt x="124683" y="49045"/>
                    <a:pt x="138792" y="53427"/>
                  </a:cubicBezTo>
                  <a:cubicBezTo>
                    <a:pt x="144499" y="55196"/>
                    <a:pt x="149895" y="55964"/>
                    <a:pt x="155070" y="55964"/>
                  </a:cubicBezTo>
                  <a:cubicBezTo>
                    <a:pt x="171272" y="55964"/>
                    <a:pt x="185312" y="48439"/>
                    <a:pt x="199966" y="40580"/>
                  </a:cubicBezTo>
                  <a:cubicBezTo>
                    <a:pt x="203205" y="38853"/>
                    <a:pt x="206539" y="37056"/>
                    <a:pt x="209932" y="35329"/>
                  </a:cubicBezTo>
                  <a:cubicBezTo>
                    <a:pt x="216438" y="32021"/>
                    <a:pt x="225885" y="28376"/>
                    <a:pt x="235908" y="28376"/>
                  </a:cubicBezTo>
                  <a:cubicBezTo>
                    <a:pt x="245474" y="28376"/>
                    <a:pt x="255565" y="31695"/>
                    <a:pt x="264129" y="41794"/>
                  </a:cubicBezTo>
                  <a:lnTo>
                    <a:pt x="264415" y="41568"/>
                  </a:lnTo>
                  <a:cubicBezTo>
                    <a:pt x="257438" y="33341"/>
                    <a:pt x="248734" y="28828"/>
                    <a:pt x="238519" y="28138"/>
                  </a:cubicBezTo>
                  <a:cubicBezTo>
                    <a:pt x="237634" y="28078"/>
                    <a:pt x="236737" y="28048"/>
                    <a:pt x="235830" y="28048"/>
                  </a:cubicBezTo>
                  <a:cubicBezTo>
                    <a:pt x="227710" y="28048"/>
                    <a:pt x="218762" y="30434"/>
                    <a:pt x="209765" y="35008"/>
                  </a:cubicBezTo>
                  <a:cubicBezTo>
                    <a:pt x="206372" y="36734"/>
                    <a:pt x="203026" y="38532"/>
                    <a:pt x="199800" y="40258"/>
                  </a:cubicBezTo>
                  <a:cubicBezTo>
                    <a:pt x="185191" y="48086"/>
                    <a:pt x="171191" y="55586"/>
                    <a:pt x="155054" y="55586"/>
                  </a:cubicBezTo>
                  <a:cubicBezTo>
                    <a:pt x="149912" y="55586"/>
                    <a:pt x="144552" y="54824"/>
                    <a:pt x="138887" y="53069"/>
                  </a:cubicBezTo>
                  <a:cubicBezTo>
                    <a:pt x="124862" y="48724"/>
                    <a:pt x="115658" y="40068"/>
                    <a:pt x="105931" y="30900"/>
                  </a:cubicBezTo>
                  <a:cubicBezTo>
                    <a:pt x="99918" y="25245"/>
                    <a:pt x="93715" y="19387"/>
                    <a:pt x="86238" y="14612"/>
                  </a:cubicBezTo>
                  <a:cubicBezTo>
                    <a:pt x="73320" y="6337"/>
                    <a:pt x="56055" y="813"/>
                    <a:pt x="41173" y="206"/>
                  </a:cubicBezTo>
                  <a:cubicBezTo>
                    <a:pt x="37818" y="69"/>
                    <a:pt x="34646" y="1"/>
                    <a:pt x="316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7" name="Google Shape;157;p7"/>
          <p:cNvGrpSpPr/>
          <p:nvPr/>
        </p:nvGrpSpPr>
        <p:grpSpPr>
          <a:xfrm rot="916819">
            <a:off x="4216649" y="-1001706"/>
            <a:ext cx="5321066" cy="1664508"/>
            <a:chOff x="603050" y="2134250"/>
            <a:chExt cx="6671375" cy="1887675"/>
          </a:xfrm>
        </p:grpSpPr>
        <p:sp>
          <p:nvSpPr>
            <p:cNvPr id="158" name="Google Shape;158;p7"/>
            <p:cNvSpPr/>
            <p:nvPr/>
          </p:nvSpPr>
          <p:spPr>
            <a:xfrm>
              <a:off x="608100" y="2949275"/>
              <a:ext cx="6665750" cy="1072650"/>
            </a:xfrm>
            <a:custGeom>
              <a:rect b="b" l="l" r="r" t="t"/>
              <a:pathLst>
                <a:path extrusionOk="0" h="42906" w="266630">
                  <a:moveTo>
                    <a:pt x="242926" y="0"/>
                  </a:moveTo>
                  <a:cubicBezTo>
                    <a:pt x="241564" y="0"/>
                    <a:pt x="240185" y="76"/>
                    <a:pt x="238792" y="228"/>
                  </a:cubicBezTo>
                  <a:cubicBezTo>
                    <a:pt x="230005" y="1168"/>
                    <a:pt x="220635" y="5240"/>
                    <a:pt x="211670" y="11979"/>
                  </a:cubicBezTo>
                  <a:cubicBezTo>
                    <a:pt x="208634" y="14265"/>
                    <a:pt x="205645" y="16611"/>
                    <a:pt x="202764" y="18885"/>
                  </a:cubicBezTo>
                  <a:cubicBezTo>
                    <a:pt x="187340" y="31016"/>
                    <a:pt x="172685" y="42543"/>
                    <a:pt x="152232" y="42543"/>
                  </a:cubicBezTo>
                  <a:cubicBezTo>
                    <a:pt x="149902" y="42543"/>
                    <a:pt x="147497" y="42394"/>
                    <a:pt x="145007" y="42078"/>
                  </a:cubicBezTo>
                  <a:cubicBezTo>
                    <a:pt x="130433" y="40233"/>
                    <a:pt x="119873" y="33291"/>
                    <a:pt x="108693" y="25957"/>
                  </a:cubicBezTo>
                  <a:cubicBezTo>
                    <a:pt x="101799" y="21433"/>
                    <a:pt x="94667" y="16754"/>
                    <a:pt x="86476" y="13337"/>
                  </a:cubicBezTo>
                  <a:cubicBezTo>
                    <a:pt x="75578" y="8791"/>
                    <a:pt x="62424" y="6298"/>
                    <a:pt x="50215" y="6298"/>
                  </a:cubicBezTo>
                  <a:cubicBezTo>
                    <a:pt x="46564" y="6298"/>
                    <a:pt x="42997" y="6521"/>
                    <a:pt x="39601" y="6979"/>
                  </a:cubicBezTo>
                  <a:cubicBezTo>
                    <a:pt x="18729" y="9788"/>
                    <a:pt x="5418" y="14003"/>
                    <a:pt x="0" y="19504"/>
                  </a:cubicBezTo>
                  <a:lnTo>
                    <a:pt x="262" y="19766"/>
                  </a:lnTo>
                  <a:cubicBezTo>
                    <a:pt x="3941" y="16015"/>
                    <a:pt x="13764" y="10824"/>
                    <a:pt x="39648" y="7348"/>
                  </a:cubicBezTo>
                  <a:cubicBezTo>
                    <a:pt x="43028" y="6893"/>
                    <a:pt x="46578" y="6672"/>
                    <a:pt x="50211" y="6672"/>
                  </a:cubicBezTo>
                  <a:cubicBezTo>
                    <a:pt x="62374" y="6672"/>
                    <a:pt x="75481" y="9153"/>
                    <a:pt x="86345" y="13682"/>
                  </a:cubicBezTo>
                  <a:cubicBezTo>
                    <a:pt x="94500" y="17075"/>
                    <a:pt x="101620" y="21742"/>
                    <a:pt x="108502" y="26255"/>
                  </a:cubicBezTo>
                  <a:cubicBezTo>
                    <a:pt x="119718" y="33625"/>
                    <a:pt x="130314" y="40578"/>
                    <a:pt x="144959" y="42435"/>
                  </a:cubicBezTo>
                  <a:cubicBezTo>
                    <a:pt x="147474" y="42754"/>
                    <a:pt x="149902" y="42906"/>
                    <a:pt x="152253" y="42906"/>
                  </a:cubicBezTo>
                  <a:cubicBezTo>
                    <a:pt x="172815" y="42906"/>
                    <a:pt x="187519" y="31340"/>
                    <a:pt x="202990" y="19171"/>
                  </a:cubicBezTo>
                  <a:cubicBezTo>
                    <a:pt x="205871" y="16908"/>
                    <a:pt x="208860" y="14563"/>
                    <a:pt x="211896" y="12277"/>
                  </a:cubicBezTo>
                  <a:cubicBezTo>
                    <a:pt x="219006" y="6920"/>
                    <a:pt x="230335" y="312"/>
                    <a:pt x="242921" y="312"/>
                  </a:cubicBezTo>
                  <a:cubicBezTo>
                    <a:pt x="250504" y="312"/>
                    <a:pt x="258543" y="2711"/>
                    <a:pt x="266391" y="9229"/>
                  </a:cubicBezTo>
                  <a:lnTo>
                    <a:pt x="266629" y="8943"/>
                  </a:lnTo>
                  <a:cubicBezTo>
                    <a:pt x="259467" y="3004"/>
                    <a:pt x="251508" y="0"/>
                    <a:pt x="2429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7"/>
            <p:cNvSpPr/>
            <p:nvPr/>
          </p:nvSpPr>
          <p:spPr>
            <a:xfrm>
              <a:off x="604525" y="2938825"/>
              <a:ext cx="6669025" cy="1033425"/>
            </a:xfrm>
            <a:custGeom>
              <a:rect b="b" l="l" r="r" t="t"/>
              <a:pathLst>
                <a:path extrusionOk="0" h="41337" w="266761">
                  <a:moveTo>
                    <a:pt x="242560" y="0"/>
                  </a:moveTo>
                  <a:cubicBezTo>
                    <a:pt x="241419" y="0"/>
                    <a:pt x="240266" y="53"/>
                    <a:pt x="239102" y="158"/>
                  </a:cubicBezTo>
                  <a:cubicBezTo>
                    <a:pt x="230303" y="955"/>
                    <a:pt x="220850" y="4861"/>
                    <a:pt x="211765" y="11445"/>
                  </a:cubicBezTo>
                  <a:cubicBezTo>
                    <a:pt x="208693" y="13683"/>
                    <a:pt x="205669" y="15969"/>
                    <a:pt x="202752" y="18184"/>
                  </a:cubicBezTo>
                  <a:cubicBezTo>
                    <a:pt x="187359" y="29863"/>
                    <a:pt x="172728" y="40966"/>
                    <a:pt x="152762" y="40966"/>
                  </a:cubicBezTo>
                  <a:cubicBezTo>
                    <a:pt x="150135" y="40966"/>
                    <a:pt x="147416" y="40773"/>
                    <a:pt x="144590" y="40365"/>
                  </a:cubicBezTo>
                  <a:cubicBezTo>
                    <a:pt x="130064" y="38269"/>
                    <a:pt x="119623" y="31150"/>
                    <a:pt x="108574" y="23613"/>
                  </a:cubicBezTo>
                  <a:cubicBezTo>
                    <a:pt x="101751" y="18969"/>
                    <a:pt x="94703" y="14171"/>
                    <a:pt x="86571" y="10611"/>
                  </a:cubicBezTo>
                  <a:cubicBezTo>
                    <a:pt x="75309" y="5677"/>
                    <a:pt x="61560" y="2931"/>
                    <a:pt x="48931" y="2931"/>
                  </a:cubicBezTo>
                  <a:cubicBezTo>
                    <a:pt x="45806" y="2931"/>
                    <a:pt x="42749" y="3099"/>
                    <a:pt x="39815" y="3444"/>
                  </a:cubicBezTo>
                  <a:cubicBezTo>
                    <a:pt x="18908" y="5885"/>
                    <a:pt x="5513" y="9861"/>
                    <a:pt x="1" y="15279"/>
                  </a:cubicBezTo>
                  <a:lnTo>
                    <a:pt x="251" y="15529"/>
                  </a:lnTo>
                  <a:cubicBezTo>
                    <a:pt x="4001" y="11850"/>
                    <a:pt x="13919" y="6825"/>
                    <a:pt x="39851" y="3801"/>
                  </a:cubicBezTo>
                  <a:cubicBezTo>
                    <a:pt x="42768" y="3459"/>
                    <a:pt x="45807" y="3292"/>
                    <a:pt x="48914" y="3292"/>
                  </a:cubicBezTo>
                  <a:cubicBezTo>
                    <a:pt x="61497" y="3292"/>
                    <a:pt x="75199" y="6027"/>
                    <a:pt x="86428" y="10945"/>
                  </a:cubicBezTo>
                  <a:cubicBezTo>
                    <a:pt x="94524" y="14493"/>
                    <a:pt x="101561" y="19279"/>
                    <a:pt x="108359" y="23922"/>
                  </a:cubicBezTo>
                  <a:cubicBezTo>
                    <a:pt x="119456" y="31471"/>
                    <a:pt x="129922" y="38615"/>
                    <a:pt x="144542" y="40734"/>
                  </a:cubicBezTo>
                  <a:cubicBezTo>
                    <a:pt x="147384" y="41144"/>
                    <a:pt x="150118" y="41337"/>
                    <a:pt x="152759" y="41337"/>
                  </a:cubicBezTo>
                  <a:cubicBezTo>
                    <a:pt x="172836" y="41337"/>
                    <a:pt x="187520" y="30193"/>
                    <a:pt x="202966" y="18481"/>
                  </a:cubicBezTo>
                  <a:cubicBezTo>
                    <a:pt x="205883" y="16267"/>
                    <a:pt x="208908" y="13969"/>
                    <a:pt x="211979" y="11742"/>
                  </a:cubicBezTo>
                  <a:cubicBezTo>
                    <a:pt x="219066" y="6599"/>
                    <a:pt x="230260" y="308"/>
                    <a:pt x="242600" y="308"/>
                  </a:cubicBezTo>
                  <a:cubicBezTo>
                    <a:pt x="250370" y="308"/>
                    <a:pt x="258594" y="2802"/>
                    <a:pt x="266534" y="9647"/>
                  </a:cubicBezTo>
                  <a:lnTo>
                    <a:pt x="266760" y="9373"/>
                  </a:lnTo>
                  <a:cubicBezTo>
                    <a:pt x="259527" y="3141"/>
                    <a:pt x="251396" y="0"/>
                    <a:pt x="242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7"/>
            <p:cNvSpPr/>
            <p:nvPr/>
          </p:nvSpPr>
          <p:spPr>
            <a:xfrm>
              <a:off x="603050" y="2916775"/>
              <a:ext cx="6670800" cy="1005800"/>
            </a:xfrm>
            <a:custGeom>
              <a:rect b="b" l="l" r="r" t="t"/>
              <a:pathLst>
                <a:path extrusionOk="0" h="40232" w="266832">
                  <a:moveTo>
                    <a:pt x="47581" y="0"/>
                  </a:moveTo>
                  <a:cubicBezTo>
                    <a:pt x="44993" y="0"/>
                    <a:pt x="42457" y="119"/>
                    <a:pt x="40005" y="361"/>
                  </a:cubicBezTo>
                  <a:cubicBezTo>
                    <a:pt x="19062" y="2445"/>
                    <a:pt x="5608" y="6183"/>
                    <a:pt x="0" y="11505"/>
                  </a:cubicBezTo>
                  <a:lnTo>
                    <a:pt x="250" y="11767"/>
                  </a:lnTo>
                  <a:cubicBezTo>
                    <a:pt x="4060" y="8148"/>
                    <a:pt x="14061" y="3302"/>
                    <a:pt x="40041" y="730"/>
                  </a:cubicBezTo>
                  <a:cubicBezTo>
                    <a:pt x="42490" y="487"/>
                    <a:pt x="45023" y="368"/>
                    <a:pt x="47608" y="368"/>
                  </a:cubicBezTo>
                  <a:cubicBezTo>
                    <a:pt x="60603" y="368"/>
                    <a:pt x="74908" y="3370"/>
                    <a:pt x="86487" y="8683"/>
                  </a:cubicBezTo>
                  <a:cubicBezTo>
                    <a:pt x="94524" y="12362"/>
                    <a:pt x="101477" y="17292"/>
                    <a:pt x="108192" y="22042"/>
                  </a:cubicBezTo>
                  <a:cubicBezTo>
                    <a:pt x="119146" y="29793"/>
                    <a:pt x="129504" y="37116"/>
                    <a:pt x="144078" y="39473"/>
                  </a:cubicBezTo>
                  <a:cubicBezTo>
                    <a:pt x="147258" y="39990"/>
                    <a:pt x="150307" y="40232"/>
                    <a:pt x="153246" y="40232"/>
                  </a:cubicBezTo>
                  <a:cubicBezTo>
                    <a:pt x="172829" y="40232"/>
                    <a:pt x="187478" y="29509"/>
                    <a:pt x="202883" y="18256"/>
                  </a:cubicBezTo>
                  <a:cubicBezTo>
                    <a:pt x="205835" y="16089"/>
                    <a:pt x="208895" y="13851"/>
                    <a:pt x="212015" y="11672"/>
                  </a:cubicBezTo>
                  <a:cubicBezTo>
                    <a:pt x="219065" y="6740"/>
                    <a:pt x="230090" y="772"/>
                    <a:pt x="242173" y="772"/>
                  </a:cubicBezTo>
                  <a:cubicBezTo>
                    <a:pt x="250128" y="772"/>
                    <a:pt x="258541" y="3359"/>
                    <a:pt x="266581" y="10529"/>
                  </a:cubicBezTo>
                  <a:lnTo>
                    <a:pt x="266831" y="10255"/>
                  </a:lnTo>
                  <a:cubicBezTo>
                    <a:pt x="259528" y="3740"/>
                    <a:pt x="251234" y="461"/>
                    <a:pt x="242138" y="461"/>
                  </a:cubicBezTo>
                  <a:cubicBezTo>
                    <a:pt x="241209" y="461"/>
                    <a:pt x="240272" y="495"/>
                    <a:pt x="239328" y="563"/>
                  </a:cubicBezTo>
                  <a:cubicBezTo>
                    <a:pt x="230517" y="1206"/>
                    <a:pt x="220992" y="4945"/>
                    <a:pt x="211800" y="11374"/>
                  </a:cubicBezTo>
                  <a:cubicBezTo>
                    <a:pt x="208681" y="13553"/>
                    <a:pt x="205621" y="15791"/>
                    <a:pt x="202668" y="17958"/>
                  </a:cubicBezTo>
                  <a:cubicBezTo>
                    <a:pt x="187317" y="29187"/>
                    <a:pt x="172706" y="39865"/>
                    <a:pt x="153219" y="39865"/>
                  </a:cubicBezTo>
                  <a:cubicBezTo>
                    <a:pt x="150307" y="39865"/>
                    <a:pt x="147286" y="39627"/>
                    <a:pt x="144137" y="39116"/>
                  </a:cubicBezTo>
                  <a:cubicBezTo>
                    <a:pt x="129635" y="36770"/>
                    <a:pt x="119325" y="29472"/>
                    <a:pt x="108406" y="21745"/>
                  </a:cubicBezTo>
                  <a:cubicBezTo>
                    <a:pt x="101679" y="16982"/>
                    <a:pt x="94702" y="12053"/>
                    <a:pt x="86642" y="8350"/>
                  </a:cubicBezTo>
                  <a:cubicBezTo>
                    <a:pt x="75006" y="3014"/>
                    <a:pt x="60634" y="0"/>
                    <a:pt x="475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7"/>
            <p:cNvSpPr/>
            <p:nvPr/>
          </p:nvSpPr>
          <p:spPr>
            <a:xfrm>
              <a:off x="603625" y="2820875"/>
              <a:ext cx="6670225" cy="1052250"/>
            </a:xfrm>
            <a:custGeom>
              <a:rect b="b" l="l" r="r" t="t"/>
              <a:pathLst>
                <a:path extrusionOk="0" h="42090" w="266809">
                  <a:moveTo>
                    <a:pt x="46344" y="0"/>
                  </a:moveTo>
                  <a:cubicBezTo>
                    <a:pt x="44253" y="0"/>
                    <a:pt x="42198" y="80"/>
                    <a:pt x="40196" y="244"/>
                  </a:cubicBezTo>
                  <a:cubicBezTo>
                    <a:pt x="19218" y="1959"/>
                    <a:pt x="5692" y="5471"/>
                    <a:pt x="1" y="10686"/>
                  </a:cubicBezTo>
                  <a:lnTo>
                    <a:pt x="239" y="10948"/>
                  </a:lnTo>
                  <a:cubicBezTo>
                    <a:pt x="4120" y="7400"/>
                    <a:pt x="14193" y="2721"/>
                    <a:pt x="40220" y="601"/>
                  </a:cubicBezTo>
                  <a:cubicBezTo>
                    <a:pt x="42208" y="440"/>
                    <a:pt x="44249" y="360"/>
                    <a:pt x="46327" y="360"/>
                  </a:cubicBezTo>
                  <a:cubicBezTo>
                    <a:pt x="59706" y="360"/>
                    <a:pt x="74600" y="3646"/>
                    <a:pt x="86524" y="9376"/>
                  </a:cubicBezTo>
                  <a:cubicBezTo>
                    <a:pt x="94501" y="13198"/>
                    <a:pt x="101359" y="18234"/>
                    <a:pt x="107991" y="23104"/>
                  </a:cubicBezTo>
                  <a:cubicBezTo>
                    <a:pt x="118813" y="31046"/>
                    <a:pt x="129029" y="38546"/>
                    <a:pt x="143566" y="41166"/>
                  </a:cubicBezTo>
                  <a:cubicBezTo>
                    <a:pt x="147069" y="41797"/>
                    <a:pt x="150419" y="42090"/>
                    <a:pt x="153641" y="42090"/>
                  </a:cubicBezTo>
                  <a:cubicBezTo>
                    <a:pt x="172769" y="42090"/>
                    <a:pt x="187383" y="31783"/>
                    <a:pt x="202729" y="20961"/>
                  </a:cubicBezTo>
                  <a:cubicBezTo>
                    <a:pt x="205729" y="18854"/>
                    <a:pt x="208825" y="16663"/>
                    <a:pt x="211980" y="14543"/>
                  </a:cubicBezTo>
                  <a:cubicBezTo>
                    <a:pt x="218983" y="9825"/>
                    <a:pt x="229850" y="4171"/>
                    <a:pt x="241687" y="4171"/>
                  </a:cubicBezTo>
                  <a:cubicBezTo>
                    <a:pt x="249833" y="4171"/>
                    <a:pt x="258438" y="6849"/>
                    <a:pt x="266558" y="14353"/>
                  </a:cubicBezTo>
                  <a:lnTo>
                    <a:pt x="266808" y="14091"/>
                  </a:lnTo>
                  <a:cubicBezTo>
                    <a:pt x="259457" y="7303"/>
                    <a:pt x="251007" y="3862"/>
                    <a:pt x="241659" y="3862"/>
                  </a:cubicBezTo>
                  <a:cubicBezTo>
                    <a:pt x="240939" y="3862"/>
                    <a:pt x="240214" y="3882"/>
                    <a:pt x="239483" y="3923"/>
                  </a:cubicBezTo>
                  <a:cubicBezTo>
                    <a:pt x="230661" y="4411"/>
                    <a:pt x="221076" y="7971"/>
                    <a:pt x="211777" y="14246"/>
                  </a:cubicBezTo>
                  <a:cubicBezTo>
                    <a:pt x="208622" y="16365"/>
                    <a:pt x="205515" y="18556"/>
                    <a:pt x="202526" y="20663"/>
                  </a:cubicBezTo>
                  <a:cubicBezTo>
                    <a:pt x="187233" y="31450"/>
                    <a:pt x="172655" y="41722"/>
                    <a:pt x="153612" y="41722"/>
                  </a:cubicBezTo>
                  <a:cubicBezTo>
                    <a:pt x="150417" y="41722"/>
                    <a:pt x="147097" y="41433"/>
                    <a:pt x="143626" y="40809"/>
                  </a:cubicBezTo>
                  <a:cubicBezTo>
                    <a:pt x="129172" y="38201"/>
                    <a:pt x="118992" y="30724"/>
                    <a:pt x="108205" y="22806"/>
                  </a:cubicBezTo>
                  <a:cubicBezTo>
                    <a:pt x="101561" y="17925"/>
                    <a:pt x="94679" y="12877"/>
                    <a:pt x="86678" y="9043"/>
                  </a:cubicBezTo>
                  <a:cubicBezTo>
                    <a:pt x="74718" y="3305"/>
                    <a:pt x="59772" y="0"/>
                    <a:pt x="463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7"/>
            <p:cNvSpPr/>
            <p:nvPr/>
          </p:nvSpPr>
          <p:spPr>
            <a:xfrm>
              <a:off x="606025" y="2724425"/>
              <a:ext cx="6667825" cy="1099375"/>
            </a:xfrm>
            <a:custGeom>
              <a:rect b="b" l="l" r="r" t="t"/>
              <a:pathLst>
                <a:path extrusionOk="0" h="43975" w="266713">
                  <a:moveTo>
                    <a:pt x="45120" y="1"/>
                  </a:moveTo>
                  <a:cubicBezTo>
                    <a:pt x="43512" y="1"/>
                    <a:pt x="41927" y="50"/>
                    <a:pt x="40374" y="149"/>
                  </a:cubicBezTo>
                  <a:cubicBezTo>
                    <a:pt x="19372" y="1495"/>
                    <a:pt x="5787" y="4769"/>
                    <a:pt x="0" y="9889"/>
                  </a:cubicBezTo>
                  <a:lnTo>
                    <a:pt x="250" y="10150"/>
                  </a:lnTo>
                  <a:cubicBezTo>
                    <a:pt x="4191" y="6674"/>
                    <a:pt x="14335" y="2185"/>
                    <a:pt x="40410" y="518"/>
                  </a:cubicBezTo>
                  <a:cubicBezTo>
                    <a:pt x="41956" y="419"/>
                    <a:pt x="43534" y="370"/>
                    <a:pt x="45136" y="370"/>
                  </a:cubicBezTo>
                  <a:cubicBezTo>
                    <a:pt x="58853" y="370"/>
                    <a:pt x="74318" y="3961"/>
                    <a:pt x="86547" y="10091"/>
                  </a:cubicBezTo>
                  <a:cubicBezTo>
                    <a:pt x="94441" y="14044"/>
                    <a:pt x="101227" y="19211"/>
                    <a:pt x="107776" y="24188"/>
                  </a:cubicBezTo>
                  <a:cubicBezTo>
                    <a:pt x="118432" y="32332"/>
                    <a:pt x="128528" y="39999"/>
                    <a:pt x="143018" y="42869"/>
                  </a:cubicBezTo>
                  <a:cubicBezTo>
                    <a:pt x="146843" y="43627"/>
                    <a:pt x="150492" y="43975"/>
                    <a:pt x="153996" y="43975"/>
                  </a:cubicBezTo>
                  <a:cubicBezTo>
                    <a:pt x="172677" y="43975"/>
                    <a:pt x="187246" y="34086"/>
                    <a:pt x="202525" y="23700"/>
                  </a:cubicBezTo>
                  <a:cubicBezTo>
                    <a:pt x="205562" y="21640"/>
                    <a:pt x="208693" y="19509"/>
                    <a:pt x="211884" y="17449"/>
                  </a:cubicBezTo>
                  <a:cubicBezTo>
                    <a:pt x="218840" y="12936"/>
                    <a:pt x="229526" y="7594"/>
                    <a:pt x="241107" y="7594"/>
                  </a:cubicBezTo>
                  <a:cubicBezTo>
                    <a:pt x="249447" y="7594"/>
                    <a:pt x="258252" y="10365"/>
                    <a:pt x="266462" y="18211"/>
                  </a:cubicBezTo>
                  <a:lnTo>
                    <a:pt x="266712" y="17949"/>
                  </a:lnTo>
                  <a:cubicBezTo>
                    <a:pt x="259310" y="10864"/>
                    <a:pt x="250693" y="7276"/>
                    <a:pt x="241074" y="7276"/>
                  </a:cubicBezTo>
                  <a:cubicBezTo>
                    <a:pt x="240574" y="7276"/>
                    <a:pt x="240071" y="7285"/>
                    <a:pt x="239566" y="7305"/>
                  </a:cubicBezTo>
                  <a:cubicBezTo>
                    <a:pt x="230731" y="7638"/>
                    <a:pt x="221099" y="11043"/>
                    <a:pt x="211681" y="17139"/>
                  </a:cubicBezTo>
                  <a:cubicBezTo>
                    <a:pt x="208490" y="19211"/>
                    <a:pt x="205359" y="21342"/>
                    <a:pt x="202323" y="23402"/>
                  </a:cubicBezTo>
                  <a:cubicBezTo>
                    <a:pt x="187090" y="33751"/>
                    <a:pt x="172575" y="43610"/>
                    <a:pt x="153990" y="43610"/>
                  </a:cubicBezTo>
                  <a:cubicBezTo>
                    <a:pt x="150510" y="43610"/>
                    <a:pt x="146887" y="43265"/>
                    <a:pt x="143089" y="42512"/>
                  </a:cubicBezTo>
                  <a:cubicBezTo>
                    <a:pt x="128683" y="39654"/>
                    <a:pt x="118622" y="31998"/>
                    <a:pt x="107990" y="23902"/>
                  </a:cubicBezTo>
                  <a:cubicBezTo>
                    <a:pt x="101418" y="18913"/>
                    <a:pt x="94631" y="13734"/>
                    <a:pt x="86701" y="9758"/>
                  </a:cubicBezTo>
                  <a:cubicBezTo>
                    <a:pt x="74419" y="3595"/>
                    <a:pt x="58900" y="1"/>
                    <a:pt x="45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7"/>
            <p:cNvSpPr/>
            <p:nvPr/>
          </p:nvSpPr>
          <p:spPr>
            <a:xfrm>
              <a:off x="610775" y="2627700"/>
              <a:ext cx="6663075" cy="1147100"/>
            </a:xfrm>
            <a:custGeom>
              <a:rect b="b" l="l" r="r" t="t"/>
              <a:pathLst>
                <a:path extrusionOk="0" h="45884" w="266523">
                  <a:moveTo>
                    <a:pt x="43919" y="0"/>
                  </a:moveTo>
                  <a:cubicBezTo>
                    <a:pt x="42779" y="0"/>
                    <a:pt x="41652" y="26"/>
                    <a:pt x="40541" y="77"/>
                  </a:cubicBezTo>
                  <a:cubicBezTo>
                    <a:pt x="19515" y="1054"/>
                    <a:pt x="5870" y="4090"/>
                    <a:pt x="1" y="9102"/>
                  </a:cubicBezTo>
                  <a:lnTo>
                    <a:pt x="239" y="9376"/>
                  </a:lnTo>
                  <a:cubicBezTo>
                    <a:pt x="4227" y="5971"/>
                    <a:pt x="14467" y="1649"/>
                    <a:pt x="40553" y="434"/>
                  </a:cubicBezTo>
                  <a:cubicBezTo>
                    <a:pt x="41663" y="383"/>
                    <a:pt x="42788" y="357"/>
                    <a:pt x="43926" y="357"/>
                  </a:cubicBezTo>
                  <a:cubicBezTo>
                    <a:pt x="57980" y="357"/>
                    <a:pt x="73989" y="4252"/>
                    <a:pt x="86523" y="10817"/>
                  </a:cubicBezTo>
                  <a:cubicBezTo>
                    <a:pt x="94346" y="14912"/>
                    <a:pt x="101037" y="20187"/>
                    <a:pt x="107502" y="25283"/>
                  </a:cubicBezTo>
                  <a:cubicBezTo>
                    <a:pt x="118039" y="33593"/>
                    <a:pt x="127981" y="41451"/>
                    <a:pt x="142411" y="44571"/>
                  </a:cubicBezTo>
                  <a:cubicBezTo>
                    <a:pt x="146566" y="45473"/>
                    <a:pt x="150520" y="45883"/>
                    <a:pt x="154313" y="45883"/>
                  </a:cubicBezTo>
                  <a:cubicBezTo>
                    <a:pt x="172548" y="45883"/>
                    <a:pt x="187052" y="36397"/>
                    <a:pt x="202240" y="26461"/>
                  </a:cubicBezTo>
                  <a:cubicBezTo>
                    <a:pt x="205312" y="24449"/>
                    <a:pt x="208491" y="22378"/>
                    <a:pt x="211706" y="20365"/>
                  </a:cubicBezTo>
                  <a:cubicBezTo>
                    <a:pt x="218611" y="16054"/>
                    <a:pt x="229117" y="11007"/>
                    <a:pt x="240446" y="11007"/>
                  </a:cubicBezTo>
                  <a:cubicBezTo>
                    <a:pt x="248983" y="11007"/>
                    <a:pt x="257988" y="13873"/>
                    <a:pt x="266272" y="22080"/>
                  </a:cubicBezTo>
                  <a:lnTo>
                    <a:pt x="266522" y="21818"/>
                  </a:lnTo>
                  <a:cubicBezTo>
                    <a:pt x="259063" y="14429"/>
                    <a:pt x="250259" y="10690"/>
                    <a:pt x="240352" y="10690"/>
                  </a:cubicBezTo>
                  <a:cubicBezTo>
                    <a:pt x="240091" y="10690"/>
                    <a:pt x="239829" y="10692"/>
                    <a:pt x="239566" y="10698"/>
                  </a:cubicBezTo>
                  <a:cubicBezTo>
                    <a:pt x="230732" y="10876"/>
                    <a:pt x="221040" y="14115"/>
                    <a:pt x="211515" y="20056"/>
                  </a:cubicBezTo>
                  <a:cubicBezTo>
                    <a:pt x="208300" y="22068"/>
                    <a:pt x="205122" y="24152"/>
                    <a:pt x="202050" y="26152"/>
                  </a:cubicBezTo>
                  <a:cubicBezTo>
                    <a:pt x="186888" y="36065"/>
                    <a:pt x="172430" y="45521"/>
                    <a:pt x="154274" y="45521"/>
                  </a:cubicBezTo>
                  <a:cubicBezTo>
                    <a:pt x="150515" y="45521"/>
                    <a:pt x="146598" y="45116"/>
                    <a:pt x="142483" y="44226"/>
                  </a:cubicBezTo>
                  <a:cubicBezTo>
                    <a:pt x="128136" y="41118"/>
                    <a:pt x="118218" y="33284"/>
                    <a:pt x="107716" y="24997"/>
                  </a:cubicBezTo>
                  <a:cubicBezTo>
                    <a:pt x="101239" y="19889"/>
                    <a:pt x="94548" y="14603"/>
                    <a:pt x="86690" y="10495"/>
                  </a:cubicBezTo>
                  <a:cubicBezTo>
                    <a:pt x="74109" y="3907"/>
                    <a:pt x="58032" y="0"/>
                    <a:pt x="439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7"/>
            <p:cNvSpPr/>
            <p:nvPr/>
          </p:nvSpPr>
          <p:spPr>
            <a:xfrm>
              <a:off x="617325" y="2530375"/>
              <a:ext cx="6656525" cy="1195600"/>
            </a:xfrm>
            <a:custGeom>
              <a:rect b="b" l="l" r="r" t="t"/>
              <a:pathLst>
                <a:path extrusionOk="0" h="47824" w="266261">
                  <a:moveTo>
                    <a:pt x="42753" y="0"/>
                  </a:moveTo>
                  <a:cubicBezTo>
                    <a:pt x="42062" y="0"/>
                    <a:pt x="41376" y="10"/>
                    <a:pt x="40696" y="29"/>
                  </a:cubicBezTo>
                  <a:cubicBezTo>
                    <a:pt x="19646" y="637"/>
                    <a:pt x="5966" y="3435"/>
                    <a:pt x="1" y="8352"/>
                  </a:cubicBezTo>
                  <a:lnTo>
                    <a:pt x="227" y="8626"/>
                  </a:lnTo>
                  <a:cubicBezTo>
                    <a:pt x="4287" y="5292"/>
                    <a:pt x="14598" y="1149"/>
                    <a:pt x="40696" y="387"/>
                  </a:cubicBezTo>
                  <a:cubicBezTo>
                    <a:pt x="41375" y="367"/>
                    <a:pt x="42061" y="357"/>
                    <a:pt x="42751" y="357"/>
                  </a:cubicBezTo>
                  <a:cubicBezTo>
                    <a:pt x="57119" y="357"/>
                    <a:pt x="73684" y="4580"/>
                    <a:pt x="86476" y="11566"/>
                  </a:cubicBezTo>
                  <a:cubicBezTo>
                    <a:pt x="94239" y="15805"/>
                    <a:pt x="100823" y="21199"/>
                    <a:pt x="107193" y="26402"/>
                  </a:cubicBezTo>
                  <a:cubicBezTo>
                    <a:pt x="117587" y="34903"/>
                    <a:pt x="127397" y="42927"/>
                    <a:pt x="141768" y="46297"/>
                  </a:cubicBezTo>
                  <a:cubicBezTo>
                    <a:pt x="146242" y="47349"/>
                    <a:pt x="150491" y="47823"/>
                    <a:pt x="154562" y="47823"/>
                  </a:cubicBezTo>
                  <a:cubicBezTo>
                    <a:pt x="172376" y="47823"/>
                    <a:pt x="186800" y="38740"/>
                    <a:pt x="201919" y="29223"/>
                  </a:cubicBezTo>
                  <a:cubicBezTo>
                    <a:pt x="205014" y="27271"/>
                    <a:pt x="208229" y="25259"/>
                    <a:pt x="211479" y="23306"/>
                  </a:cubicBezTo>
                  <a:cubicBezTo>
                    <a:pt x="218321" y="19200"/>
                    <a:pt x="228632" y="14450"/>
                    <a:pt x="239705" y="14450"/>
                  </a:cubicBezTo>
                  <a:cubicBezTo>
                    <a:pt x="248443" y="14450"/>
                    <a:pt x="257655" y="17408"/>
                    <a:pt x="266010" y="25973"/>
                  </a:cubicBezTo>
                  <a:lnTo>
                    <a:pt x="266260" y="25711"/>
                  </a:lnTo>
                  <a:cubicBezTo>
                    <a:pt x="258758" y="18019"/>
                    <a:pt x="249789" y="14126"/>
                    <a:pt x="239600" y="14126"/>
                  </a:cubicBezTo>
                  <a:cubicBezTo>
                    <a:pt x="239569" y="14126"/>
                    <a:pt x="239538" y="14126"/>
                    <a:pt x="239507" y="14126"/>
                  </a:cubicBezTo>
                  <a:cubicBezTo>
                    <a:pt x="230672" y="14150"/>
                    <a:pt x="220921" y="17222"/>
                    <a:pt x="211301" y="22996"/>
                  </a:cubicBezTo>
                  <a:cubicBezTo>
                    <a:pt x="208038" y="24949"/>
                    <a:pt x="204824" y="26973"/>
                    <a:pt x="201728" y="28926"/>
                  </a:cubicBezTo>
                  <a:cubicBezTo>
                    <a:pt x="186657" y="38411"/>
                    <a:pt x="172266" y="47461"/>
                    <a:pt x="154532" y="47461"/>
                  </a:cubicBezTo>
                  <a:cubicBezTo>
                    <a:pt x="150494" y="47461"/>
                    <a:pt x="146283" y="46992"/>
                    <a:pt x="141852" y="45952"/>
                  </a:cubicBezTo>
                  <a:cubicBezTo>
                    <a:pt x="127564" y="42594"/>
                    <a:pt x="117777" y="34593"/>
                    <a:pt x="107431" y="26128"/>
                  </a:cubicBezTo>
                  <a:cubicBezTo>
                    <a:pt x="101037" y="20901"/>
                    <a:pt x="94441" y="15507"/>
                    <a:pt x="86654" y="11245"/>
                  </a:cubicBezTo>
                  <a:cubicBezTo>
                    <a:pt x="73804" y="4235"/>
                    <a:pt x="57180" y="0"/>
                    <a:pt x="427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7"/>
            <p:cNvSpPr/>
            <p:nvPr/>
          </p:nvSpPr>
          <p:spPr>
            <a:xfrm>
              <a:off x="625950" y="2432750"/>
              <a:ext cx="6647900" cy="1244800"/>
            </a:xfrm>
            <a:custGeom>
              <a:rect b="b" l="l" r="r" t="t"/>
              <a:pathLst>
                <a:path extrusionOk="0" h="49792" w="265916">
                  <a:moveTo>
                    <a:pt x="41667" y="0"/>
                  </a:moveTo>
                  <a:cubicBezTo>
                    <a:pt x="41386" y="0"/>
                    <a:pt x="41106" y="2"/>
                    <a:pt x="40827" y="5"/>
                  </a:cubicBezTo>
                  <a:cubicBezTo>
                    <a:pt x="19777" y="243"/>
                    <a:pt x="6049" y="2803"/>
                    <a:pt x="1" y="7613"/>
                  </a:cubicBezTo>
                  <a:lnTo>
                    <a:pt x="227" y="7899"/>
                  </a:lnTo>
                  <a:cubicBezTo>
                    <a:pt x="4335" y="4625"/>
                    <a:pt x="14717" y="672"/>
                    <a:pt x="40827" y="362"/>
                  </a:cubicBezTo>
                  <a:cubicBezTo>
                    <a:pt x="41089" y="360"/>
                    <a:pt x="41350" y="358"/>
                    <a:pt x="41613" y="358"/>
                  </a:cubicBezTo>
                  <a:cubicBezTo>
                    <a:pt x="56276" y="358"/>
                    <a:pt x="73363" y="4913"/>
                    <a:pt x="86405" y="12340"/>
                  </a:cubicBezTo>
                  <a:cubicBezTo>
                    <a:pt x="94096" y="16710"/>
                    <a:pt x="100585" y="22210"/>
                    <a:pt x="106871" y="27532"/>
                  </a:cubicBezTo>
                  <a:cubicBezTo>
                    <a:pt x="117111" y="36212"/>
                    <a:pt x="126779" y="44404"/>
                    <a:pt x="141078" y="48035"/>
                  </a:cubicBezTo>
                  <a:cubicBezTo>
                    <a:pt x="145866" y="49249"/>
                    <a:pt x="150405" y="49792"/>
                    <a:pt x="154753" y="49792"/>
                  </a:cubicBezTo>
                  <a:cubicBezTo>
                    <a:pt x="172149" y="49792"/>
                    <a:pt x="186490" y="41108"/>
                    <a:pt x="201502" y="32021"/>
                  </a:cubicBezTo>
                  <a:cubicBezTo>
                    <a:pt x="204645" y="30116"/>
                    <a:pt x="207884" y="28152"/>
                    <a:pt x="211182" y="26258"/>
                  </a:cubicBezTo>
                  <a:cubicBezTo>
                    <a:pt x="217949" y="22353"/>
                    <a:pt x="228064" y="17884"/>
                    <a:pt x="238884" y="17884"/>
                  </a:cubicBezTo>
                  <a:cubicBezTo>
                    <a:pt x="247824" y="17884"/>
                    <a:pt x="257244" y="20936"/>
                    <a:pt x="265653" y="29878"/>
                  </a:cubicBezTo>
                  <a:lnTo>
                    <a:pt x="265915" y="29628"/>
                  </a:lnTo>
                  <a:cubicBezTo>
                    <a:pt x="258521" y="21770"/>
                    <a:pt x="249592" y="17722"/>
                    <a:pt x="239364" y="17567"/>
                  </a:cubicBezTo>
                  <a:cubicBezTo>
                    <a:pt x="239173" y="17564"/>
                    <a:pt x="238981" y="17563"/>
                    <a:pt x="238788" y="17563"/>
                  </a:cubicBezTo>
                  <a:cubicBezTo>
                    <a:pt x="230104" y="17563"/>
                    <a:pt x="220508" y="20451"/>
                    <a:pt x="211003" y="25937"/>
                  </a:cubicBezTo>
                  <a:cubicBezTo>
                    <a:pt x="207717" y="27842"/>
                    <a:pt x="204467" y="29807"/>
                    <a:pt x="201336" y="31700"/>
                  </a:cubicBezTo>
                  <a:cubicBezTo>
                    <a:pt x="186364" y="40762"/>
                    <a:pt x="172056" y="49421"/>
                    <a:pt x="154743" y="49421"/>
                  </a:cubicBezTo>
                  <a:cubicBezTo>
                    <a:pt x="150426" y="49421"/>
                    <a:pt x="145921" y="48883"/>
                    <a:pt x="141173" y="47678"/>
                  </a:cubicBezTo>
                  <a:cubicBezTo>
                    <a:pt x="126945" y="44082"/>
                    <a:pt x="117301" y="35903"/>
                    <a:pt x="107098" y="27259"/>
                  </a:cubicBezTo>
                  <a:cubicBezTo>
                    <a:pt x="100799" y="21925"/>
                    <a:pt x="94298" y="16412"/>
                    <a:pt x="86583" y="12031"/>
                  </a:cubicBezTo>
                  <a:cubicBezTo>
                    <a:pt x="73509" y="4577"/>
                    <a:pt x="56377" y="0"/>
                    <a:pt x="416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7"/>
            <p:cNvSpPr/>
            <p:nvPr/>
          </p:nvSpPr>
          <p:spPr>
            <a:xfrm>
              <a:off x="636675" y="2334800"/>
              <a:ext cx="6637450" cy="1294425"/>
            </a:xfrm>
            <a:custGeom>
              <a:rect b="b" l="l" r="r" t="t"/>
              <a:pathLst>
                <a:path extrusionOk="0" h="51777" w="265498">
                  <a:moveTo>
                    <a:pt x="39287" y="1"/>
                  </a:moveTo>
                  <a:cubicBezTo>
                    <a:pt x="19177" y="1"/>
                    <a:pt x="5968" y="2322"/>
                    <a:pt x="0" y="6900"/>
                  </a:cubicBezTo>
                  <a:lnTo>
                    <a:pt x="227" y="7186"/>
                  </a:lnTo>
                  <a:cubicBezTo>
                    <a:pt x="4311" y="4047"/>
                    <a:pt x="14422" y="359"/>
                    <a:pt x="39404" y="359"/>
                  </a:cubicBezTo>
                  <a:cubicBezTo>
                    <a:pt x="39912" y="359"/>
                    <a:pt x="40426" y="360"/>
                    <a:pt x="40946" y="363"/>
                  </a:cubicBezTo>
                  <a:cubicBezTo>
                    <a:pt x="55781" y="447"/>
                    <a:pt x="73164" y="5340"/>
                    <a:pt x="86309" y="13127"/>
                  </a:cubicBezTo>
                  <a:cubicBezTo>
                    <a:pt x="93917" y="17639"/>
                    <a:pt x="100311" y="23247"/>
                    <a:pt x="106502" y="28676"/>
                  </a:cubicBezTo>
                  <a:cubicBezTo>
                    <a:pt x="116586" y="37535"/>
                    <a:pt x="126111" y="45905"/>
                    <a:pt x="140363" y="49774"/>
                  </a:cubicBezTo>
                  <a:cubicBezTo>
                    <a:pt x="145461" y="51162"/>
                    <a:pt x="150287" y="51777"/>
                    <a:pt x="154911" y="51777"/>
                  </a:cubicBezTo>
                  <a:cubicBezTo>
                    <a:pt x="171899" y="51777"/>
                    <a:pt x="186153" y="43484"/>
                    <a:pt x="201061" y="34808"/>
                  </a:cubicBezTo>
                  <a:cubicBezTo>
                    <a:pt x="204228" y="32963"/>
                    <a:pt x="207503" y="31058"/>
                    <a:pt x="210836" y="29212"/>
                  </a:cubicBezTo>
                  <a:cubicBezTo>
                    <a:pt x="217522" y="25512"/>
                    <a:pt x="227422" y="21326"/>
                    <a:pt x="237978" y="21326"/>
                  </a:cubicBezTo>
                  <a:cubicBezTo>
                    <a:pt x="247122" y="21326"/>
                    <a:pt x="256758" y="24467"/>
                    <a:pt x="265224" y="33784"/>
                  </a:cubicBezTo>
                  <a:lnTo>
                    <a:pt x="265498" y="33546"/>
                  </a:lnTo>
                  <a:cubicBezTo>
                    <a:pt x="258247" y="25569"/>
                    <a:pt x="249377" y="21354"/>
                    <a:pt x="239149" y="21033"/>
                  </a:cubicBezTo>
                  <a:cubicBezTo>
                    <a:pt x="238730" y="21019"/>
                    <a:pt x="238308" y="21012"/>
                    <a:pt x="237884" y="21012"/>
                  </a:cubicBezTo>
                  <a:cubicBezTo>
                    <a:pt x="229391" y="21012"/>
                    <a:pt x="220013" y="23731"/>
                    <a:pt x="210658" y="28903"/>
                  </a:cubicBezTo>
                  <a:cubicBezTo>
                    <a:pt x="207324" y="30748"/>
                    <a:pt x="204050" y="32653"/>
                    <a:pt x="200871" y="34498"/>
                  </a:cubicBezTo>
                  <a:cubicBezTo>
                    <a:pt x="186013" y="43140"/>
                    <a:pt x="171810" y="51406"/>
                    <a:pt x="154899" y="51406"/>
                  </a:cubicBezTo>
                  <a:cubicBezTo>
                    <a:pt x="150304" y="51406"/>
                    <a:pt x="145509" y="50796"/>
                    <a:pt x="140447" y="49417"/>
                  </a:cubicBezTo>
                  <a:cubicBezTo>
                    <a:pt x="126290" y="45571"/>
                    <a:pt x="116789" y="37237"/>
                    <a:pt x="106740" y="28402"/>
                  </a:cubicBezTo>
                  <a:cubicBezTo>
                    <a:pt x="100537" y="22961"/>
                    <a:pt x="94131" y="17342"/>
                    <a:pt x="86499" y="12817"/>
                  </a:cubicBezTo>
                  <a:cubicBezTo>
                    <a:pt x="73295" y="4995"/>
                    <a:pt x="55841" y="89"/>
                    <a:pt x="40958" y="6"/>
                  </a:cubicBezTo>
                  <a:cubicBezTo>
                    <a:pt x="40396" y="3"/>
                    <a:pt x="39839" y="1"/>
                    <a:pt x="392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7"/>
            <p:cNvSpPr/>
            <p:nvPr/>
          </p:nvSpPr>
          <p:spPr>
            <a:xfrm>
              <a:off x="649475" y="2235200"/>
              <a:ext cx="6624950" cy="1345700"/>
            </a:xfrm>
            <a:custGeom>
              <a:rect b="b" l="l" r="r" t="t"/>
              <a:pathLst>
                <a:path extrusionOk="0" h="53828" w="264998">
                  <a:moveTo>
                    <a:pt x="35160" y="0"/>
                  </a:moveTo>
                  <a:cubicBezTo>
                    <a:pt x="17419" y="0"/>
                    <a:pt x="5602" y="2101"/>
                    <a:pt x="0" y="6240"/>
                  </a:cubicBezTo>
                  <a:lnTo>
                    <a:pt x="215" y="6538"/>
                  </a:lnTo>
                  <a:cubicBezTo>
                    <a:pt x="4112" y="3654"/>
                    <a:pt x="13403" y="362"/>
                    <a:pt x="35411" y="362"/>
                  </a:cubicBezTo>
                  <a:cubicBezTo>
                    <a:pt x="37206" y="362"/>
                    <a:pt x="39085" y="384"/>
                    <a:pt x="41053" y="430"/>
                  </a:cubicBezTo>
                  <a:cubicBezTo>
                    <a:pt x="55876" y="787"/>
                    <a:pt x="73176" y="5978"/>
                    <a:pt x="86202" y="13979"/>
                  </a:cubicBezTo>
                  <a:cubicBezTo>
                    <a:pt x="93726" y="18623"/>
                    <a:pt x="100025" y="24350"/>
                    <a:pt x="106109" y="29886"/>
                  </a:cubicBezTo>
                  <a:cubicBezTo>
                    <a:pt x="116039" y="38911"/>
                    <a:pt x="125421" y="47436"/>
                    <a:pt x="139601" y="51567"/>
                  </a:cubicBezTo>
                  <a:cubicBezTo>
                    <a:pt x="145004" y="53139"/>
                    <a:pt x="150116" y="53827"/>
                    <a:pt x="155015" y="53827"/>
                  </a:cubicBezTo>
                  <a:cubicBezTo>
                    <a:pt x="171610" y="53827"/>
                    <a:pt x="185768" y="45925"/>
                    <a:pt x="200549" y="37661"/>
                  </a:cubicBezTo>
                  <a:cubicBezTo>
                    <a:pt x="203752" y="35875"/>
                    <a:pt x="207062" y="34030"/>
                    <a:pt x="210420" y="32244"/>
                  </a:cubicBezTo>
                  <a:cubicBezTo>
                    <a:pt x="217020" y="28737"/>
                    <a:pt x="226700" y="24823"/>
                    <a:pt x="236995" y="24823"/>
                  </a:cubicBezTo>
                  <a:cubicBezTo>
                    <a:pt x="246347" y="24823"/>
                    <a:pt x="256206" y="28053"/>
                    <a:pt x="264724" y="37756"/>
                  </a:cubicBezTo>
                  <a:lnTo>
                    <a:pt x="264998" y="37518"/>
                  </a:lnTo>
                  <a:cubicBezTo>
                    <a:pt x="257890" y="29422"/>
                    <a:pt x="249103" y="25052"/>
                    <a:pt x="238887" y="24552"/>
                  </a:cubicBezTo>
                  <a:cubicBezTo>
                    <a:pt x="238234" y="24520"/>
                    <a:pt x="237575" y="24503"/>
                    <a:pt x="236910" y="24503"/>
                  </a:cubicBezTo>
                  <a:cubicBezTo>
                    <a:pt x="228589" y="24503"/>
                    <a:pt x="219426" y="27049"/>
                    <a:pt x="210253" y="31922"/>
                  </a:cubicBezTo>
                  <a:cubicBezTo>
                    <a:pt x="206883" y="33708"/>
                    <a:pt x="203574" y="35565"/>
                    <a:pt x="200371" y="37351"/>
                  </a:cubicBezTo>
                  <a:cubicBezTo>
                    <a:pt x="185637" y="45583"/>
                    <a:pt x="171528" y="53466"/>
                    <a:pt x="155004" y="53466"/>
                  </a:cubicBezTo>
                  <a:cubicBezTo>
                    <a:pt x="150137" y="53466"/>
                    <a:pt x="145060" y="52782"/>
                    <a:pt x="139696" y="51222"/>
                  </a:cubicBezTo>
                  <a:cubicBezTo>
                    <a:pt x="125599" y="47114"/>
                    <a:pt x="116253" y="38613"/>
                    <a:pt x="106359" y="29612"/>
                  </a:cubicBezTo>
                  <a:cubicBezTo>
                    <a:pt x="100251" y="24064"/>
                    <a:pt x="93941" y="18325"/>
                    <a:pt x="86392" y="13682"/>
                  </a:cubicBezTo>
                  <a:cubicBezTo>
                    <a:pt x="73331" y="5633"/>
                    <a:pt x="55960" y="418"/>
                    <a:pt x="41077" y="73"/>
                  </a:cubicBezTo>
                  <a:cubicBezTo>
                    <a:pt x="39037" y="25"/>
                    <a:pt x="37064" y="0"/>
                    <a:pt x="35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7"/>
            <p:cNvSpPr/>
            <p:nvPr/>
          </p:nvSpPr>
          <p:spPr>
            <a:xfrm>
              <a:off x="664050" y="2134250"/>
              <a:ext cx="6610375" cy="1399125"/>
            </a:xfrm>
            <a:custGeom>
              <a:rect b="b" l="l" r="r" t="t"/>
              <a:pathLst>
                <a:path extrusionOk="0" h="55965" w="264415">
                  <a:moveTo>
                    <a:pt x="31658" y="1"/>
                  </a:moveTo>
                  <a:cubicBezTo>
                    <a:pt x="15910" y="1"/>
                    <a:pt x="5285" y="1898"/>
                    <a:pt x="1" y="5671"/>
                  </a:cubicBezTo>
                  <a:lnTo>
                    <a:pt x="215" y="5968"/>
                  </a:lnTo>
                  <a:cubicBezTo>
                    <a:pt x="3941" y="3311"/>
                    <a:pt x="12454" y="374"/>
                    <a:pt x="31865" y="374"/>
                  </a:cubicBezTo>
                  <a:cubicBezTo>
                    <a:pt x="34721" y="374"/>
                    <a:pt x="37813" y="437"/>
                    <a:pt x="41161" y="575"/>
                  </a:cubicBezTo>
                  <a:cubicBezTo>
                    <a:pt x="55972" y="1182"/>
                    <a:pt x="73177" y="6671"/>
                    <a:pt x="86047" y="14910"/>
                  </a:cubicBezTo>
                  <a:cubicBezTo>
                    <a:pt x="93489" y="19684"/>
                    <a:pt x="99692" y="25518"/>
                    <a:pt x="105681" y="31162"/>
                  </a:cubicBezTo>
                  <a:cubicBezTo>
                    <a:pt x="115456" y="40365"/>
                    <a:pt x="124683" y="49045"/>
                    <a:pt x="138792" y="53427"/>
                  </a:cubicBezTo>
                  <a:cubicBezTo>
                    <a:pt x="144499" y="55196"/>
                    <a:pt x="149895" y="55964"/>
                    <a:pt x="155070" y="55964"/>
                  </a:cubicBezTo>
                  <a:cubicBezTo>
                    <a:pt x="171272" y="55964"/>
                    <a:pt x="185312" y="48439"/>
                    <a:pt x="199966" y="40580"/>
                  </a:cubicBezTo>
                  <a:cubicBezTo>
                    <a:pt x="203205" y="38853"/>
                    <a:pt x="206539" y="37056"/>
                    <a:pt x="209932" y="35329"/>
                  </a:cubicBezTo>
                  <a:cubicBezTo>
                    <a:pt x="216438" y="32021"/>
                    <a:pt x="225885" y="28376"/>
                    <a:pt x="235908" y="28376"/>
                  </a:cubicBezTo>
                  <a:cubicBezTo>
                    <a:pt x="245474" y="28376"/>
                    <a:pt x="255565" y="31695"/>
                    <a:pt x="264129" y="41794"/>
                  </a:cubicBezTo>
                  <a:lnTo>
                    <a:pt x="264415" y="41568"/>
                  </a:lnTo>
                  <a:cubicBezTo>
                    <a:pt x="257438" y="33341"/>
                    <a:pt x="248734" y="28828"/>
                    <a:pt x="238519" y="28138"/>
                  </a:cubicBezTo>
                  <a:cubicBezTo>
                    <a:pt x="237634" y="28078"/>
                    <a:pt x="236737" y="28048"/>
                    <a:pt x="235830" y="28048"/>
                  </a:cubicBezTo>
                  <a:cubicBezTo>
                    <a:pt x="227710" y="28048"/>
                    <a:pt x="218762" y="30434"/>
                    <a:pt x="209765" y="35008"/>
                  </a:cubicBezTo>
                  <a:cubicBezTo>
                    <a:pt x="206372" y="36734"/>
                    <a:pt x="203026" y="38532"/>
                    <a:pt x="199800" y="40258"/>
                  </a:cubicBezTo>
                  <a:cubicBezTo>
                    <a:pt x="185191" y="48086"/>
                    <a:pt x="171191" y="55586"/>
                    <a:pt x="155054" y="55586"/>
                  </a:cubicBezTo>
                  <a:cubicBezTo>
                    <a:pt x="149912" y="55586"/>
                    <a:pt x="144552" y="54824"/>
                    <a:pt x="138887" y="53069"/>
                  </a:cubicBezTo>
                  <a:cubicBezTo>
                    <a:pt x="124862" y="48724"/>
                    <a:pt x="115658" y="40068"/>
                    <a:pt x="105931" y="30900"/>
                  </a:cubicBezTo>
                  <a:cubicBezTo>
                    <a:pt x="99918" y="25245"/>
                    <a:pt x="93715" y="19387"/>
                    <a:pt x="86238" y="14612"/>
                  </a:cubicBezTo>
                  <a:cubicBezTo>
                    <a:pt x="73320" y="6337"/>
                    <a:pt x="56055" y="813"/>
                    <a:pt x="41173" y="206"/>
                  </a:cubicBezTo>
                  <a:cubicBezTo>
                    <a:pt x="37818" y="69"/>
                    <a:pt x="34646" y="1"/>
                    <a:pt x="316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69" name="Google Shape;169;p7"/>
          <p:cNvPicPr preferRelativeResize="0"/>
          <p:nvPr/>
        </p:nvPicPr>
        <p:blipFill rotWithShape="1">
          <a:blip r:embed="rId3">
            <a:alphaModFix/>
          </a:blip>
          <a:srcRect b="5924" l="3134" r="44446" t="5915"/>
          <a:stretch/>
        </p:blipFill>
        <p:spPr>
          <a:xfrm>
            <a:off x="-535476" y="93738"/>
            <a:ext cx="1156275" cy="109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7"/>
          <p:cNvPicPr preferRelativeResize="0"/>
          <p:nvPr/>
        </p:nvPicPr>
        <p:blipFill rotWithShape="1">
          <a:blip r:embed="rId4">
            <a:alphaModFix/>
          </a:blip>
          <a:srcRect b="700" l="0" r="0" t="700"/>
          <a:stretch/>
        </p:blipFill>
        <p:spPr>
          <a:xfrm>
            <a:off x="8523212" y="639900"/>
            <a:ext cx="433501" cy="410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7"/>
          <p:cNvPicPr preferRelativeResize="0"/>
          <p:nvPr/>
        </p:nvPicPr>
        <p:blipFill rotWithShape="1">
          <a:blip r:embed="rId5">
            <a:alphaModFix/>
          </a:blip>
          <a:srcRect b="2856" l="0" r="0" t="2856"/>
          <a:stretch/>
        </p:blipFill>
        <p:spPr>
          <a:xfrm>
            <a:off x="0" y="2668400"/>
            <a:ext cx="740752" cy="6701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7"/>
          <p:cNvPicPr preferRelativeResize="0"/>
          <p:nvPr/>
        </p:nvPicPr>
        <p:blipFill rotWithShape="1">
          <a:blip r:embed="rId4">
            <a:alphaModFix/>
          </a:blip>
          <a:srcRect b="2856" l="0" r="0" t="2856"/>
          <a:stretch/>
        </p:blipFill>
        <p:spPr>
          <a:xfrm>
            <a:off x="3754200" y="4667925"/>
            <a:ext cx="453334" cy="41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7"/>
          <p:cNvPicPr preferRelativeResize="0"/>
          <p:nvPr/>
        </p:nvPicPr>
        <p:blipFill rotWithShape="1">
          <a:blip r:embed="rId5">
            <a:alphaModFix/>
          </a:blip>
          <a:srcRect b="2866" l="0" r="0" t="2856"/>
          <a:stretch/>
        </p:blipFill>
        <p:spPr>
          <a:xfrm>
            <a:off x="8523200" y="4000000"/>
            <a:ext cx="972499" cy="87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2675"/>
            <a:ext cx="9143998" cy="51408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6" name="Google Shape;176;p8"/>
          <p:cNvGrpSpPr/>
          <p:nvPr/>
        </p:nvGrpSpPr>
        <p:grpSpPr>
          <a:xfrm rot="916819">
            <a:off x="-653651" y="3670056"/>
            <a:ext cx="5321066" cy="1664508"/>
            <a:chOff x="603050" y="2134250"/>
            <a:chExt cx="6671375" cy="1887675"/>
          </a:xfrm>
        </p:grpSpPr>
        <p:sp>
          <p:nvSpPr>
            <p:cNvPr id="177" name="Google Shape;177;p8"/>
            <p:cNvSpPr/>
            <p:nvPr/>
          </p:nvSpPr>
          <p:spPr>
            <a:xfrm>
              <a:off x="608100" y="2949275"/>
              <a:ext cx="6665750" cy="1072650"/>
            </a:xfrm>
            <a:custGeom>
              <a:rect b="b" l="l" r="r" t="t"/>
              <a:pathLst>
                <a:path extrusionOk="0" h="42906" w="266630">
                  <a:moveTo>
                    <a:pt x="242926" y="0"/>
                  </a:moveTo>
                  <a:cubicBezTo>
                    <a:pt x="241564" y="0"/>
                    <a:pt x="240185" y="76"/>
                    <a:pt x="238792" y="228"/>
                  </a:cubicBezTo>
                  <a:cubicBezTo>
                    <a:pt x="230005" y="1168"/>
                    <a:pt x="220635" y="5240"/>
                    <a:pt x="211670" y="11979"/>
                  </a:cubicBezTo>
                  <a:cubicBezTo>
                    <a:pt x="208634" y="14265"/>
                    <a:pt x="205645" y="16611"/>
                    <a:pt x="202764" y="18885"/>
                  </a:cubicBezTo>
                  <a:cubicBezTo>
                    <a:pt x="187340" y="31016"/>
                    <a:pt x="172685" y="42543"/>
                    <a:pt x="152232" y="42543"/>
                  </a:cubicBezTo>
                  <a:cubicBezTo>
                    <a:pt x="149902" y="42543"/>
                    <a:pt x="147497" y="42394"/>
                    <a:pt x="145007" y="42078"/>
                  </a:cubicBezTo>
                  <a:cubicBezTo>
                    <a:pt x="130433" y="40233"/>
                    <a:pt x="119873" y="33291"/>
                    <a:pt x="108693" y="25957"/>
                  </a:cubicBezTo>
                  <a:cubicBezTo>
                    <a:pt x="101799" y="21433"/>
                    <a:pt x="94667" y="16754"/>
                    <a:pt x="86476" y="13337"/>
                  </a:cubicBezTo>
                  <a:cubicBezTo>
                    <a:pt x="75578" y="8791"/>
                    <a:pt x="62424" y="6298"/>
                    <a:pt x="50215" y="6298"/>
                  </a:cubicBezTo>
                  <a:cubicBezTo>
                    <a:pt x="46564" y="6298"/>
                    <a:pt x="42997" y="6521"/>
                    <a:pt x="39601" y="6979"/>
                  </a:cubicBezTo>
                  <a:cubicBezTo>
                    <a:pt x="18729" y="9788"/>
                    <a:pt x="5418" y="14003"/>
                    <a:pt x="0" y="19504"/>
                  </a:cubicBezTo>
                  <a:lnTo>
                    <a:pt x="262" y="19766"/>
                  </a:lnTo>
                  <a:cubicBezTo>
                    <a:pt x="3941" y="16015"/>
                    <a:pt x="13764" y="10824"/>
                    <a:pt x="39648" y="7348"/>
                  </a:cubicBezTo>
                  <a:cubicBezTo>
                    <a:pt x="43028" y="6893"/>
                    <a:pt x="46578" y="6672"/>
                    <a:pt x="50211" y="6672"/>
                  </a:cubicBezTo>
                  <a:cubicBezTo>
                    <a:pt x="62374" y="6672"/>
                    <a:pt x="75481" y="9153"/>
                    <a:pt x="86345" y="13682"/>
                  </a:cubicBezTo>
                  <a:cubicBezTo>
                    <a:pt x="94500" y="17075"/>
                    <a:pt x="101620" y="21742"/>
                    <a:pt x="108502" y="26255"/>
                  </a:cubicBezTo>
                  <a:cubicBezTo>
                    <a:pt x="119718" y="33625"/>
                    <a:pt x="130314" y="40578"/>
                    <a:pt x="144959" y="42435"/>
                  </a:cubicBezTo>
                  <a:cubicBezTo>
                    <a:pt x="147474" y="42754"/>
                    <a:pt x="149902" y="42906"/>
                    <a:pt x="152253" y="42906"/>
                  </a:cubicBezTo>
                  <a:cubicBezTo>
                    <a:pt x="172815" y="42906"/>
                    <a:pt x="187519" y="31340"/>
                    <a:pt x="202990" y="19171"/>
                  </a:cubicBezTo>
                  <a:cubicBezTo>
                    <a:pt x="205871" y="16908"/>
                    <a:pt x="208860" y="14563"/>
                    <a:pt x="211896" y="12277"/>
                  </a:cubicBezTo>
                  <a:cubicBezTo>
                    <a:pt x="219006" y="6920"/>
                    <a:pt x="230335" y="312"/>
                    <a:pt x="242921" y="312"/>
                  </a:cubicBezTo>
                  <a:cubicBezTo>
                    <a:pt x="250504" y="312"/>
                    <a:pt x="258543" y="2711"/>
                    <a:pt x="266391" y="9229"/>
                  </a:cubicBezTo>
                  <a:lnTo>
                    <a:pt x="266629" y="8943"/>
                  </a:lnTo>
                  <a:cubicBezTo>
                    <a:pt x="259467" y="3004"/>
                    <a:pt x="251508" y="0"/>
                    <a:pt x="2429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8"/>
            <p:cNvSpPr/>
            <p:nvPr/>
          </p:nvSpPr>
          <p:spPr>
            <a:xfrm>
              <a:off x="604525" y="2938825"/>
              <a:ext cx="6669025" cy="1033425"/>
            </a:xfrm>
            <a:custGeom>
              <a:rect b="b" l="l" r="r" t="t"/>
              <a:pathLst>
                <a:path extrusionOk="0" h="41337" w="266761">
                  <a:moveTo>
                    <a:pt x="242560" y="0"/>
                  </a:moveTo>
                  <a:cubicBezTo>
                    <a:pt x="241419" y="0"/>
                    <a:pt x="240266" y="53"/>
                    <a:pt x="239102" y="158"/>
                  </a:cubicBezTo>
                  <a:cubicBezTo>
                    <a:pt x="230303" y="955"/>
                    <a:pt x="220850" y="4861"/>
                    <a:pt x="211765" y="11445"/>
                  </a:cubicBezTo>
                  <a:cubicBezTo>
                    <a:pt x="208693" y="13683"/>
                    <a:pt x="205669" y="15969"/>
                    <a:pt x="202752" y="18184"/>
                  </a:cubicBezTo>
                  <a:cubicBezTo>
                    <a:pt x="187359" y="29863"/>
                    <a:pt x="172728" y="40966"/>
                    <a:pt x="152762" y="40966"/>
                  </a:cubicBezTo>
                  <a:cubicBezTo>
                    <a:pt x="150135" y="40966"/>
                    <a:pt x="147416" y="40773"/>
                    <a:pt x="144590" y="40365"/>
                  </a:cubicBezTo>
                  <a:cubicBezTo>
                    <a:pt x="130064" y="38269"/>
                    <a:pt x="119623" y="31150"/>
                    <a:pt x="108574" y="23613"/>
                  </a:cubicBezTo>
                  <a:cubicBezTo>
                    <a:pt x="101751" y="18969"/>
                    <a:pt x="94703" y="14171"/>
                    <a:pt x="86571" y="10611"/>
                  </a:cubicBezTo>
                  <a:cubicBezTo>
                    <a:pt x="75309" y="5677"/>
                    <a:pt x="61560" y="2931"/>
                    <a:pt x="48931" y="2931"/>
                  </a:cubicBezTo>
                  <a:cubicBezTo>
                    <a:pt x="45806" y="2931"/>
                    <a:pt x="42749" y="3099"/>
                    <a:pt x="39815" y="3444"/>
                  </a:cubicBezTo>
                  <a:cubicBezTo>
                    <a:pt x="18908" y="5885"/>
                    <a:pt x="5513" y="9861"/>
                    <a:pt x="1" y="15279"/>
                  </a:cubicBezTo>
                  <a:lnTo>
                    <a:pt x="251" y="15529"/>
                  </a:lnTo>
                  <a:cubicBezTo>
                    <a:pt x="4001" y="11850"/>
                    <a:pt x="13919" y="6825"/>
                    <a:pt x="39851" y="3801"/>
                  </a:cubicBezTo>
                  <a:cubicBezTo>
                    <a:pt x="42768" y="3459"/>
                    <a:pt x="45807" y="3292"/>
                    <a:pt x="48914" y="3292"/>
                  </a:cubicBezTo>
                  <a:cubicBezTo>
                    <a:pt x="61497" y="3292"/>
                    <a:pt x="75199" y="6027"/>
                    <a:pt x="86428" y="10945"/>
                  </a:cubicBezTo>
                  <a:cubicBezTo>
                    <a:pt x="94524" y="14493"/>
                    <a:pt x="101561" y="19279"/>
                    <a:pt x="108359" y="23922"/>
                  </a:cubicBezTo>
                  <a:cubicBezTo>
                    <a:pt x="119456" y="31471"/>
                    <a:pt x="129922" y="38615"/>
                    <a:pt x="144542" y="40734"/>
                  </a:cubicBezTo>
                  <a:cubicBezTo>
                    <a:pt x="147384" y="41144"/>
                    <a:pt x="150118" y="41337"/>
                    <a:pt x="152759" y="41337"/>
                  </a:cubicBezTo>
                  <a:cubicBezTo>
                    <a:pt x="172836" y="41337"/>
                    <a:pt x="187520" y="30193"/>
                    <a:pt x="202966" y="18481"/>
                  </a:cubicBezTo>
                  <a:cubicBezTo>
                    <a:pt x="205883" y="16267"/>
                    <a:pt x="208908" y="13969"/>
                    <a:pt x="211979" y="11742"/>
                  </a:cubicBezTo>
                  <a:cubicBezTo>
                    <a:pt x="219066" y="6599"/>
                    <a:pt x="230260" y="308"/>
                    <a:pt x="242600" y="308"/>
                  </a:cubicBezTo>
                  <a:cubicBezTo>
                    <a:pt x="250370" y="308"/>
                    <a:pt x="258594" y="2802"/>
                    <a:pt x="266534" y="9647"/>
                  </a:cubicBezTo>
                  <a:lnTo>
                    <a:pt x="266760" y="9373"/>
                  </a:lnTo>
                  <a:cubicBezTo>
                    <a:pt x="259527" y="3141"/>
                    <a:pt x="251396" y="0"/>
                    <a:pt x="242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8"/>
            <p:cNvSpPr/>
            <p:nvPr/>
          </p:nvSpPr>
          <p:spPr>
            <a:xfrm>
              <a:off x="603050" y="2916775"/>
              <a:ext cx="6670800" cy="1005800"/>
            </a:xfrm>
            <a:custGeom>
              <a:rect b="b" l="l" r="r" t="t"/>
              <a:pathLst>
                <a:path extrusionOk="0" h="40232" w="266832">
                  <a:moveTo>
                    <a:pt x="47581" y="0"/>
                  </a:moveTo>
                  <a:cubicBezTo>
                    <a:pt x="44993" y="0"/>
                    <a:pt x="42457" y="119"/>
                    <a:pt x="40005" y="361"/>
                  </a:cubicBezTo>
                  <a:cubicBezTo>
                    <a:pt x="19062" y="2445"/>
                    <a:pt x="5608" y="6183"/>
                    <a:pt x="0" y="11505"/>
                  </a:cubicBezTo>
                  <a:lnTo>
                    <a:pt x="250" y="11767"/>
                  </a:lnTo>
                  <a:cubicBezTo>
                    <a:pt x="4060" y="8148"/>
                    <a:pt x="14061" y="3302"/>
                    <a:pt x="40041" y="730"/>
                  </a:cubicBezTo>
                  <a:cubicBezTo>
                    <a:pt x="42490" y="487"/>
                    <a:pt x="45023" y="368"/>
                    <a:pt x="47608" y="368"/>
                  </a:cubicBezTo>
                  <a:cubicBezTo>
                    <a:pt x="60603" y="368"/>
                    <a:pt x="74908" y="3370"/>
                    <a:pt x="86487" y="8683"/>
                  </a:cubicBezTo>
                  <a:cubicBezTo>
                    <a:pt x="94524" y="12362"/>
                    <a:pt x="101477" y="17292"/>
                    <a:pt x="108192" y="22042"/>
                  </a:cubicBezTo>
                  <a:cubicBezTo>
                    <a:pt x="119146" y="29793"/>
                    <a:pt x="129504" y="37116"/>
                    <a:pt x="144078" y="39473"/>
                  </a:cubicBezTo>
                  <a:cubicBezTo>
                    <a:pt x="147258" y="39990"/>
                    <a:pt x="150307" y="40232"/>
                    <a:pt x="153246" y="40232"/>
                  </a:cubicBezTo>
                  <a:cubicBezTo>
                    <a:pt x="172829" y="40232"/>
                    <a:pt x="187478" y="29509"/>
                    <a:pt x="202883" y="18256"/>
                  </a:cubicBezTo>
                  <a:cubicBezTo>
                    <a:pt x="205835" y="16089"/>
                    <a:pt x="208895" y="13851"/>
                    <a:pt x="212015" y="11672"/>
                  </a:cubicBezTo>
                  <a:cubicBezTo>
                    <a:pt x="219065" y="6740"/>
                    <a:pt x="230090" y="772"/>
                    <a:pt x="242173" y="772"/>
                  </a:cubicBezTo>
                  <a:cubicBezTo>
                    <a:pt x="250128" y="772"/>
                    <a:pt x="258541" y="3359"/>
                    <a:pt x="266581" y="10529"/>
                  </a:cubicBezTo>
                  <a:lnTo>
                    <a:pt x="266831" y="10255"/>
                  </a:lnTo>
                  <a:cubicBezTo>
                    <a:pt x="259528" y="3740"/>
                    <a:pt x="251234" y="461"/>
                    <a:pt x="242138" y="461"/>
                  </a:cubicBezTo>
                  <a:cubicBezTo>
                    <a:pt x="241209" y="461"/>
                    <a:pt x="240272" y="495"/>
                    <a:pt x="239328" y="563"/>
                  </a:cubicBezTo>
                  <a:cubicBezTo>
                    <a:pt x="230517" y="1206"/>
                    <a:pt x="220992" y="4945"/>
                    <a:pt x="211800" y="11374"/>
                  </a:cubicBezTo>
                  <a:cubicBezTo>
                    <a:pt x="208681" y="13553"/>
                    <a:pt x="205621" y="15791"/>
                    <a:pt x="202668" y="17958"/>
                  </a:cubicBezTo>
                  <a:cubicBezTo>
                    <a:pt x="187317" y="29187"/>
                    <a:pt x="172706" y="39865"/>
                    <a:pt x="153219" y="39865"/>
                  </a:cubicBezTo>
                  <a:cubicBezTo>
                    <a:pt x="150307" y="39865"/>
                    <a:pt x="147286" y="39627"/>
                    <a:pt x="144137" y="39116"/>
                  </a:cubicBezTo>
                  <a:cubicBezTo>
                    <a:pt x="129635" y="36770"/>
                    <a:pt x="119325" y="29472"/>
                    <a:pt x="108406" y="21745"/>
                  </a:cubicBezTo>
                  <a:cubicBezTo>
                    <a:pt x="101679" y="16982"/>
                    <a:pt x="94702" y="12053"/>
                    <a:pt x="86642" y="8350"/>
                  </a:cubicBezTo>
                  <a:cubicBezTo>
                    <a:pt x="75006" y="3014"/>
                    <a:pt x="60634" y="0"/>
                    <a:pt x="475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8"/>
            <p:cNvSpPr/>
            <p:nvPr/>
          </p:nvSpPr>
          <p:spPr>
            <a:xfrm>
              <a:off x="603625" y="2820875"/>
              <a:ext cx="6670225" cy="1052250"/>
            </a:xfrm>
            <a:custGeom>
              <a:rect b="b" l="l" r="r" t="t"/>
              <a:pathLst>
                <a:path extrusionOk="0" h="42090" w="266809">
                  <a:moveTo>
                    <a:pt x="46344" y="0"/>
                  </a:moveTo>
                  <a:cubicBezTo>
                    <a:pt x="44253" y="0"/>
                    <a:pt x="42198" y="80"/>
                    <a:pt x="40196" y="244"/>
                  </a:cubicBezTo>
                  <a:cubicBezTo>
                    <a:pt x="19218" y="1959"/>
                    <a:pt x="5692" y="5471"/>
                    <a:pt x="1" y="10686"/>
                  </a:cubicBezTo>
                  <a:lnTo>
                    <a:pt x="239" y="10948"/>
                  </a:lnTo>
                  <a:cubicBezTo>
                    <a:pt x="4120" y="7400"/>
                    <a:pt x="14193" y="2721"/>
                    <a:pt x="40220" y="601"/>
                  </a:cubicBezTo>
                  <a:cubicBezTo>
                    <a:pt x="42208" y="440"/>
                    <a:pt x="44249" y="360"/>
                    <a:pt x="46327" y="360"/>
                  </a:cubicBezTo>
                  <a:cubicBezTo>
                    <a:pt x="59706" y="360"/>
                    <a:pt x="74600" y="3646"/>
                    <a:pt x="86524" y="9376"/>
                  </a:cubicBezTo>
                  <a:cubicBezTo>
                    <a:pt x="94501" y="13198"/>
                    <a:pt x="101359" y="18234"/>
                    <a:pt x="107991" y="23104"/>
                  </a:cubicBezTo>
                  <a:cubicBezTo>
                    <a:pt x="118813" y="31046"/>
                    <a:pt x="129029" y="38546"/>
                    <a:pt x="143566" y="41166"/>
                  </a:cubicBezTo>
                  <a:cubicBezTo>
                    <a:pt x="147069" y="41797"/>
                    <a:pt x="150419" y="42090"/>
                    <a:pt x="153641" y="42090"/>
                  </a:cubicBezTo>
                  <a:cubicBezTo>
                    <a:pt x="172769" y="42090"/>
                    <a:pt x="187383" y="31783"/>
                    <a:pt x="202729" y="20961"/>
                  </a:cubicBezTo>
                  <a:cubicBezTo>
                    <a:pt x="205729" y="18854"/>
                    <a:pt x="208825" y="16663"/>
                    <a:pt x="211980" y="14543"/>
                  </a:cubicBezTo>
                  <a:cubicBezTo>
                    <a:pt x="218983" y="9825"/>
                    <a:pt x="229850" y="4171"/>
                    <a:pt x="241687" y="4171"/>
                  </a:cubicBezTo>
                  <a:cubicBezTo>
                    <a:pt x="249833" y="4171"/>
                    <a:pt x="258438" y="6849"/>
                    <a:pt x="266558" y="14353"/>
                  </a:cubicBezTo>
                  <a:lnTo>
                    <a:pt x="266808" y="14091"/>
                  </a:lnTo>
                  <a:cubicBezTo>
                    <a:pt x="259457" y="7303"/>
                    <a:pt x="251007" y="3862"/>
                    <a:pt x="241659" y="3862"/>
                  </a:cubicBezTo>
                  <a:cubicBezTo>
                    <a:pt x="240939" y="3862"/>
                    <a:pt x="240214" y="3882"/>
                    <a:pt x="239483" y="3923"/>
                  </a:cubicBezTo>
                  <a:cubicBezTo>
                    <a:pt x="230661" y="4411"/>
                    <a:pt x="221076" y="7971"/>
                    <a:pt x="211777" y="14246"/>
                  </a:cubicBezTo>
                  <a:cubicBezTo>
                    <a:pt x="208622" y="16365"/>
                    <a:pt x="205515" y="18556"/>
                    <a:pt x="202526" y="20663"/>
                  </a:cubicBezTo>
                  <a:cubicBezTo>
                    <a:pt x="187233" y="31450"/>
                    <a:pt x="172655" y="41722"/>
                    <a:pt x="153612" y="41722"/>
                  </a:cubicBezTo>
                  <a:cubicBezTo>
                    <a:pt x="150417" y="41722"/>
                    <a:pt x="147097" y="41433"/>
                    <a:pt x="143626" y="40809"/>
                  </a:cubicBezTo>
                  <a:cubicBezTo>
                    <a:pt x="129172" y="38201"/>
                    <a:pt x="118992" y="30724"/>
                    <a:pt x="108205" y="22806"/>
                  </a:cubicBezTo>
                  <a:cubicBezTo>
                    <a:pt x="101561" y="17925"/>
                    <a:pt x="94679" y="12877"/>
                    <a:pt x="86678" y="9043"/>
                  </a:cubicBezTo>
                  <a:cubicBezTo>
                    <a:pt x="74718" y="3305"/>
                    <a:pt x="59772" y="0"/>
                    <a:pt x="463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8"/>
            <p:cNvSpPr/>
            <p:nvPr/>
          </p:nvSpPr>
          <p:spPr>
            <a:xfrm>
              <a:off x="606025" y="2724425"/>
              <a:ext cx="6667825" cy="1099375"/>
            </a:xfrm>
            <a:custGeom>
              <a:rect b="b" l="l" r="r" t="t"/>
              <a:pathLst>
                <a:path extrusionOk="0" h="43975" w="266713">
                  <a:moveTo>
                    <a:pt x="45120" y="1"/>
                  </a:moveTo>
                  <a:cubicBezTo>
                    <a:pt x="43512" y="1"/>
                    <a:pt x="41927" y="50"/>
                    <a:pt x="40374" y="149"/>
                  </a:cubicBezTo>
                  <a:cubicBezTo>
                    <a:pt x="19372" y="1495"/>
                    <a:pt x="5787" y="4769"/>
                    <a:pt x="0" y="9889"/>
                  </a:cubicBezTo>
                  <a:lnTo>
                    <a:pt x="250" y="10150"/>
                  </a:lnTo>
                  <a:cubicBezTo>
                    <a:pt x="4191" y="6674"/>
                    <a:pt x="14335" y="2185"/>
                    <a:pt x="40410" y="518"/>
                  </a:cubicBezTo>
                  <a:cubicBezTo>
                    <a:pt x="41956" y="419"/>
                    <a:pt x="43534" y="370"/>
                    <a:pt x="45136" y="370"/>
                  </a:cubicBezTo>
                  <a:cubicBezTo>
                    <a:pt x="58853" y="370"/>
                    <a:pt x="74318" y="3961"/>
                    <a:pt x="86547" y="10091"/>
                  </a:cubicBezTo>
                  <a:cubicBezTo>
                    <a:pt x="94441" y="14044"/>
                    <a:pt x="101227" y="19211"/>
                    <a:pt x="107776" y="24188"/>
                  </a:cubicBezTo>
                  <a:cubicBezTo>
                    <a:pt x="118432" y="32332"/>
                    <a:pt x="128528" y="39999"/>
                    <a:pt x="143018" y="42869"/>
                  </a:cubicBezTo>
                  <a:cubicBezTo>
                    <a:pt x="146843" y="43627"/>
                    <a:pt x="150492" y="43975"/>
                    <a:pt x="153996" y="43975"/>
                  </a:cubicBezTo>
                  <a:cubicBezTo>
                    <a:pt x="172677" y="43975"/>
                    <a:pt x="187246" y="34086"/>
                    <a:pt x="202525" y="23700"/>
                  </a:cubicBezTo>
                  <a:cubicBezTo>
                    <a:pt x="205562" y="21640"/>
                    <a:pt x="208693" y="19509"/>
                    <a:pt x="211884" y="17449"/>
                  </a:cubicBezTo>
                  <a:cubicBezTo>
                    <a:pt x="218840" y="12936"/>
                    <a:pt x="229526" y="7594"/>
                    <a:pt x="241107" y="7594"/>
                  </a:cubicBezTo>
                  <a:cubicBezTo>
                    <a:pt x="249447" y="7594"/>
                    <a:pt x="258252" y="10365"/>
                    <a:pt x="266462" y="18211"/>
                  </a:cubicBezTo>
                  <a:lnTo>
                    <a:pt x="266712" y="17949"/>
                  </a:lnTo>
                  <a:cubicBezTo>
                    <a:pt x="259310" y="10864"/>
                    <a:pt x="250693" y="7276"/>
                    <a:pt x="241074" y="7276"/>
                  </a:cubicBezTo>
                  <a:cubicBezTo>
                    <a:pt x="240574" y="7276"/>
                    <a:pt x="240071" y="7285"/>
                    <a:pt x="239566" y="7305"/>
                  </a:cubicBezTo>
                  <a:cubicBezTo>
                    <a:pt x="230731" y="7638"/>
                    <a:pt x="221099" y="11043"/>
                    <a:pt x="211681" y="17139"/>
                  </a:cubicBezTo>
                  <a:cubicBezTo>
                    <a:pt x="208490" y="19211"/>
                    <a:pt x="205359" y="21342"/>
                    <a:pt x="202323" y="23402"/>
                  </a:cubicBezTo>
                  <a:cubicBezTo>
                    <a:pt x="187090" y="33751"/>
                    <a:pt x="172575" y="43610"/>
                    <a:pt x="153990" y="43610"/>
                  </a:cubicBezTo>
                  <a:cubicBezTo>
                    <a:pt x="150510" y="43610"/>
                    <a:pt x="146887" y="43265"/>
                    <a:pt x="143089" y="42512"/>
                  </a:cubicBezTo>
                  <a:cubicBezTo>
                    <a:pt x="128683" y="39654"/>
                    <a:pt x="118622" y="31998"/>
                    <a:pt x="107990" y="23902"/>
                  </a:cubicBezTo>
                  <a:cubicBezTo>
                    <a:pt x="101418" y="18913"/>
                    <a:pt x="94631" y="13734"/>
                    <a:pt x="86701" y="9758"/>
                  </a:cubicBezTo>
                  <a:cubicBezTo>
                    <a:pt x="74419" y="3595"/>
                    <a:pt x="58900" y="1"/>
                    <a:pt x="45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8"/>
            <p:cNvSpPr/>
            <p:nvPr/>
          </p:nvSpPr>
          <p:spPr>
            <a:xfrm>
              <a:off x="610775" y="2627700"/>
              <a:ext cx="6663075" cy="1147100"/>
            </a:xfrm>
            <a:custGeom>
              <a:rect b="b" l="l" r="r" t="t"/>
              <a:pathLst>
                <a:path extrusionOk="0" h="45884" w="266523">
                  <a:moveTo>
                    <a:pt x="43919" y="0"/>
                  </a:moveTo>
                  <a:cubicBezTo>
                    <a:pt x="42779" y="0"/>
                    <a:pt x="41652" y="26"/>
                    <a:pt x="40541" y="77"/>
                  </a:cubicBezTo>
                  <a:cubicBezTo>
                    <a:pt x="19515" y="1054"/>
                    <a:pt x="5870" y="4090"/>
                    <a:pt x="1" y="9102"/>
                  </a:cubicBezTo>
                  <a:lnTo>
                    <a:pt x="239" y="9376"/>
                  </a:lnTo>
                  <a:cubicBezTo>
                    <a:pt x="4227" y="5971"/>
                    <a:pt x="14467" y="1649"/>
                    <a:pt x="40553" y="434"/>
                  </a:cubicBezTo>
                  <a:cubicBezTo>
                    <a:pt x="41663" y="383"/>
                    <a:pt x="42788" y="357"/>
                    <a:pt x="43926" y="357"/>
                  </a:cubicBezTo>
                  <a:cubicBezTo>
                    <a:pt x="57980" y="357"/>
                    <a:pt x="73989" y="4252"/>
                    <a:pt x="86523" y="10817"/>
                  </a:cubicBezTo>
                  <a:cubicBezTo>
                    <a:pt x="94346" y="14912"/>
                    <a:pt x="101037" y="20187"/>
                    <a:pt x="107502" y="25283"/>
                  </a:cubicBezTo>
                  <a:cubicBezTo>
                    <a:pt x="118039" y="33593"/>
                    <a:pt x="127981" y="41451"/>
                    <a:pt x="142411" y="44571"/>
                  </a:cubicBezTo>
                  <a:cubicBezTo>
                    <a:pt x="146566" y="45473"/>
                    <a:pt x="150520" y="45883"/>
                    <a:pt x="154313" y="45883"/>
                  </a:cubicBezTo>
                  <a:cubicBezTo>
                    <a:pt x="172548" y="45883"/>
                    <a:pt x="187052" y="36397"/>
                    <a:pt x="202240" y="26461"/>
                  </a:cubicBezTo>
                  <a:cubicBezTo>
                    <a:pt x="205312" y="24449"/>
                    <a:pt x="208491" y="22378"/>
                    <a:pt x="211706" y="20365"/>
                  </a:cubicBezTo>
                  <a:cubicBezTo>
                    <a:pt x="218611" y="16054"/>
                    <a:pt x="229117" y="11007"/>
                    <a:pt x="240446" y="11007"/>
                  </a:cubicBezTo>
                  <a:cubicBezTo>
                    <a:pt x="248983" y="11007"/>
                    <a:pt x="257988" y="13873"/>
                    <a:pt x="266272" y="22080"/>
                  </a:cubicBezTo>
                  <a:lnTo>
                    <a:pt x="266522" y="21818"/>
                  </a:lnTo>
                  <a:cubicBezTo>
                    <a:pt x="259063" y="14429"/>
                    <a:pt x="250259" y="10690"/>
                    <a:pt x="240352" y="10690"/>
                  </a:cubicBezTo>
                  <a:cubicBezTo>
                    <a:pt x="240091" y="10690"/>
                    <a:pt x="239829" y="10692"/>
                    <a:pt x="239566" y="10698"/>
                  </a:cubicBezTo>
                  <a:cubicBezTo>
                    <a:pt x="230732" y="10876"/>
                    <a:pt x="221040" y="14115"/>
                    <a:pt x="211515" y="20056"/>
                  </a:cubicBezTo>
                  <a:cubicBezTo>
                    <a:pt x="208300" y="22068"/>
                    <a:pt x="205122" y="24152"/>
                    <a:pt x="202050" y="26152"/>
                  </a:cubicBezTo>
                  <a:cubicBezTo>
                    <a:pt x="186888" y="36065"/>
                    <a:pt x="172430" y="45521"/>
                    <a:pt x="154274" y="45521"/>
                  </a:cubicBezTo>
                  <a:cubicBezTo>
                    <a:pt x="150515" y="45521"/>
                    <a:pt x="146598" y="45116"/>
                    <a:pt x="142483" y="44226"/>
                  </a:cubicBezTo>
                  <a:cubicBezTo>
                    <a:pt x="128136" y="41118"/>
                    <a:pt x="118218" y="33284"/>
                    <a:pt x="107716" y="24997"/>
                  </a:cubicBezTo>
                  <a:cubicBezTo>
                    <a:pt x="101239" y="19889"/>
                    <a:pt x="94548" y="14603"/>
                    <a:pt x="86690" y="10495"/>
                  </a:cubicBezTo>
                  <a:cubicBezTo>
                    <a:pt x="74109" y="3907"/>
                    <a:pt x="58032" y="0"/>
                    <a:pt x="439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8"/>
            <p:cNvSpPr/>
            <p:nvPr/>
          </p:nvSpPr>
          <p:spPr>
            <a:xfrm>
              <a:off x="617325" y="2530375"/>
              <a:ext cx="6656525" cy="1195600"/>
            </a:xfrm>
            <a:custGeom>
              <a:rect b="b" l="l" r="r" t="t"/>
              <a:pathLst>
                <a:path extrusionOk="0" h="47824" w="266261">
                  <a:moveTo>
                    <a:pt x="42753" y="0"/>
                  </a:moveTo>
                  <a:cubicBezTo>
                    <a:pt x="42062" y="0"/>
                    <a:pt x="41376" y="10"/>
                    <a:pt x="40696" y="29"/>
                  </a:cubicBezTo>
                  <a:cubicBezTo>
                    <a:pt x="19646" y="637"/>
                    <a:pt x="5966" y="3435"/>
                    <a:pt x="1" y="8352"/>
                  </a:cubicBezTo>
                  <a:lnTo>
                    <a:pt x="227" y="8626"/>
                  </a:lnTo>
                  <a:cubicBezTo>
                    <a:pt x="4287" y="5292"/>
                    <a:pt x="14598" y="1149"/>
                    <a:pt x="40696" y="387"/>
                  </a:cubicBezTo>
                  <a:cubicBezTo>
                    <a:pt x="41375" y="367"/>
                    <a:pt x="42061" y="357"/>
                    <a:pt x="42751" y="357"/>
                  </a:cubicBezTo>
                  <a:cubicBezTo>
                    <a:pt x="57119" y="357"/>
                    <a:pt x="73684" y="4580"/>
                    <a:pt x="86476" y="11566"/>
                  </a:cubicBezTo>
                  <a:cubicBezTo>
                    <a:pt x="94239" y="15805"/>
                    <a:pt x="100823" y="21199"/>
                    <a:pt x="107193" y="26402"/>
                  </a:cubicBezTo>
                  <a:cubicBezTo>
                    <a:pt x="117587" y="34903"/>
                    <a:pt x="127397" y="42927"/>
                    <a:pt x="141768" y="46297"/>
                  </a:cubicBezTo>
                  <a:cubicBezTo>
                    <a:pt x="146242" y="47349"/>
                    <a:pt x="150491" y="47823"/>
                    <a:pt x="154562" y="47823"/>
                  </a:cubicBezTo>
                  <a:cubicBezTo>
                    <a:pt x="172376" y="47823"/>
                    <a:pt x="186800" y="38740"/>
                    <a:pt x="201919" y="29223"/>
                  </a:cubicBezTo>
                  <a:cubicBezTo>
                    <a:pt x="205014" y="27271"/>
                    <a:pt x="208229" y="25259"/>
                    <a:pt x="211479" y="23306"/>
                  </a:cubicBezTo>
                  <a:cubicBezTo>
                    <a:pt x="218321" y="19200"/>
                    <a:pt x="228632" y="14450"/>
                    <a:pt x="239705" y="14450"/>
                  </a:cubicBezTo>
                  <a:cubicBezTo>
                    <a:pt x="248443" y="14450"/>
                    <a:pt x="257655" y="17408"/>
                    <a:pt x="266010" y="25973"/>
                  </a:cubicBezTo>
                  <a:lnTo>
                    <a:pt x="266260" y="25711"/>
                  </a:lnTo>
                  <a:cubicBezTo>
                    <a:pt x="258758" y="18019"/>
                    <a:pt x="249789" y="14126"/>
                    <a:pt x="239600" y="14126"/>
                  </a:cubicBezTo>
                  <a:cubicBezTo>
                    <a:pt x="239569" y="14126"/>
                    <a:pt x="239538" y="14126"/>
                    <a:pt x="239507" y="14126"/>
                  </a:cubicBezTo>
                  <a:cubicBezTo>
                    <a:pt x="230672" y="14150"/>
                    <a:pt x="220921" y="17222"/>
                    <a:pt x="211301" y="22996"/>
                  </a:cubicBezTo>
                  <a:cubicBezTo>
                    <a:pt x="208038" y="24949"/>
                    <a:pt x="204824" y="26973"/>
                    <a:pt x="201728" y="28926"/>
                  </a:cubicBezTo>
                  <a:cubicBezTo>
                    <a:pt x="186657" y="38411"/>
                    <a:pt x="172266" y="47461"/>
                    <a:pt x="154532" y="47461"/>
                  </a:cubicBezTo>
                  <a:cubicBezTo>
                    <a:pt x="150494" y="47461"/>
                    <a:pt x="146283" y="46992"/>
                    <a:pt x="141852" y="45952"/>
                  </a:cubicBezTo>
                  <a:cubicBezTo>
                    <a:pt x="127564" y="42594"/>
                    <a:pt x="117777" y="34593"/>
                    <a:pt x="107431" y="26128"/>
                  </a:cubicBezTo>
                  <a:cubicBezTo>
                    <a:pt x="101037" y="20901"/>
                    <a:pt x="94441" y="15507"/>
                    <a:pt x="86654" y="11245"/>
                  </a:cubicBezTo>
                  <a:cubicBezTo>
                    <a:pt x="73804" y="4235"/>
                    <a:pt x="57180" y="0"/>
                    <a:pt x="427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8"/>
            <p:cNvSpPr/>
            <p:nvPr/>
          </p:nvSpPr>
          <p:spPr>
            <a:xfrm>
              <a:off x="625950" y="2432750"/>
              <a:ext cx="6647900" cy="1244800"/>
            </a:xfrm>
            <a:custGeom>
              <a:rect b="b" l="l" r="r" t="t"/>
              <a:pathLst>
                <a:path extrusionOk="0" h="49792" w="265916">
                  <a:moveTo>
                    <a:pt x="41667" y="0"/>
                  </a:moveTo>
                  <a:cubicBezTo>
                    <a:pt x="41386" y="0"/>
                    <a:pt x="41106" y="2"/>
                    <a:pt x="40827" y="5"/>
                  </a:cubicBezTo>
                  <a:cubicBezTo>
                    <a:pt x="19777" y="243"/>
                    <a:pt x="6049" y="2803"/>
                    <a:pt x="1" y="7613"/>
                  </a:cubicBezTo>
                  <a:lnTo>
                    <a:pt x="227" y="7899"/>
                  </a:lnTo>
                  <a:cubicBezTo>
                    <a:pt x="4335" y="4625"/>
                    <a:pt x="14717" y="672"/>
                    <a:pt x="40827" y="362"/>
                  </a:cubicBezTo>
                  <a:cubicBezTo>
                    <a:pt x="41089" y="360"/>
                    <a:pt x="41350" y="358"/>
                    <a:pt x="41613" y="358"/>
                  </a:cubicBezTo>
                  <a:cubicBezTo>
                    <a:pt x="56276" y="358"/>
                    <a:pt x="73363" y="4913"/>
                    <a:pt x="86405" y="12340"/>
                  </a:cubicBezTo>
                  <a:cubicBezTo>
                    <a:pt x="94096" y="16710"/>
                    <a:pt x="100585" y="22210"/>
                    <a:pt x="106871" y="27532"/>
                  </a:cubicBezTo>
                  <a:cubicBezTo>
                    <a:pt x="117111" y="36212"/>
                    <a:pt x="126779" y="44404"/>
                    <a:pt x="141078" y="48035"/>
                  </a:cubicBezTo>
                  <a:cubicBezTo>
                    <a:pt x="145866" y="49249"/>
                    <a:pt x="150405" y="49792"/>
                    <a:pt x="154753" y="49792"/>
                  </a:cubicBezTo>
                  <a:cubicBezTo>
                    <a:pt x="172149" y="49792"/>
                    <a:pt x="186490" y="41108"/>
                    <a:pt x="201502" y="32021"/>
                  </a:cubicBezTo>
                  <a:cubicBezTo>
                    <a:pt x="204645" y="30116"/>
                    <a:pt x="207884" y="28152"/>
                    <a:pt x="211182" y="26258"/>
                  </a:cubicBezTo>
                  <a:cubicBezTo>
                    <a:pt x="217949" y="22353"/>
                    <a:pt x="228064" y="17884"/>
                    <a:pt x="238884" y="17884"/>
                  </a:cubicBezTo>
                  <a:cubicBezTo>
                    <a:pt x="247824" y="17884"/>
                    <a:pt x="257244" y="20936"/>
                    <a:pt x="265653" y="29878"/>
                  </a:cubicBezTo>
                  <a:lnTo>
                    <a:pt x="265915" y="29628"/>
                  </a:lnTo>
                  <a:cubicBezTo>
                    <a:pt x="258521" y="21770"/>
                    <a:pt x="249592" y="17722"/>
                    <a:pt x="239364" y="17567"/>
                  </a:cubicBezTo>
                  <a:cubicBezTo>
                    <a:pt x="239173" y="17564"/>
                    <a:pt x="238981" y="17563"/>
                    <a:pt x="238788" y="17563"/>
                  </a:cubicBezTo>
                  <a:cubicBezTo>
                    <a:pt x="230104" y="17563"/>
                    <a:pt x="220508" y="20451"/>
                    <a:pt x="211003" y="25937"/>
                  </a:cubicBezTo>
                  <a:cubicBezTo>
                    <a:pt x="207717" y="27842"/>
                    <a:pt x="204467" y="29807"/>
                    <a:pt x="201336" y="31700"/>
                  </a:cubicBezTo>
                  <a:cubicBezTo>
                    <a:pt x="186364" y="40762"/>
                    <a:pt x="172056" y="49421"/>
                    <a:pt x="154743" y="49421"/>
                  </a:cubicBezTo>
                  <a:cubicBezTo>
                    <a:pt x="150426" y="49421"/>
                    <a:pt x="145921" y="48883"/>
                    <a:pt x="141173" y="47678"/>
                  </a:cubicBezTo>
                  <a:cubicBezTo>
                    <a:pt x="126945" y="44082"/>
                    <a:pt x="117301" y="35903"/>
                    <a:pt x="107098" y="27259"/>
                  </a:cubicBezTo>
                  <a:cubicBezTo>
                    <a:pt x="100799" y="21925"/>
                    <a:pt x="94298" y="16412"/>
                    <a:pt x="86583" y="12031"/>
                  </a:cubicBezTo>
                  <a:cubicBezTo>
                    <a:pt x="73509" y="4577"/>
                    <a:pt x="56377" y="0"/>
                    <a:pt x="416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8"/>
            <p:cNvSpPr/>
            <p:nvPr/>
          </p:nvSpPr>
          <p:spPr>
            <a:xfrm>
              <a:off x="636675" y="2334800"/>
              <a:ext cx="6637450" cy="1294425"/>
            </a:xfrm>
            <a:custGeom>
              <a:rect b="b" l="l" r="r" t="t"/>
              <a:pathLst>
                <a:path extrusionOk="0" h="51777" w="265498">
                  <a:moveTo>
                    <a:pt x="39287" y="1"/>
                  </a:moveTo>
                  <a:cubicBezTo>
                    <a:pt x="19177" y="1"/>
                    <a:pt x="5968" y="2322"/>
                    <a:pt x="0" y="6900"/>
                  </a:cubicBezTo>
                  <a:lnTo>
                    <a:pt x="227" y="7186"/>
                  </a:lnTo>
                  <a:cubicBezTo>
                    <a:pt x="4311" y="4047"/>
                    <a:pt x="14422" y="359"/>
                    <a:pt x="39404" y="359"/>
                  </a:cubicBezTo>
                  <a:cubicBezTo>
                    <a:pt x="39912" y="359"/>
                    <a:pt x="40426" y="360"/>
                    <a:pt x="40946" y="363"/>
                  </a:cubicBezTo>
                  <a:cubicBezTo>
                    <a:pt x="55781" y="447"/>
                    <a:pt x="73164" y="5340"/>
                    <a:pt x="86309" y="13127"/>
                  </a:cubicBezTo>
                  <a:cubicBezTo>
                    <a:pt x="93917" y="17639"/>
                    <a:pt x="100311" y="23247"/>
                    <a:pt x="106502" y="28676"/>
                  </a:cubicBezTo>
                  <a:cubicBezTo>
                    <a:pt x="116586" y="37535"/>
                    <a:pt x="126111" y="45905"/>
                    <a:pt x="140363" y="49774"/>
                  </a:cubicBezTo>
                  <a:cubicBezTo>
                    <a:pt x="145461" y="51162"/>
                    <a:pt x="150287" y="51777"/>
                    <a:pt x="154911" y="51777"/>
                  </a:cubicBezTo>
                  <a:cubicBezTo>
                    <a:pt x="171899" y="51777"/>
                    <a:pt x="186153" y="43484"/>
                    <a:pt x="201061" y="34808"/>
                  </a:cubicBezTo>
                  <a:cubicBezTo>
                    <a:pt x="204228" y="32963"/>
                    <a:pt x="207503" y="31058"/>
                    <a:pt x="210836" y="29212"/>
                  </a:cubicBezTo>
                  <a:cubicBezTo>
                    <a:pt x="217522" y="25512"/>
                    <a:pt x="227422" y="21326"/>
                    <a:pt x="237978" y="21326"/>
                  </a:cubicBezTo>
                  <a:cubicBezTo>
                    <a:pt x="247122" y="21326"/>
                    <a:pt x="256758" y="24467"/>
                    <a:pt x="265224" y="33784"/>
                  </a:cubicBezTo>
                  <a:lnTo>
                    <a:pt x="265498" y="33546"/>
                  </a:lnTo>
                  <a:cubicBezTo>
                    <a:pt x="258247" y="25569"/>
                    <a:pt x="249377" y="21354"/>
                    <a:pt x="239149" y="21033"/>
                  </a:cubicBezTo>
                  <a:cubicBezTo>
                    <a:pt x="238730" y="21019"/>
                    <a:pt x="238308" y="21012"/>
                    <a:pt x="237884" y="21012"/>
                  </a:cubicBezTo>
                  <a:cubicBezTo>
                    <a:pt x="229391" y="21012"/>
                    <a:pt x="220013" y="23731"/>
                    <a:pt x="210658" y="28903"/>
                  </a:cubicBezTo>
                  <a:cubicBezTo>
                    <a:pt x="207324" y="30748"/>
                    <a:pt x="204050" y="32653"/>
                    <a:pt x="200871" y="34498"/>
                  </a:cubicBezTo>
                  <a:cubicBezTo>
                    <a:pt x="186013" y="43140"/>
                    <a:pt x="171810" y="51406"/>
                    <a:pt x="154899" y="51406"/>
                  </a:cubicBezTo>
                  <a:cubicBezTo>
                    <a:pt x="150304" y="51406"/>
                    <a:pt x="145509" y="50796"/>
                    <a:pt x="140447" y="49417"/>
                  </a:cubicBezTo>
                  <a:cubicBezTo>
                    <a:pt x="126290" y="45571"/>
                    <a:pt x="116789" y="37237"/>
                    <a:pt x="106740" y="28402"/>
                  </a:cubicBezTo>
                  <a:cubicBezTo>
                    <a:pt x="100537" y="22961"/>
                    <a:pt x="94131" y="17342"/>
                    <a:pt x="86499" y="12817"/>
                  </a:cubicBezTo>
                  <a:cubicBezTo>
                    <a:pt x="73295" y="4995"/>
                    <a:pt x="55841" y="89"/>
                    <a:pt x="40958" y="6"/>
                  </a:cubicBezTo>
                  <a:cubicBezTo>
                    <a:pt x="40396" y="3"/>
                    <a:pt x="39839" y="1"/>
                    <a:pt x="392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8"/>
            <p:cNvSpPr/>
            <p:nvPr/>
          </p:nvSpPr>
          <p:spPr>
            <a:xfrm>
              <a:off x="649475" y="2235200"/>
              <a:ext cx="6624950" cy="1345700"/>
            </a:xfrm>
            <a:custGeom>
              <a:rect b="b" l="l" r="r" t="t"/>
              <a:pathLst>
                <a:path extrusionOk="0" h="53828" w="264998">
                  <a:moveTo>
                    <a:pt x="35160" y="0"/>
                  </a:moveTo>
                  <a:cubicBezTo>
                    <a:pt x="17419" y="0"/>
                    <a:pt x="5602" y="2101"/>
                    <a:pt x="0" y="6240"/>
                  </a:cubicBezTo>
                  <a:lnTo>
                    <a:pt x="215" y="6538"/>
                  </a:lnTo>
                  <a:cubicBezTo>
                    <a:pt x="4112" y="3654"/>
                    <a:pt x="13403" y="362"/>
                    <a:pt x="35411" y="362"/>
                  </a:cubicBezTo>
                  <a:cubicBezTo>
                    <a:pt x="37206" y="362"/>
                    <a:pt x="39085" y="384"/>
                    <a:pt x="41053" y="430"/>
                  </a:cubicBezTo>
                  <a:cubicBezTo>
                    <a:pt x="55876" y="787"/>
                    <a:pt x="73176" y="5978"/>
                    <a:pt x="86202" y="13979"/>
                  </a:cubicBezTo>
                  <a:cubicBezTo>
                    <a:pt x="93726" y="18623"/>
                    <a:pt x="100025" y="24350"/>
                    <a:pt x="106109" y="29886"/>
                  </a:cubicBezTo>
                  <a:cubicBezTo>
                    <a:pt x="116039" y="38911"/>
                    <a:pt x="125421" y="47436"/>
                    <a:pt x="139601" y="51567"/>
                  </a:cubicBezTo>
                  <a:cubicBezTo>
                    <a:pt x="145004" y="53139"/>
                    <a:pt x="150116" y="53827"/>
                    <a:pt x="155015" y="53827"/>
                  </a:cubicBezTo>
                  <a:cubicBezTo>
                    <a:pt x="171610" y="53827"/>
                    <a:pt x="185768" y="45925"/>
                    <a:pt x="200549" y="37661"/>
                  </a:cubicBezTo>
                  <a:cubicBezTo>
                    <a:pt x="203752" y="35875"/>
                    <a:pt x="207062" y="34030"/>
                    <a:pt x="210420" y="32244"/>
                  </a:cubicBezTo>
                  <a:cubicBezTo>
                    <a:pt x="217020" y="28737"/>
                    <a:pt x="226700" y="24823"/>
                    <a:pt x="236995" y="24823"/>
                  </a:cubicBezTo>
                  <a:cubicBezTo>
                    <a:pt x="246347" y="24823"/>
                    <a:pt x="256206" y="28053"/>
                    <a:pt x="264724" y="37756"/>
                  </a:cubicBezTo>
                  <a:lnTo>
                    <a:pt x="264998" y="37518"/>
                  </a:lnTo>
                  <a:cubicBezTo>
                    <a:pt x="257890" y="29422"/>
                    <a:pt x="249103" y="25052"/>
                    <a:pt x="238887" y="24552"/>
                  </a:cubicBezTo>
                  <a:cubicBezTo>
                    <a:pt x="238234" y="24520"/>
                    <a:pt x="237575" y="24503"/>
                    <a:pt x="236910" y="24503"/>
                  </a:cubicBezTo>
                  <a:cubicBezTo>
                    <a:pt x="228589" y="24503"/>
                    <a:pt x="219426" y="27049"/>
                    <a:pt x="210253" y="31922"/>
                  </a:cubicBezTo>
                  <a:cubicBezTo>
                    <a:pt x="206883" y="33708"/>
                    <a:pt x="203574" y="35565"/>
                    <a:pt x="200371" y="37351"/>
                  </a:cubicBezTo>
                  <a:cubicBezTo>
                    <a:pt x="185637" y="45583"/>
                    <a:pt x="171528" y="53466"/>
                    <a:pt x="155004" y="53466"/>
                  </a:cubicBezTo>
                  <a:cubicBezTo>
                    <a:pt x="150137" y="53466"/>
                    <a:pt x="145060" y="52782"/>
                    <a:pt x="139696" y="51222"/>
                  </a:cubicBezTo>
                  <a:cubicBezTo>
                    <a:pt x="125599" y="47114"/>
                    <a:pt x="116253" y="38613"/>
                    <a:pt x="106359" y="29612"/>
                  </a:cubicBezTo>
                  <a:cubicBezTo>
                    <a:pt x="100251" y="24064"/>
                    <a:pt x="93941" y="18325"/>
                    <a:pt x="86392" y="13682"/>
                  </a:cubicBezTo>
                  <a:cubicBezTo>
                    <a:pt x="73331" y="5633"/>
                    <a:pt x="55960" y="418"/>
                    <a:pt x="41077" y="73"/>
                  </a:cubicBezTo>
                  <a:cubicBezTo>
                    <a:pt x="39037" y="25"/>
                    <a:pt x="37064" y="0"/>
                    <a:pt x="35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8"/>
            <p:cNvSpPr/>
            <p:nvPr/>
          </p:nvSpPr>
          <p:spPr>
            <a:xfrm>
              <a:off x="664050" y="2134250"/>
              <a:ext cx="6610375" cy="1399125"/>
            </a:xfrm>
            <a:custGeom>
              <a:rect b="b" l="l" r="r" t="t"/>
              <a:pathLst>
                <a:path extrusionOk="0" h="55965" w="264415">
                  <a:moveTo>
                    <a:pt x="31658" y="1"/>
                  </a:moveTo>
                  <a:cubicBezTo>
                    <a:pt x="15910" y="1"/>
                    <a:pt x="5285" y="1898"/>
                    <a:pt x="1" y="5671"/>
                  </a:cubicBezTo>
                  <a:lnTo>
                    <a:pt x="215" y="5968"/>
                  </a:lnTo>
                  <a:cubicBezTo>
                    <a:pt x="3941" y="3311"/>
                    <a:pt x="12454" y="374"/>
                    <a:pt x="31865" y="374"/>
                  </a:cubicBezTo>
                  <a:cubicBezTo>
                    <a:pt x="34721" y="374"/>
                    <a:pt x="37813" y="437"/>
                    <a:pt x="41161" y="575"/>
                  </a:cubicBezTo>
                  <a:cubicBezTo>
                    <a:pt x="55972" y="1182"/>
                    <a:pt x="73177" y="6671"/>
                    <a:pt x="86047" y="14910"/>
                  </a:cubicBezTo>
                  <a:cubicBezTo>
                    <a:pt x="93489" y="19684"/>
                    <a:pt x="99692" y="25518"/>
                    <a:pt x="105681" y="31162"/>
                  </a:cubicBezTo>
                  <a:cubicBezTo>
                    <a:pt x="115456" y="40365"/>
                    <a:pt x="124683" y="49045"/>
                    <a:pt x="138792" y="53427"/>
                  </a:cubicBezTo>
                  <a:cubicBezTo>
                    <a:pt x="144499" y="55196"/>
                    <a:pt x="149895" y="55964"/>
                    <a:pt x="155070" y="55964"/>
                  </a:cubicBezTo>
                  <a:cubicBezTo>
                    <a:pt x="171272" y="55964"/>
                    <a:pt x="185312" y="48439"/>
                    <a:pt x="199966" y="40580"/>
                  </a:cubicBezTo>
                  <a:cubicBezTo>
                    <a:pt x="203205" y="38853"/>
                    <a:pt x="206539" y="37056"/>
                    <a:pt x="209932" y="35329"/>
                  </a:cubicBezTo>
                  <a:cubicBezTo>
                    <a:pt x="216438" y="32021"/>
                    <a:pt x="225885" y="28376"/>
                    <a:pt x="235908" y="28376"/>
                  </a:cubicBezTo>
                  <a:cubicBezTo>
                    <a:pt x="245474" y="28376"/>
                    <a:pt x="255565" y="31695"/>
                    <a:pt x="264129" y="41794"/>
                  </a:cubicBezTo>
                  <a:lnTo>
                    <a:pt x="264415" y="41568"/>
                  </a:lnTo>
                  <a:cubicBezTo>
                    <a:pt x="257438" y="33341"/>
                    <a:pt x="248734" y="28828"/>
                    <a:pt x="238519" y="28138"/>
                  </a:cubicBezTo>
                  <a:cubicBezTo>
                    <a:pt x="237634" y="28078"/>
                    <a:pt x="236737" y="28048"/>
                    <a:pt x="235830" y="28048"/>
                  </a:cubicBezTo>
                  <a:cubicBezTo>
                    <a:pt x="227710" y="28048"/>
                    <a:pt x="218762" y="30434"/>
                    <a:pt x="209765" y="35008"/>
                  </a:cubicBezTo>
                  <a:cubicBezTo>
                    <a:pt x="206372" y="36734"/>
                    <a:pt x="203026" y="38532"/>
                    <a:pt x="199800" y="40258"/>
                  </a:cubicBezTo>
                  <a:cubicBezTo>
                    <a:pt x="185191" y="48086"/>
                    <a:pt x="171191" y="55586"/>
                    <a:pt x="155054" y="55586"/>
                  </a:cubicBezTo>
                  <a:cubicBezTo>
                    <a:pt x="149912" y="55586"/>
                    <a:pt x="144552" y="54824"/>
                    <a:pt x="138887" y="53069"/>
                  </a:cubicBezTo>
                  <a:cubicBezTo>
                    <a:pt x="124862" y="48724"/>
                    <a:pt x="115658" y="40068"/>
                    <a:pt x="105931" y="30900"/>
                  </a:cubicBezTo>
                  <a:cubicBezTo>
                    <a:pt x="99918" y="25245"/>
                    <a:pt x="93715" y="19387"/>
                    <a:pt x="86238" y="14612"/>
                  </a:cubicBezTo>
                  <a:cubicBezTo>
                    <a:pt x="73320" y="6337"/>
                    <a:pt x="56055" y="813"/>
                    <a:pt x="41173" y="206"/>
                  </a:cubicBezTo>
                  <a:cubicBezTo>
                    <a:pt x="37818" y="69"/>
                    <a:pt x="34646" y="1"/>
                    <a:pt x="316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8" name="Google Shape;188;p8"/>
          <p:cNvGrpSpPr/>
          <p:nvPr/>
        </p:nvGrpSpPr>
        <p:grpSpPr>
          <a:xfrm rot="916819">
            <a:off x="3966899" y="-456431"/>
            <a:ext cx="5321066" cy="1664508"/>
            <a:chOff x="603050" y="2134250"/>
            <a:chExt cx="6671375" cy="1887675"/>
          </a:xfrm>
        </p:grpSpPr>
        <p:sp>
          <p:nvSpPr>
            <p:cNvPr id="189" name="Google Shape;189;p8"/>
            <p:cNvSpPr/>
            <p:nvPr/>
          </p:nvSpPr>
          <p:spPr>
            <a:xfrm>
              <a:off x="608100" y="2949275"/>
              <a:ext cx="6665750" cy="1072650"/>
            </a:xfrm>
            <a:custGeom>
              <a:rect b="b" l="l" r="r" t="t"/>
              <a:pathLst>
                <a:path extrusionOk="0" h="42906" w="266630">
                  <a:moveTo>
                    <a:pt x="242926" y="0"/>
                  </a:moveTo>
                  <a:cubicBezTo>
                    <a:pt x="241564" y="0"/>
                    <a:pt x="240185" y="76"/>
                    <a:pt x="238792" y="228"/>
                  </a:cubicBezTo>
                  <a:cubicBezTo>
                    <a:pt x="230005" y="1168"/>
                    <a:pt x="220635" y="5240"/>
                    <a:pt x="211670" y="11979"/>
                  </a:cubicBezTo>
                  <a:cubicBezTo>
                    <a:pt x="208634" y="14265"/>
                    <a:pt x="205645" y="16611"/>
                    <a:pt x="202764" y="18885"/>
                  </a:cubicBezTo>
                  <a:cubicBezTo>
                    <a:pt x="187340" y="31016"/>
                    <a:pt x="172685" y="42543"/>
                    <a:pt x="152232" y="42543"/>
                  </a:cubicBezTo>
                  <a:cubicBezTo>
                    <a:pt x="149902" y="42543"/>
                    <a:pt x="147497" y="42394"/>
                    <a:pt x="145007" y="42078"/>
                  </a:cubicBezTo>
                  <a:cubicBezTo>
                    <a:pt x="130433" y="40233"/>
                    <a:pt x="119873" y="33291"/>
                    <a:pt x="108693" y="25957"/>
                  </a:cubicBezTo>
                  <a:cubicBezTo>
                    <a:pt x="101799" y="21433"/>
                    <a:pt x="94667" y="16754"/>
                    <a:pt x="86476" y="13337"/>
                  </a:cubicBezTo>
                  <a:cubicBezTo>
                    <a:pt x="75578" y="8791"/>
                    <a:pt x="62424" y="6298"/>
                    <a:pt x="50215" y="6298"/>
                  </a:cubicBezTo>
                  <a:cubicBezTo>
                    <a:pt x="46564" y="6298"/>
                    <a:pt x="42997" y="6521"/>
                    <a:pt x="39601" y="6979"/>
                  </a:cubicBezTo>
                  <a:cubicBezTo>
                    <a:pt x="18729" y="9788"/>
                    <a:pt x="5418" y="14003"/>
                    <a:pt x="0" y="19504"/>
                  </a:cubicBezTo>
                  <a:lnTo>
                    <a:pt x="262" y="19766"/>
                  </a:lnTo>
                  <a:cubicBezTo>
                    <a:pt x="3941" y="16015"/>
                    <a:pt x="13764" y="10824"/>
                    <a:pt x="39648" y="7348"/>
                  </a:cubicBezTo>
                  <a:cubicBezTo>
                    <a:pt x="43028" y="6893"/>
                    <a:pt x="46578" y="6672"/>
                    <a:pt x="50211" y="6672"/>
                  </a:cubicBezTo>
                  <a:cubicBezTo>
                    <a:pt x="62374" y="6672"/>
                    <a:pt x="75481" y="9153"/>
                    <a:pt x="86345" y="13682"/>
                  </a:cubicBezTo>
                  <a:cubicBezTo>
                    <a:pt x="94500" y="17075"/>
                    <a:pt x="101620" y="21742"/>
                    <a:pt x="108502" y="26255"/>
                  </a:cubicBezTo>
                  <a:cubicBezTo>
                    <a:pt x="119718" y="33625"/>
                    <a:pt x="130314" y="40578"/>
                    <a:pt x="144959" y="42435"/>
                  </a:cubicBezTo>
                  <a:cubicBezTo>
                    <a:pt x="147474" y="42754"/>
                    <a:pt x="149902" y="42906"/>
                    <a:pt x="152253" y="42906"/>
                  </a:cubicBezTo>
                  <a:cubicBezTo>
                    <a:pt x="172815" y="42906"/>
                    <a:pt x="187519" y="31340"/>
                    <a:pt x="202990" y="19171"/>
                  </a:cubicBezTo>
                  <a:cubicBezTo>
                    <a:pt x="205871" y="16908"/>
                    <a:pt x="208860" y="14563"/>
                    <a:pt x="211896" y="12277"/>
                  </a:cubicBezTo>
                  <a:cubicBezTo>
                    <a:pt x="219006" y="6920"/>
                    <a:pt x="230335" y="312"/>
                    <a:pt x="242921" y="312"/>
                  </a:cubicBezTo>
                  <a:cubicBezTo>
                    <a:pt x="250504" y="312"/>
                    <a:pt x="258543" y="2711"/>
                    <a:pt x="266391" y="9229"/>
                  </a:cubicBezTo>
                  <a:lnTo>
                    <a:pt x="266629" y="8943"/>
                  </a:lnTo>
                  <a:cubicBezTo>
                    <a:pt x="259467" y="3004"/>
                    <a:pt x="251508" y="0"/>
                    <a:pt x="2429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8"/>
            <p:cNvSpPr/>
            <p:nvPr/>
          </p:nvSpPr>
          <p:spPr>
            <a:xfrm>
              <a:off x="604525" y="2938825"/>
              <a:ext cx="6669025" cy="1033425"/>
            </a:xfrm>
            <a:custGeom>
              <a:rect b="b" l="l" r="r" t="t"/>
              <a:pathLst>
                <a:path extrusionOk="0" h="41337" w="266761">
                  <a:moveTo>
                    <a:pt x="242560" y="0"/>
                  </a:moveTo>
                  <a:cubicBezTo>
                    <a:pt x="241419" y="0"/>
                    <a:pt x="240266" y="53"/>
                    <a:pt x="239102" y="158"/>
                  </a:cubicBezTo>
                  <a:cubicBezTo>
                    <a:pt x="230303" y="955"/>
                    <a:pt x="220850" y="4861"/>
                    <a:pt x="211765" y="11445"/>
                  </a:cubicBezTo>
                  <a:cubicBezTo>
                    <a:pt x="208693" y="13683"/>
                    <a:pt x="205669" y="15969"/>
                    <a:pt x="202752" y="18184"/>
                  </a:cubicBezTo>
                  <a:cubicBezTo>
                    <a:pt x="187359" y="29863"/>
                    <a:pt x="172728" y="40966"/>
                    <a:pt x="152762" y="40966"/>
                  </a:cubicBezTo>
                  <a:cubicBezTo>
                    <a:pt x="150135" y="40966"/>
                    <a:pt x="147416" y="40773"/>
                    <a:pt x="144590" y="40365"/>
                  </a:cubicBezTo>
                  <a:cubicBezTo>
                    <a:pt x="130064" y="38269"/>
                    <a:pt x="119623" y="31150"/>
                    <a:pt x="108574" y="23613"/>
                  </a:cubicBezTo>
                  <a:cubicBezTo>
                    <a:pt x="101751" y="18969"/>
                    <a:pt x="94703" y="14171"/>
                    <a:pt x="86571" y="10611"/>
                  </a:cubicBezTo>
                  <a:cubicBezTo>
                    <a:pt x="75309" y="5677"/>
                    <a:pt x="61560" y="2931"/>
                    <a:pt x="48931" y="2931"/>
                  </a:cubicBezTo>
                  <a:cubicBezTo>
                    <a:pt x="45806" y="2931"/>
                    <a:pt x="42749" y="3099"/>
                    <a:pt x="39815" y="3444"/>
                  </a:cubicBezTo>
                  <a:cubicBezTo>
                    <a:pt x="18908" y="5885"/>
                    <a:pt x="5513" y="9861"/>
                    <a:pt x="1" y="15279"/>
                  </a:cubicBezTo>
                  <a:lnTo>
                    <a:pt x="251" y="15529"/>
                  </a:lnTo>
                  <a:cubicBezTo>
                    <a:pt x="4001" y="11850"/>
                    <a:pt x="13919" y="6825"/>
                    <a:pt x="39851" y="3801"/>
                  </a:cubicBezTo>
                  <a:cubicBezTo>
                    <a:pt x="42768" y="3459"/>
                    <a:pt x="45807" y="3292"/>
                    <a:pt x="48914" y="3292"/>
                  </a:cubicBezTo>
                  <a:cubicBezTo>
                    <a:pt x="61497" y="3292"/>
                    <a:pt x="75199" y="6027"/>
                    <a:pt x="86428" y="10945"/>
                  </a:cubicBezTo>
                  <a:cubicBezTo>
                    <a:pt x="94524" y="14493"/>
                    <a:pt x="101561" y="19279"/>
                    <a:pt x="108359" y="23922"/>
                  </a:cubicBezTo>
                  <a:cubicBezTo>
                    <a:pt x="119456" y="31471"/>
                    <a:pt x="129922" y="38615"/>
                    <a:pt x="144542" y="40734"/>
                  </a:cubicBezTo>
                  <a:cubicBezTo>
                    <a:pt x="147384" y="41144"/>
                    <a:pt x="150118" y="41337"/>
                    <a:pt x="152759" y="41337"/>
                  </a:cubicBezTo>
                  <a:cubicBezTo>
                    <a:pt x="172836" y="41337"/>
                    <a:pt x="187520" y="30193"/>
                    <a:pt x="202966" y="18481"/>
                  </a:cubicBezTo>
                  <a:cubicBezTo>
                    <a:pt x="205883" y="16267"/>
                    <a:pt x="208908" y="13969"/>
                    <a:pt x="211979" y="11742"/>
                  </a:cubicBezTo>
                  <a:cubicBezTo>
                    <a:pt x="219066" y="6599"/>
                    <a:pt x="230260" y="308"/>
                    <a:pt x="242600" y="308"/>
                  </a:cubicBezTo>
                  <a:cubicBezTo>
                    <a:pt x="250370" y="308"/>
                    <a:pt x="258594" y="2802"/>
                    <a:pt x="266534" y="9647"/>
                  </a:cubicBezTo>
                  <a:lnTo>
                    <a:pt x="266760" y="9373"/>
                  </a:lnTo>
                  <a:cubicBezTo>
                    <a:pt x="259527" y="3141"/>
                    <a:pt x="251396" y="0"/>
                    <a:pt x="242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8"/>
            <p:cNvSpPr/>
            <p:nvPr/>
          </p:nvSpPr>
          <p:spPr>
            <a:xfrm>
              <a:off x="603050" y="2916775"/>
              <a:ext cx="6670800" cy="1005800"/>
            </a:xfrm>
            <a:custGeom>
              <a:rect b="b" l="l" r="r" t="t"/>
              <a:pathLst>
                <a:path extrusionOk="0" h="40232" w="266832">
                  <a:moveTo>
                    <a:pt x="47581" y="0"/>
                  </a:moveTo>
                  <a:cubicBezTo>
                    <a:pt x="44993" y="0"/>
                    <a:pt x="42457" y="119"/>
                    <a:pt x="40005" y="361"/>
                  </a:cubicBezTo>
                  <a:cubicBezTo>
                    <a:pt x="19062" y="2445"/>
                    <a:pt x="5608" y="6183"/>
                    <a:pt x="0" y="11505"/>
                  </a:cubicBezTo>
                  <a:lnTo>
                    <a:pt x="250" y="11767"/>
                  </a:lnTo>
                  <a:cubicBezTo>
                    <a:pt x="4060" y="8148"/>
                    <a:pt x="14061" y="3302"/>
                    <a:pt x="40041" y="730"/>
                  </a:cubicBezTo>
                  <a:cubicBezTo>
                    <a:pt x="42490" y="487"/>
                    <a:pt x="45023" y="368"/>
                    <a:pt x="47608" y="368"/>
                  </a:cubicBezTo>
                  <a:cubicBezTo>
                    <a:pt x="60603" y="368"/>
                    <a:pt x="74908" y="3370"/>
                    <a:pt x="86487" y="8683"/>
                  </a:cubicBezTo>
                  <a:cubicBezTo>
                    <a:pt x="94524" y="12362"/>
                    <a:pt x="101477" y="17292"/>
                    <a:pt x="108192" y="22042"/>
                  </a:cubicBezTo>
                  <a:cubicBezTo>
                    <a:pt x="119146" y="29793"/>
                    <a:pt x="129504" y="37116"/>
                    <a:pt x="144078" y="39473"/>
                  </a:cubicBezTo>
                  <a:cubicBezTo>
                    <a:pt x="147258" y="39990"/>
                    <a:pt x="150307" y="40232"/>
                    <a:pt x="153246" y="40232"/>
                  </a:cubicBezTo>
                  <a:cubicBezTo>
                    <a:pt x="172829" y="40232"/>
                    <a:pt x="187478" y="29509"/>
                    <a:pt x="202883" y="18256"/>
                  </a:cubicBezTo>
                  <a:cubicBezTo>
                    <a:pt x="205835" y="16089"/>
                    <a:pt x="208895" y="13851"/>
                    <a:pt x="212015" y="11672"/>
                  </a:cubicBezTo>
                  <a:cubicBezTo>
                    <a:pt x="219065" y="6740"/>
                    <a:pt x="230090" y="772"/>
                    <a:pt x="242173" y="772"/>
                  </a:cubicBezTo>
                  <a:cubicBezTo>
                    <a:pt x="250128" y="772"/>
                    <a:pt x="258541" y="3359"/>
                    <a:pt x="266581" y="10529"/>
                  </a:cubicBezTo>
                  <a:lnTo>
                    <a:pt x="266831" y="10255"/>
                  </a:lnTo>
                  <a:cubicBezTo>
                    <a:pt x="259528" y="3740"/>
                    <a:pt x="251234" y="461"/>
                    <a:pt x="242138" y="461"/>
                  </a:cubicBezTo>
                  <a:cubicBezTo>
                    <a:pt x="241209" y="461"/>
                    <a:pt x="240272" y="495"/>
                    <a:pt x="239328" y="563"/>
                  </a:cubicBezTo>
                  <a:cubicBezTo>
                    <a:pt x="230517" y="1206"/>
                    <a:pt x="220992" y="4945"/>
                    <a:pt x="211800" y="11374"/>
                  </a:cubicBezTo>
                  <a:cubicBezTo>
                    <a:pt x="208681" y="13553"/>
                    <a:pt x="205621" y="15791"/>
                    <a:pt x="202668" y="17958"/>
                  </a:cubicBezTo>
                  <a:cubicBezTo>
                    <a:pt x="187317" y="29187"/>
                    <a:pt x="172706" y="39865"/>
                    <a:pt x="153219" y="39865"/>
                  </a:cubicBezTo>
                  <a:cubicBezTo>
                    <a:pt x="150307" y="39865"/>
                    <a:pt x="147286" y="39627"/>
                    <a:pt x="144137" y="39116"/>
                  </a:cubicBezTo>
                  <a:cubicBezTo>
                    <a:pt x="129635" y="36770"/>
                    <a:pt x="119325" y="29472"/>
                    <a:pt x="108406" y="21745"/>
                  </a:cubicBezTo>
                  <a:cubicBezTo>
                    <a:pt x="101679" y="16982"/>
                    <a:pt x="94702" y="12053"/>
                    <a:pt x="86642" y="8350"/>
                  </a:cubicBezTo>
                  <a:cubicBezTo>
                    <a:pt x="75006" y="3014"/>
                    <a:pt x="60634" y="0"/>
                    <a:pt x="475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8"/>
            <p:cNvSpPr/>
            <p:nvPr/>
          </p:nvSpPr>
          <p:spPr>
            <a:xfrm>
              <a:off x="603625" y="2820875"/>
              <a:ext cx="6670225" cy="1052250"/>
            </a:xfrm>
            <a:custGeom>
              <a:rect b="b" l="l" r="r" t="t"/>
              <a:pathLst>
                <a:path extrusionOk="0" h="42090" w="266809">
                  <a:moveTo>
                    <a:pt x="46344" y="0"/>
                  </a:moveTo>
                  <a:cubicBezTo>
                    <a:pt x="44253" y="0"/>
                    <a:pt x="42198" y="80"/>
                    <a:pt x="40196" y="244"/>
                  </a:cubicBezTo>
                  <a:cubicBezTo>
                    <a:pt x="19218" y="1959"/>
                    <a:pt x="5692" y="5471"/>
                    <a:pt x="1" y="10686"/>
                  </a:cubicBezTo>
                  <a:lnTo>
                    <a:pt x="239" y="10948"/>
                  </a:lnTo>
                  <a:cubicBezTo>
                    <a:pt x="4120" y="7400"/>
                    <a:pt x="14193" y="2721"/>
                    <a:pt x="40220" y="601"/>
                  </a:cubicBezTo>
                  <a:cubicBezTo>
                    <a:pt x="42208" y="440"/>
                    <a:pt x="44249" y="360"/>
                    <a:pt x="46327" y="360"/>
                  </a:cubicBezTo>
                  <a:cubicBezTo>
                    <a:pt x="59706" y="360"/>
                    <a:pt x="74600" y="3646"/>
                    <a:pt x="86524" y="9376"/>
                  </a:cubicBezTo>
                  <a:cubicBezTo>
                    <a:pt x="94501" y="13198"/>
                    <a:pt x="101359" y="18234"/>
                    <a:pt x="107991" y="23104"/>
                  </a:cubicBezTo>
                  <a:cubicBezTo>
                    <a:pt x="118813" y="31046"/>
                    <a:pt x="129029" y="38546"/>
                    <a:pt x="143566" y="41166"/>
                  </a:cubicBezTo>
                  <a:cubicBezTo>
                    <a:pt x="147069" y="41797"/>
                    <a:pt x="150419" y="42090"/>
                    <a:pt x="153641" y="42090"/>
                  </a:cubicBezTo>
                  <a:cubicBezTo>
                    <a:pt x="172769" y="42090"/>
                    <a:pt x="187383" y="31783"/>
                    <a:pt x="202729" y="20961"/>
                  </a:cubicBezTo>
                  <a:cubicBezTo>
                    <a:pt x="205729" y="18854"/>
                    <a:pt x="208825" y="16663"/>
                    <a:pt x="211980" y="14543"/>
                  </a:cubicBezTo>
                  <a:cubicBezTo>
                    <a:pt x="218983" y="9825"/>
                    <a:pt x="229850" y="4171"/>
                    <a:pt x="241687" y="4171"/>
                  </a:cubicBezTo>
                  <a:cubicBezTo>
                    <a:pt x="249833" y="4171"/>
                    <a:pt x="258438" y="6849"/>
                    <a:pt x="266558" y="14353"/>
                  </a:cubicBezTo>
                  <a:lnTo>
                    <a:pt x="266808" y="14091"/>
                  </a:lnTo>
                  <a:cubicBezTo>
                    <a:pt x="259457" y="7303"/>
                    <a:pt x="251007" y="3862"/>
                    <a:pt x="241659" y="3862"/>
                  </a:cubicBezTo>
                  <a:cubicBezTo>
                    <a:pt x="240939" y="3862"/>
                    <a:pt x="240214" y="3882"/>
                    <a:pt x="239483" y="3923"/>
                  </a:cubicBezTo>
                  <a:cubicBezTo>
                    <a:pt x="230661" y="4411"/>
                    <a:pt x="221076" y="7971"/>
                    <a:pt x="211777" y="14246"/>
                  </a:cubicBezTo>
                  <a:cubicBezTo>
                    <a:pt x="208622" y="16365"/>
                    <a:pt x="205515" y="18556"/>
                    <a:pt x="202526" y="20663"/>
                  </a:cubicBezTo>
                  <a:cubicBezTo>
                    <a:pt x="187233" y="31450"/>
                    <a:pt x="172655" y="41722"/>
                    <a:pt x="153612" y="41722"/>
                  </a:cubicBezTo>
                  <a:cubicBezTo>
                    <a:pt x="150417" y="41722"/>
                    <a:pt x="147097" y="41433"/>
                    <a:pt x="143626" y="40809"/>
                  </a:cubicBezTo>
                  <a:cubicBezTo>
                    <a:pt x="129172" y="38201"/>
                    <a:pt x="118992" y="30724"/>
                    <a:pt x="108205" y="22806"/>
                  </a:cubicBezTo>
                  <a:cubicBezTo>
                    <a:pt x="101561" y="17925"/>
                    <a:pt x="94679" y="12877"/>
                    <a:pt x="86678" y="9043"/>
                  </a:cubicBezTo>
                  <a:cubicBezTo>
                    <a:pt x="74718" y="3305"/>
                    <a:pt x="59772" y="0"/>
                    <a:pt x="463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8"/>
            <p:cNvSpPr/>
            <p:nvPr/>
          </p:nvSpPr>
          <p:spPr>
            <a:xfrm>
              <a:off x="606025" y="2724425"/>
              <a:ext cx="6667825" cy="1099375"/>
            </a:xfrm>
            <a:custGeom>
              <a:rect b="b" l="l" r="r" t="t"/>
              <a:pathLst>
                <a:path extrusionOk="0" h="43975" w="266713">
                  <a:moveTo>
                    <a:pt x="45120" y="1"/>
                  </a:moveTo>
                  <a:cubicBezTo>
                    <a:pt x="43512" y="1"/>
                    <a:pt x="41927" y="50"/>
                    <a:pt x="40374" y="149"/>
                  </a:cubicBezTo>
                  <a:cubicBezTo>
                    <a:pt x="19372" y="1495"/>
                    <a:pt x="5787" y="4769"/>
                    <a:pt x="0" y="9889"/>
                  </a:cubicBezTo>
                  <a:lnTo>
                    <a:pt x="250" y="10150"/>
                  </a:lnTo>
                  <a:cubicBezTo>
                    <a:pt x="4191" y="6674"/>
                    <a:pt x="14335" y="2185"/>
                    <a:pt x="40410" y="518"/>
                  </a:cubicBezTo>
                  <a:cubicBezTo>
                    <a:pt x="41956" y="419"/>
                    <a:pt x="43534" y="370"/>
                    <a:pt x="45136" y="370"/>
                  </a:cubicBezTo>
                  <a:cubicBezTo>
                    <a:pt x="58853" y="370"/>
                    <a:pt x="74318" y="3961"/>
                    <a:pt x="86547" y="10091"/>
                  </a:cubicBezTo>
                  <a:cubicBezTo>
                    <a:pt x="94441" y="14044"/>
                    <a:pt x="101227" y="19211"/>
                    <a:pt x="107776" y="24188"/>
                  </a:cubicBezTo>
                  <a:cubicBezTo>
                    <a:pt x="118432" y="32332"/>
                    <a:pt x="128528" y="39999"/>
                    <a:pt x="143018" y="42869"/>
                  </a:cubicBezTo>
                  <a:cubicBezTo>
                    <a:pt x="146843" y="43627"/>
                    <a:pt x="150492" y="43975"/>
                    <a:pt x="153996" y="43975"/>
                  </a:cubicBezTo>
                  <a:cubicBezTo>
                    <a:pt x="172677" y="43975"/>
                    <a:pt x="187246" y="34086"/>
                    <a:pt x="202525" y="23700"/>
                  </a:cubicBezTo>
                  <a:cubicBezTo>
                    <a:pt x="205562" y="21640"/>
                    <a:pt x="208693" y="19509"/>
                    <a:pt x="211884" y="17449"/>
                  </a:cubicBezTo>
                  <a:cubicBezTo>
                    <a:pt x="218840" y="12936"/>
                    <a:pt x="229526" y="7594"/>
                    <a:pt x="241107" y="7594"/>
                  </a:cubicBezTo>
                  <a:cubicBezTo>
                    <a:pt x="249447" y="7594"/>
                    <a:pt x="258252" y="10365"/>
                    <a:pt x="266462" y="18211"/>
                  </a:cubicBezTo>
                  <a:lnTo>
                    <a:pt x="266712" y="17949"/>
                  </a:lnTo>
                  <a:cubicBezTo>
                    <a:pt x="259310" y="10864"/>
                    <a:pt x="250693" y="7276"/>
                    <a:pt x="241074" y="7276"/>
                  </a:cubicBezTo>
                  <a:cubicBezTo>
                    <a:pt x="240574" y="7276"/>
                    <a:pt x="240071" y="7285"/>
                    <a:pt x="239566" y="7305"/>
                  </a:cubicBezTo>
                  <a:cubicBezTo>
                    <a:pt x="230731" y="7638"/>
                    <a:pt x="221099" y="11043"/>
                    <a:pt x="211681" y="17139"/>
                  </a:cubicBezTo>
                  <a:cubicBezTo>
                    <a:pt x="208490" y="19211"/>
                    <a:pt x="205359" y="21342"/>
                    <a:pt x="202323" y="23402"/>
                  </a:cubicBezTo>
                  <a:cubicBezTo>
                    <a:pt x="187090" y="33751"/>
                    <a:pt x="172575" y="43610"/>
                    <a:pt x="153990" y="43610"/>
                  </a:cubicBezTo>
                  <a:cubicBezTo>
                    <a:pt x="150510" y="43610"/>
                    <a:pt x="146887" y="43265"/>
                    <a:pt x="143089" y="42512"/>
                  </a:cubicBezTo>
                  <a:cubicBezTo>
                    <a:pt x="128683" y="39654"/>
                    <a:pt x="118622" y="31998"/>
                    <a:pt x="107990" y="23902"/>
                  </a:cubicBezTo>
                  <a:cubicBezTo>
                    <a:pt x="101418" y="18913"/>
                    <a:pt x="94631" y="13734"/>
                    <a:pt x="86701" y="9758"/>
                  </a:cubicBezTo>
                  <a:cubicBezTo>
                    <a:pt x="74419" y="3595"/>
                    <a:pt x="58900" y="1"/>
                    <a:pt x="45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8"/>
            <p:cNvSpPr/>
            <p:nvPr/>
          </p:nvSpPr>
          <p:spPr>
            <a:xfrm>
              <a:off x="610775" y="2627700"/>
              <a:ext cx="6663075" cy="1147100"/>
            </a:xfrm>
            <a:custGeom>
              <a:rect b="b" l="l" r="r" t="t"/>
              <a:pathLst>
                <a:path extrusionOk="0" h="45884" w="266523">
                  <a:moveTo>
                    <a:pt x="43919" y="0"/>
                  </a:moveTo>
                  <a:cubicBezTo>
                    <a:pt x="42779" y="0"/>
                    <a:pt x="41652" y="26"/>
                    <a:pt x="40541" y="77"/>
                  </a:cubicBezTo>
                  <a:cubicBezTo>
                    <a:pt x="19515" y="1054"/>
                    <a:pt x="5870" y="4090"/>
                    <a:pt x="1" y="9102"/>
                  </a:cubicBezTo>
                  <a:lnTo>
                    <a:pt x="239" y="9376"/>
                  </a:lnTo>
                  <a:cubicBezTo>
                    <a:pt x="4227" y="5971"/>
                    <a:pt x="14467" y="1649"/>
                    <a:pt x="40553" y="434"/>
                  </a:cubicBezTo>
                  <a:cubicBezTo>
                    <a:pt x="41663" y="383"/>
                    <a:pt x="42788" y="357"/>
                    <a:pt x="43926" y="357"/>
                  </a:cubicBezTo>
                  <a:cubicBezTo>
                    <a:pt x="57980" y="357"/>
                    <a:pt x="73989" y="4252"/>
                    <a:pt x="86523" y="10817"/>
                  </a:cubicBezTo>
                  <a:cubicBezTo>
                    <a:pt x="94346" y="14912"/>
                    <a:pt x="101037" y="20187"/>
                    <a:pt x="107502" y="25283"/>
                  </a:cubicBezTo>
                  <a:cubicBezTo>
                    <a:pt x="118039" y="33593"/>
                    <a:pt x="127981" y="41451"/>
                    <a:pt x="142411" y="44571"/>
                  </a:cubicBezTo>
                  <a:cubicBezTo>
                    <a:pt x="146566" y="45473"/>
                    <a:pt x="150520" y="45883"/>
                    <a:pt x="154313" y="45883"/>
                  </a:cubicBezTo>
                  <a:cubicBezTo>
                    <a:pt x="172548" y="45883"/>
                    <a:pt x="187052" y="36397"/>
                    <a:pt x="202240" y="26461"/>
                  </a:cubicBezTo>
                  <a:cubicBezTo>
                    <a:pt x="205312" y="24449"/>
                    <a:pt x="208491" y="22378"/>
                    <a:pt x="211706" y="20365"/>
                  </a:cubicBezTo>
                  <a:cubicBezTo>
                    <a:pt x="218611" y="16054"/>
                    <a:pt x="229117" y="11007"/>
                    <a:pt x="240446" y="11007"/>
                  </a:cubicBezTo>
                  <a:cubicBezTo>
                    <a:pt x="248983" y="11007"/>
                    <a:pt x="257988" y="13873"/>
                    <a:pt x="266272" y="22080"/>
                  </a:cubicBezTo>
                  <a:lnTo>
                    <a:pt x="266522" y="21818"/>
                  </a:lnTo>
                  <a:cubicBezTo>
                    <a:pt x="259063" y="14429"/>
                    <a:pt x="250259" y="10690"/>
                    <a:pt x="240352" y="10690"/>
                  </a:cubicBezTo>
                  <a:cubicBezTo>
                    <a:pt x="240091" y="10690"/>
                    <a:pt x="239829" y="10692"/>
                    <a:pt x="239566" y="10698"/>
                  </a:cubicBezTo>
                  <a:cubicBezTo>
                    <a:pt x="230732" y="10876"/>
                    <a:pt x="221040" y="14115"/>
                    <a:pt x="211515" y="20056"/>
                  </a:cubicBezTo>
                  <a:cubicBezTo>
                    <a:pt x="208300" y="22068"/>
                    <a:pt x="205122" y="24152"/>
                    <a:pt x="202050" y="26152"/>
                  </a:cubicBezTo>
                  <a:cubicBezTo>
                    <a:pt x="186888" y="36065"/>
                    <a:pt x="172430" y="45521"/>
                    <a:pt x="154274" y="45521"/>
                  </a:cubicBezTo>
                  <a:cubicBezTo>
                    <a:pt x="150515" y="45521"/>
                    <a:pt x="146598" y="45116"/>
                    <a:pt x="142483" y="44226"/>
                  </a:cubicBezTo>
                  <a:cubicBezTo>
                    <a:pt x="128136" y="41118"/>
                    <a:pt x="118218" y="33284"/>
                    <a:pt x="107716" y="24997"/>
                  </a:cubicBezTo>
                  <a:cubicBezTo>
                    <a:pt x="101239" y="19889"/>
                    <a:pt x="94548" y="14603"/>
                    <a:pt x="86690" y="10495"/>
                  </a:cubicBezTo>
                  <a:cubicBezTo>
                    <a:pt x="74109" y="3907"/>
                    <a:pt x="58032" y="0"/>
                    <a:pt x="439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8"/>
            <p:cNvSpPr/>
            <p:nvPr/>
          </p:nvSpPr>
          <p:spPr>
            <a:xfrm>
              <a:off x="617325" y="2530375"/>
              <a:ext cx="6656525" cy="1195600"/>
            </a:xfrm>
            <a:custGeom>
              <a:rect b="b" l="l" r="r" t="t"/>
              <a:pathLst>
                <a:path extrusionOk="0" h="47824" w="266261">
                  <a:moveTo>
                    <a:pt x="42753" y="0"/>
                  </a:moveTo>
                  <a:cubicBezTo>
                    <a:pt x="42062" y="0"/>
                    <a:pt x="41376" y="10"/>
                    <a:pt x="40696" y="29"/>
                  </a:cubicBezTo>
                  <a:cubicBezTo>
                    <a:pt x="19646" y="637"/>
                    <a:pt x="5966" y="3435"/>
                    <a:pt x="1" y="8352"/>
                  </a:cubicBezTo>
                  <a:lnTo>
                    <a:pt x="227" y="8626"/>
                  </a:lnTo>
                  <a:cubicBezTo>
                    <a:pt x="4287" y="5292"/>
                    <a:pt x="14598" y="1149"/>
                    <a:pt x="40696" y="387"/>
                  </a:cubicBezTo>
                  <a:cubicBezTo>
                    <a:pt x="41375" y="367"/>
                    <a:pt x="42061" y="357"/>
                    <a:pt x="42751" y="357"/>
                  </a:cubicBezTo>
                  <a:cubicBezTo>
                    <a:pt x="57119" y="357"/>
                    <a:pt x="73684" y="4580"/>
                    <a:pt x="86476" y="11566"/>
                  </a:cubicBezTo>
                  <a:cubicBezTo>
                    <a:pt x="94239" y="15805"/>
                    <a:pt x="100823" y="21199"/>
                    <a:pt x="107193" y="26402"/>
                  </a:cubicBezTo>
                  <a:cubicBezTo>
                    <a:pt x="117587" y="34903"/>
                    <a:pt x="127397" y="42927"/>
                    <a:pt x="141768" y="46297"/>
                  </a:cubicBezTo>
                  <a:cubicBezTo>
                    <a:pt x="146242" y="47349"/>
                    <a:pt x="150491" y="47823"/>
                    <a:pt x="154562" y="47823"/>
                  </a:cubicBezTo>
                  <a:cubicBezTo>
                    <a:pt x="172376" y="47823"/>
                    <a:pt x="186800" y="38740"/>
                    <a:pt x="201919" y="29223"/>
                  </a:cubicBezTo>
                  <a:cubicBezTo>
                    <a:pt x="205014" y="27271"/>
                    <a:pt x="208229" y="25259"/>
                    <a:pt x="211479" y="23306"/>
                  </a:cubicBezTo>
                  <a:cubicBezTo>
                    <a:pt x="218321" y="19200"/>
                    <a:pt x="228632" y="14450"/>
                    <a:pt x="239705" y="14450"/>
                  </a:cubicBezTo>
                  <a:cubicBezTo>
                    <a:pt x="248443" y="14450"/>
                    <a:pt x="257655" y="17408"/>
                    <a:pt x="266010" y="25973"/>
                  </a:cubicBezTo>
                  <a:lnTo>
                    <a:pt x="266260" y="25711"/>
                  </a:lnTo>
                  <a:cubicBezTo>
                    <a:pt x="258758" y="18019"/>
                    <a:pt x="249789" y="14126"/>
                    <a:pt x="239600" y="14126"/>
                  </a:cubicBezTo>
                  <a:cubicBezTo>
                    <a:pt x="239569" y="14126"/>
                    <a:pt x="239538" y="14126"/>
                    <a:pt x="239507" y="14126"/>
                  </a:cubicBezTo>
                  <a:cubicBezTo>
                    <a:pt x="230672" y="14150"/>
                    <a:pt x="220921" y="17222"/>
                    <a:pt x="211301" y="22996"/>
                  </a:cubicBezTo>
                  <a:cubicBezTo>
                    <a:pt x="208038" y="24949"/>
                    <a:pt x="204824" y="26973"/>
                    <a:pt x="201728" y="28926"/>
                  </a:cubicBezTo>
                  <a:cubicBezTo>
                    <a:pt x="186657" y="38411"/>
                    <a:pt x="172266" y="47461"/>
                    <a:pt x="154532" y="47461"/>
                  </a:cubicBezTo>
                  <a:cubicBezTo>
                    <a:pt x="150494" y="47461"/>
                    <a:pt x="146283" y="46992"/>
                    <a:pt x="141852" y="45952"/>
                  </a:cubicBezTo>
                  <a:cubicBezTo>
                    <a:pt x="127564" y="42594"/>
                    <a:pt x="117777" y="34593"/>
                    <a:pt x="107431" y="26128"/>
                  </a:cubicBezTo>
                  <a:cubicBezTo>
                    <a:pt x="101037" y="20901"/>
                    <a:pt x="94441" y="15507"/>
                    <a:pt x="86654" y="11245"/>
                  </a:cubicBezTo>
                  <a:cubicBezTo>
                    <a:pt x="73804" y="4235"/>
                    <a:pt x="57180" y="0"/>
                    <a:pt x="427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8"/>
            <p:cNvSpPr/>
            <p:nvPr/>
          </p:nvSpPr>
          <p:spPr>
            <a:xfrm>
              <a:off x="625950" y="2432750"/>
              <a:ext cx="6647900" cy="1244800"/>
            </a:xfrm>
            <a:custGeom>
              <a:rect b="b" l="l" r="r" t="t"/>
              <a:pathLst>
                <a:path extrusionOk="0" h="49792" w="265916">
                  <a:moveTo>
                    <a:pt x="41667" y="0"/>
                  </a:moveTo>
                  <a:cubicBezTo>
                    <a:pt x="41386" y="0"/>
                    <a:pt x="41106" y="2"/>
                    <a:pt x="40827" y="5"/>
                  </a:cubicBezTo>
                  <a:cubicBezTo>
                    <a:pt x="19777" y="243"/>
                    <a:pt x="6049" y="2803"/>
                    <a:pt x="1" y="7613"/>
                  </a:cubicBezTo>
                  <a:lnTo>
                    <a:pt x="227" y="7899"/>
                  </a:lnTo>
                  <a:cubicBezTo>
                    <a:pt x="4335" y="4625"/>
                    <a:pt x="14717" y="672"/>
                    <a:pt x="40827" y="362"/>
                  </a:cubicBezTo>
                  <a:cubicBezTo>
                    <a:pt x="41089" y="360"/>
                    <a:pt x="41350" y="358"/>
                    <a:pt x="41613" y="358"/>
                  </a:cubicBezTo>
                  <a:cubicBezTo>
                    <a:pt x="56276" y="358"/>
                    <a:pt x="73363" y="4913"/>
                    <a:pt x="86405" y="12340"/>
                  </a:cubicBezTo>
                  <a:cubicBezTo>
                    <a:pt x="94096" y="16710"/>
                    <a:pt x="100585" y="22210"/>
                    <a:pt x="106871" y="27532"/>
                  </a:cubicBezTo>
                  <a:cubicBezTo>
                    <a:pt x="117111" y="36212"/>
                    <a:pt x="126779" y="44404"/>
                    <a:pt x="141078" y="48035"/>
                  </a:cubicBezTo>
                  <a:cubicBezTo>
                    <a:pt x="145866" y="49249"/>
                    <a:pt x="150405" y="49792"/>
                    <a:pt x="154753" y="49792"/>
                  </a:cubicBezTo>
                  <a:cubicBezTo>
                    <a:pt x="172149" y="49792"/>
                    <a:pt x="186490" y="41108"/>
                    <a:pt x="201502" y="32021"/>
                  </a:cubicBezTo>
                  <a:cubicBezTo>
                    <a:pt x="204645" y="30116"/>
                    <a:pt x="207884" y="28152"/>
                    <a:pt x="211182" y="26258"/>
                  </a:cubicBezTo>
                  <a:cubicBezTo>
                    <a:pt x="217949" y="22353"/>
                    <a:pt x="228064" y="17884"/>
                    <a:pt x="238884" y="17884"/>
                  </a:cubicBezTo>
                  <a:cubicBezTo>
                    <a:pt x="247824" y="17884"/>
                    <a:pt x="257244" y="20936"/>
                    <a:pt x="265653" y="29878"/>
                  </a:cubicBezTo>
                  <a:lnTo>
                    <a:pt x="265915" y="29628"/>
                  </a:lnTo>
                  <a:cubicBezTo>
                    <a:pt x="258521" y="21770"/>
                    <a:pt x="249592" y="17722"/>
                    <a:pt x="239364" y="17567"/>
                  </a:cubicBezTo>
                  <a:cubicBezTo>
                    <a:pt x="239173" y="17564"/>
                    <a:pt x="238981" y="17563"/>
                    <a:pt x="238788" y="17563"/>
                  </a:cubicBezTo>
                  <a:cubicBezTo>
                    <a:pt x="230104" y="17563"/>
                    <a:pt x="220508" y="20451"/>
                    <a:pt x="211003" y="25937"/>
                  </a:cubicBezTo>
                  <a:cubicBezTo>
                    <a:pt x="207717" y="27842"/>
                    <a:pt x="204467" y="29807"/>
                    <a:pt x="201336" y="31700"/>
                  </a:cubicBezTo>
                  <a:cubicBezTo>
                    <a:pt x="186364" y="40762"/>
                    <a:pt x="172056" y="49421"/>
                    <a:pt x="154743" y="49421"/>
                  </a:cubicBezTo>
                  <a:cubicBezTo>
                    <a:pt x="150426" y="49421"/>
                    <a:pt x="145921" y="48883"/>
                    <a:pt x="141173" y="47678"/>
                  </a:cubicBezTo>
                  <a:cubicBezTo>
                    <a:pt x="126945" y="44082"/>
                    <a:pt x="117301" y="35903"/>
                    <a:pt x="107098" y="27259"/>
                  </a:cubicBezTo>
                  <a:cubicBezTo>
                    <a:pt x="100799" y="21925"/>
                    <a:pt x="94298" y="16412"/>
                    <a:pt x="86583" y="12031"/>
                  </a:cubicBezTo>
                  <a:cubicBezTo>
                    <a:pt x="73509" y="4577"/>
                    <a:pt x="56377" y="0"/>
                    <a:pt x="416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8"/>
            <p:cNvSpPr/>
            <p:nvPr/>
          </p:nvSpPr>
          <p:spPr>
            <a:xfrm>
              <a:off x="636675" y="2334800"/>
              <a:ext cx="6637450" cy="1294425"/>
            </a:xfrm>
            <a:custGeom>
              <a:rect b="b" l="l" r="r" t="t"/>
              <a:pathLst>
                <a:path extrusionOk="0" h="51777" w="265498">
                  <a:moveTo>
                    <a:pt x="39287" y="1"/>
                  </a:moveTo>
                  <a:cubicBezTo>
                    <a:pt x="19177" y="1"/>
                    <a:pt x="5968" y="2322"/>
                    <a:pt x="0" y="6900"/>
                  </a:cubicBezTo>
                  <a:lnTo>
                    <a:pt x="227" y="7186"/>
                  </a:lnTo>
                  <a:cubicBezTo>
                    <a:pt x="4311" y="4047"/>
                    <a:pt x="14422" y="359"/>
                    <a:pt x="39404" y="359"/>
                  </a:cubicBezTo>
                  <a:cubicBezTo>
                    <a:pt x="39912" y="359"/>
                    <a:pt x="40426" y="360"/>
                    <a:pt x="40946" y="363"/>
                  </a:cubicBezTo>
                  <a:cubicBezTo>
                    <a:pt x="55781" y="447"/>
                    <a:pt x="73164" y="5340"/>
                    <a:pt x="86309" y="13127"/>
                  </a:cubicBezTo>
                  <a:cubicBezTo>
                    <a:pt x="93917" y="17639"/>
                    <a:pt x="100311" y="23247"/>
                    <a:pt x="106502" y="28676"/>
                  </a:cubicBezTo>
                  <a:cubicBezTo>
                    <a:pt x="116586" y="37535"/>
                    <a:pt x="126111" y="45905"/>
                    <a:pt x="140363" y="49774"/>
                  </a:cubicBezTo>
                  <a:cubicBezTo>
                    <a:pt x="145461" y="51162"/>
                    <a:pt x="150287" y="51777"/>
                    <a:pt x="154911" y="51777"/>
                  </a:cubicBezTo>
                  <a:cubicBezTo>
                    <a:pt x="171899" y="51777"/>
                    <a:pt x="186153" y="43484"/>
                    <a:pt x="201061" y="34808"/>
                  </a:cubicBezTo>
                  <a:cubicBezTo>
                    <a:pt x="204228" y="32963"/>
                    <a:pt x="207503" y="31058"/>
                    <a:pt x="210836" y="29212"/>
                  </a:cubicBezTo>
                  <a:cubicBezTo>
                    <a:pt x="217522" y="25512"/>
                    <a:pt x="227422" y="21326"/>
                    <a:pt x="237978" y="21326"/>
                  </a:cubicBezTo>
                  <a:cubicBezTo>
                    <a:pt x="247122" y="21326"/>
                    <a:pt x="256758" y="24467"/>
                    <a:pt x="265224" y="33784"/>
                  </a:cubicBezTo>
                  <a:lnTo>
                    <a:pt x="265498" y="33546"/>
                  </a:lnTo>
                  <a:cubicBezTo>
                    <a:pt x="258247" y="25569"/>
                    <a:pt x="249377" y="21354"/>
                    <a:pt x="239149" y="21033"/>
                  </a:cubicBezTo>
                  <a:cubicBezTo>
                    <a:pt x="238730" y="21019"/>
                    <a:pt x="238308" y="21012"/>
                    <a:pt x="237884" y="21012"/>
                  </a:cubicBezTo>
                  <a:cubicBezTo>
                    <a:pt x="229391" y="21012"/>
                    <a:pt x="220013" y="23731"/>
                    <a:pt x="210658" y="28903"/>
                  </a:cubicBezTo>
                  <a:cubicBezTo>
                    <a:pt x="207324" y="30748"/>
                    <a:pt x="204050" y="32653"/>
                    <a:pt x="200871" y="34498"/>
                  </a:cubicBezTo>
                  <a:cubicBezTo>
                    <a:pt x="186013" y="43140"/>
                    <a:pt x="171810" y="51406"/>
                    <a:pt x="154899" y="51406"/>
                  </a:cubicBezTo>
                  <a:cubicBezTo>
                    <a:pt x="150304" y="51406"/>
                    <a:pt x="145509" y="50796"/>
                    <a:pt x="140447" y="49417"/>
                  </a:cubicBezTo>
                  <a:cubicBezTo>
                    <a:pt x="126290" y="45571"/>
                    <a:pt x="116789" y="37237"/>
                    <a:pt x="106740" y="28402"/>
                  </a:cubicBezTo>
                  <a:cubicBezTo>
                    <a:pt x="100537" y="22961"/>
                    <a:pt x="94131" y="17342"/>
                    <a:pt x="86499" y="12817"/>
                  </a:cubicBezTo>
                  <a:cubicBezTo>
                    <a:pt x="73295" y="4995"/>
                    <a:pt x="55841" y="89"/>
                    <a:pt x="40958" y="6"/>
                  </a:cubicBezTo>
                  <a:cubicBezTo>
                    <a:pt x="40396" y="3"/>
                    <a:pt x="39839" y="1"/>
                    <a:pt x="392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8"/>
            <p:cNvSpPr/>
            <p:nvPr/>
          </p:nvSpPr>
          <p:spPr>
            <a:xfrm>
              <a:off x="649475" y="2235200"/>
              <a:ext cx="6624950" cy="1345700"/>
            </a:xfrm>
            <a:custGeom>
              <a:rect b="b" l="l" r="r" t="t"/>
              <a:pathLst>
                <a:path extrusionOk="0" h="53828" w="264998">
                  <a:moveTo>
                    <a:pt x="35160" y="0"/>
                  </a:moveTo>
                  <a:cubicBezTo>
                    <a:pt x="17419" y="0"/>
                    <a:pt x="5602" y="2101"/>
                    <a:pt x="0" y="6240"/>
                  </a:cubicBezTo>
                  <a:lnTo>
                    <a:pt x="215" y="6538"/>
                  </a:lnTo>
                  <a:cubicBezTo>
                    <a:pt x="4112" y="3654"/>
                    <a:pt x="13403" y="362"/>
                    <a:pt x="35411" y="362"/>
                  </a:cubicBezTo>
                  <a:cubicBezTo>
                    <a:pt x="37206" y="362"/>
                    <a:pt x="39085" y="384"/>
                    <a:pt x="41053" y="430"/>
                  </a:cubicBezTo>
                  <a:cubicBezTo>
                    <a:pt x="55876" y="787"/>
                    <a:pt x="73176" y="5978"/>
                    <a:pt x="86202" y="13979"/>
                  </a:cubicBezTo>
                  <a:cubicBezTo>
                    <a:pt x="93726" y="18623"/>
                    <a:pt x="100025" y="24350"/>
                    <a:pt x="106109" y="29886"/>
                  </a:cubicBezTo>
                  <a:cubicBezTo>
                    <a:pt x="116039" y="38911"/>
                    <a:pt x="125421" y="47436"/>
                    <a:pt x="139601" y="51567"/>
                  </a:cubicBezTo>
                  <a:cubicBezTo>
                    <a:pt x="145004" y="53139"/>
                    <a:pt x="150116" y="53827"/>
                    <a:pt x="155015" y="53827"/>
                  </a:cubicBezTo>
                  <a:cubicBezTo>
                    <a:pt x="171610" y="53827"/>
                    <a:pt x="185768" y="45925"/>
                    <a:pt x="200549" y="37661"/>
                  </a:cubicBezTo>
                  <a:cubicBezTo>
                    <a:pt x="203752" y="35875"/>
                    <a:pt x="207062" y="34030"/>
                    <a:pt x="210420" y="32244"/>
                  </a:cubicBezTo>
                  <a:cubicBezTo>
                    <a:pt x="217020" y="28737"/>
                    <a:pt x="226700" y="24823"/>
                    <a:pt x="236995" y="24823"/>
                  </a:cubicBezTo>
                  <a:cubicBezTo>
                    <a:pt x="246347" y="24823"/>
                    <a:pt x="256206" y="28053"/>
                    <a:pt x="264724" y="37756"/>
                  </a:cubicBezTo>
                  <a:lnTo>
                    <a:pt x="264998" y="37518"/>
                  </a:lnTo>
                  <a:cubicBezTo>
                    <a:pt x="257890" y="29422"/>
                    <a:pt x="249103" y="25052"/>
                    <a:pt x="238887" y="24552"/>
                  </a:cubicBezTo>
                  <a:cubicBezTo>
                    <a:pt x="238234" y="24520"/>
                    <a:pt x="237575" y="24503"/>
                    <a:pt x="236910" y="24503"/>
                  </a:cubicBezTo>
                  <a:cubicBezTo>
                    <a:pt x="228589" y="24503"/>
                    <a:pt x="219426" y="27049"/>
                    <a:pt x="210253" y="31922"/>
                  </a:cubicBezTo>
                  <a:cubicBezTo>
                    <a:pt x="206883" y="33708"/>
                    <a:pt x="203574" y="35565"/>
                    <a:pt x="200371" y="37351"/>
                  </a:cubicBezTo>
                  <a:cubicBezTo>
                    <a:pt x="185637" y="45583"/>
                    <a:pt x="171528" y="53466"/>
                    <a:pt x="155004" y="53466"/>
                  </a:cubicBezTo>
                  <a:cubicBezTo>
                    <a:pt x="150137" y="53466"/>
                    <a:pt x="145060" y="52782"/>
                    <a:pt x="139696" y="51222"/>
                  </a:cubicBezTo>
                  <a:cubicBezTo>
                    <a:pt x="125599" y="47114"/>
                    <a:pt x="116253" y="38613"/>
                    <a:pt x="106359" y="29612"/>
                  </a:cubicBezTo>
                  <a:cubicBezTo>
                    <a:pt x="100251" y="24064"/>
                    <a:pt x="93941" y="18325"/>
                    <a:pt x="86392" y="13682"/>
                  </a:cubicBezTo>
                  <a:cubicBezTo>
                    <a:pt x="73331" y="5633"/>
                    <a:pt x="55960" y="418"/>
                    <a:pt x="41077" y="73"/>
                  </a:cubicBezTo>
                  <a:cubicBezTo>
                    <a:pt x="39037" y="25"/>
                    <a:pt x="37064" y="0"/>
                    <a:pt x="35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8"/>
            <p:cNvSpPr/>
            <p:nvPr/>
          </p:nvSpPr>
          <p:spPr>
            <a:xfrm>
              <a:off x="664050" y="2134250"/>
              <a:ext cx="6610375" cy="1399125"/>
            </a:xfrm>
            <a:custGeom>
              <a:rect b="b" l="l" r="r" t="t"/>
              <a:pathLst>
                <a:path extrusionOk="0" h="55965" w="264415">
                  <a:moveTo>
                    <a:pt x="31658" y="1"/>
                  </a:moveTo>
                  <a:cubicBezTo>
                    <a:pt x="15910" y="1"/>
                    <a:pt x="5285" y="1898"/>
                    <a:pt x="1" y="5671"/>
                  </a:cubicBezTo>
                  <a:lnTo>
                    <a:pt x="215" y="5968"/>
                  </a:lnTo>
                  <a:cubicBezTo>
                    <a:pt x="3941" y="3311"/>
                    <a:pt x="12454" y="374"/>
                    <a:pt x="31865" y="374"/>
                  </a:cubicBezTo>
                  <a:cubicBezTo>
                    <a:pt x="34721" y="374"/>
                    <a:pt x="37813" y="437"/>
                    <a:pt x="41161" y="575"/>
                  </a:cubicBezTo>
                  <a:cubicBezTo>
                    <a:pt x="55972" y="1182"/>
                    <a:pt x="73177" y="6671"/>
                    <a:pt x="86047" y="14910"/>
                  </a:cubicBezTo>
                  <a:cubicBezTo>
                    <a:pt x="93489" y="19684"/>
                    <a:pt x="99692" y="25518"/>
                    <a:pt x="105681" y="31162"/>
                  </a:cubicBezTo>
                  <a:cubicBezTo>
                    <a:pt x="115456" y="40365"/>
                    <a:pt x="124683" y="49045"/>
                    <a:pt x="138792" y="53427"/>
                  </a:cubicBezTo>
                  <a:cubicBezTo>
                    <a:pt x="144499" y="55196"/>
                    <a:pt x="149895" y="55964"/>
                    <a:pt x="155070" y="55964"/>
                  </a:cubicBezTo>
                  <a:cubicBezTo>
                    <a:pt x="171272" y="55964"/>
                    <a:pt x="185312" y="48439"/>
                    <a:pt x="199966" y="40580"/>
                  </a:cubicBezTo>
                  <a:cubicBezTo>
                    <a:pt x="203205" y="38853"/>
                    <a:pt x="206539" y="37056"/>
                    <a:pt x="209932" y="35329"/>
                  </a:cubicBezTo>
                  <a:cubicBezTo>
                    <a:pt x="216438" y="32021"/>
                    <a:pt x="225885" y="28376"/>
                    <a:pt x="235908" y="28376"/>
                  </a:cubicBezTo>
                  <a:cubicBezTo>
                    <a:pt x="245474" y="28376"/>
                    <a:pt x="255565" y="31695"/>
                    <a:pt x="264129" y="41794"/>
                  </a:cubicBezTo>
                  <a:lnTo>
                    <a:pt x="264415" y="41568"/>
                  </a:lnTo>
                  <a:cubicBezTo>
                    <a:pt x="257438" y="33341"/>
                    <a:pt x="248734" y="28828"/>
                    <a:pt x="238519" y="28138"/>
                  </a:cubicBezTo>
                  <a:cubicBezTo>
                    <a:pt x="237634" y="28078"/>
                    <a:pt x="236737" y="28048"/>
                    <a:pt x="235830" y="28048"/>
                  </a:cubicBezTo>
                  <a:cubicBezTo>
                    <a:pt x="227710" y="28048"/>
                    <a:pt x="218762" y="30434"/>
                    <a:pt x="209765" y="35008"/>
                  </a:cubicBezTo>
                  <a:cubicBezTo>
                    <a:pt x="206372" y="36734"/>
                    <a:pt x="203026" y="38532"/>
                    <a:pt x="199800" y="40258"/>
                  </a:cubicBezTo>
                  <a:cubicBezTo>
                    <a:pt x="185191" y="48086"/>
                    <a:pt x="171191" y="55586"/>
                    <a:pt x="155054" y="55586"/>
                  </a:cubicBezTo>
                  <a:cubicBezTo>
                    <a:pt x="149912" y="55586"/>
                    <a:pt x="144552" y="54824"/>
                    <a:pt x="138887" y="53069"/>
                  </a:cubicBezTo>
                  <a:cubicBezTo>
                    <a:pt x="124862" y="48724"/>
                    <a:pt x="115658" y="40068"/>
                    <a:pt x="105931" y="30900"/>
                  </a:cubicBezTo>
                  <a:cubicBezTo>
                    <a:pt x="99918" y="25245"/>
                    <a:pt x="93715" y="19387"/>
                    <a:pt x="86238" y="14612"/>
                  </a:cubicBezTo>
                  <a:cubicBezTo>
                    <a:pt x="73320" y="6337"/>
                    <a:pt x="56055" y="813"/>
                    <a:pt x="41173" y="206"/>
                  </a:cubicBezTo>
                  <a:cubicBezTo>
                    <a:pt x="37818" y="69"/>
                    <a:pt x="34646" y="1"/>
                    <a:pt x="316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00" name="Google Shape;200;p8"/>
          <p:cNvPicPr preferRelativeResize="0"/>
          <p:nvPr/>
        </p:nvPicPr>
        <p:blipFill rotWithShape="1">
          <a:blip r:embed="rId3">
            <a:alphaModFix/>
          </a:blip>
          <a:srcRect b="6398" l="6912" r="43289" t="9856"/>
          <a:stretch/>
        </p:blipFill>
        <p:spPr>
          <a:xfrm>
            <a:off x="631549" y="420225"/>
            <a:ext cx="1156275" cy="109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8"/>
          <p:cNvPicPr preferRelativeResize="0"/>
          <p:nvPr/>
        </p:nvPicPr>
        <p:blipFill rotWithShape="1">
          <a:blip r:embed="rId4">
            <a:alphaModFix/>
          </a:blip>
          <a:srcRect b="700" l="0" r="0" t="700"/>
          <a:stretch/>
        </p:blipFill>
        <p:spPr>
          <a:xfrm>
            <a:off x="382587" y="4502225"/>
            <a:ext cx="433501" cy="410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8"/>
          <p:cNvPicPr preferRelativeResize="0"/>
          <p:nvPr/>
        </p:nvPicPr>
        <p:blipFill rotWithShape="1">
          <a:blip r:embed="rId4">
            <a:alphaModFix/>
          </a:blip>
          <a:srcRect b="700" l="0" r="0" t="700"/>
          <a:stretch/>
        </p:blipFill>
        <p:spPr>
          <a:xfrm>
            <a:off x="6970012" y="209475"/>
            <a:ext cx="433501" cy="41009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8"/>
          <p:cNvSpPr txBox="1"/>
          <p:nvPr>
            <p:ph type="title"/>
          </p:nvPr>
        </p:nvSpPr>
        <p:spPr>
          <a:xfrm>
            <a:off x="1720200" y="1606600"/>
            <a:ext cx="57036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9"/>
          <p:cNvSpPr txBox="1"/>
          <p:nvPr>
            <p:ph type="title"/>
          </p:nvPr>
        </p:nvSpPr>
        <p:spPr>
          <a:xfrm>
            <a:off x="952400" y="1683575"/>
            <a:ext cx="3372900" cy="75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200"/>
              <a:buNone/>
              <a:defRPr sz="34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07" name="Google Shape;207;p9"/>
          <p:cNvSpPr txBox="1"/>
          <p:nvPr>
            <p:ph idx="1" type="body"/>
          </p:nvPr>
        </p:nvSpPr>
        <p:spPr>
          <a:xfrm>
            <a:off x="952400" y="2446075"/>
            <a:ext cx="3372900" cy="14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id="208" name="Google Shape;208;p9"/>
          <p:cNvPicPr preferRelativeResize="0"/>
          <p:nvPr/>
        </p:nvPicPr>
        <p:blipFill rotWithShape="1">
          <a:blip r:embed="rId3">
            <a:alphaModFix/>
          </a:blip>
          <a:srcRect b="709" l="0" r="0" t="699"/>
          <a:stretch/>
        </p:blipFill>
        <p:spPr>
          <a:xfrm flipH="1">
            <a:off x="2177451" y="4281450"/>
            <a:ext cx="697999" cy="66029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9" name="Google Shape;209;p9"/>
          <p:cNvGrpSpPr/>
          <p:nvPr/>
        </p:nvGrpSpPr>
        <p:grpSpPr>
          <a:xfrm rot="5400431">
            <a:off x="-2448018" y="1739326"/>
            <a:ext cx="5321756" cy="1664552"/>
            <a:chOff x="603050" y="2134250"/>
            <a:chExt cx="6671375" cy="1887675"/>
          </a:xfrm>
        </p:grpSpPr>
        <p:sp>
          <p:nvSpPr>
            <p:cNvPr id="210" name="Google Shape;210;p9"/>
            <p:cNvSpPr/>
            <p:nvPr/>
          </p:nvSpPr>
          <p:spPr>
            <a:xfrm>
              <a:off x="608100" y="2949275"/>
              <a:ext cx="6665750" cy="1072650"/>
            </a:xfrm>
            <a:custGeom>
              <a:rect b="b" l="l" r="r" t="t"/>
              <a:pathLst>
                <a:path extrusionOk="0" h="42906" w="266630">
                  <a:moveTo>
                    <a:pt x="242926" y="0"/>
                  </a:moveTo>
                  <a:cubicBezTo>
                    <a:pt x="241564" y="0"/>
                    <a:pt x="240185" y="76"/>
                    <a:pt x="238792" y="228"/>
                  </a:cubicBezTo>
                  <a:cubicBezTo>
                    <a:pt x="230005" y="1168"/>
                    <a:pt x="220635" y="5240"/>
                    <a:pt x="211670" y="11979"/>
                  </a:cubicBezTo>
                  <a:cubicBezTo>
                    <a:pt x="208634" y="14265"/>
                    <a:pt x="205645" y="16611"/>
                    <a:pt x="202764" y="18885"/>
                  </a:cubicBezTo>
                  <a:cubicBezTo>
                    <a:pt x="187340" y="31016"/>
                    <a:pt x="172685" y="42543"/>
                    <a:pt x="152232" y="42543"/>
                  </a:cubicBezTo>
                  <a:cubicBezTo>
                    <a:pt x="149902" y="42543"/>
                    <a:pt x="147497" y="42394"/>
                    <a:pt x="145007" y="42078"/>
                  </a:cubicBezTo>
                  <a:cubicBezTo>
                    <a:pt x="130433" y="40233"/>
                    <a:pt x="119873" y="33291"/>
                    <a:pt x="108693" y="25957"/>
                  </a:cubicBezTo>
                  <a:cubicBezTo>
                    <a:pt x="101799" y="21433"/>
                    <a:pt x="94667" y="16754"/>
                    <a:pt x="86476" y="13337"/>
                  </a:cubicBezTo>
                  <a:cubicBezTo>
                    <a:pt x="75578" y="8791"/>
                    <a:pt x="62424" y="6298"/>
                    <a:pt x="50215" y="6298"/>
                  </a:cubicBezTo>
                  <a:cubicBezTo>
                    <a:pt x="46564" y="6298"/>
                    <a:pt x="42997" y="6521"/>
                    <a:pt x="39601" y="6979"/>
                  </a:cubicBezTo>
                  <a:cubicBezTo>
                    <a:pt x="18729" y="9788"/>
                    <a:pt x="5418" y="14003"/>
                    <a:pt x="0" y="19504"/>
                  </a:cubicBezTo>
                  <a:lnTo>
                    <a:pt x="262" y="19766"/>
                  </a:lnTo>
                  <a:cubicBezTo>
                    <a:pt x="3941" y="16015"/>
                    <a:pt x="13764" y="10824"/>
                    <a:pt x="39648" y="7348"/>
                  </a:cubicBezTo>
                  <a:cubicBezTo>
                    <a:pt x="43028" y="6893"/>
                    <a:pt x="46578" y="6672"/>
                    <a:pt x="50211" y="6672"/>
                  </a:cubicBezTo>
                  <a:cubicBezTo>
                    <a:pt x="62374" y="6672"/>
                    <a:pt x="75481" y="9153"/>
                    <a:pt x="86345" y="13682"/>
                  </a:cubicBezTo>
                  <a:cubicBezTo>
                    <a:pt x="94500" y="17075"/>
                    <a:pt x="101620" y="21742"/>
                    <a:pt x="108502" y="26255"/>
                  </a:cubicBezTo>
                  <a:cubicBezTo>
                    <a:pt x="119718" y="33625"/>
                    <a:pt x="130314" y="40578"/>
                    <a:pt x="144959" y="42435"/>
                  </a:cubicBezTo>
                  <a:cubicBezTo>
                    <a:pt x="147474" y="42754"/>
                    <a:pt x="149902" y="42906"/>
                    <a:pt x="152253" y="42906"/>
                  </a:cubicBezTo>
                  <a:cubicBezTo>
                    <a:pt x="172815" y="42906"/>
                    <a:pt x="187519" y="31340"/>
                    <a:pt x="202990" y="19171"/>
                  </a:cubicBezTo>
                  <a:cubicBezTo>
                    <a:pt x="205871" y="16908"/>
                    <a:pt x="208860" y="14563"/>
                    <a:pt x="211896" y="12277"/>
                  </a:cubicBezTo>
                  <a:cubicBezTo>
                    <a:pt x="219006" y="6920"/>
                    <a:pt x="230335" y="312"/>
                    <a:pt x="242921" y="312"/>
                  </a:cubicBezTo>
                  <a:cubicBezTo>
                    <a:pt x="250504" y="312"/>
                    <a:pt x="258543" y="2711"/>
                    <a:pt x="266391" y="9229"/>
                  </a:cubicBezTo>
                  <a:lnTo>
                    <a:pt x="266629" y="8943"/>
                  </a:lnTo>
                  <a:cubicBezTo>
                    <a:pt x="259467" y="3004"/>
                    <a:pt x="251508" y="0"/>
                    <a:pt x="2429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9"/>
            <p:cNvSpPr/>
            <p:nvPr/>
          </p:nvSpPr>
          <p:spPr>
            <a:xfrm>
              <a:off x="604525" y="2938825"/>
              <a:ext cx="6669025" cy="1033425"/>
            </a:xfrm>
            <a:custGeom>
              <a:rect b="b" l="l" r="r" t="t"/>
              <a:pathLst>
                <a:path extrusionOk="0" h="41337" w="266761">
                  <a:moveTo>
                    <a:pt x="242560" y="0"/>
                  </a:moveTo>
                  <a:cubicBezTo>
                    <a:pt x="241419" y="0"/>
                    <a:pt x="240266" y="53"/>
                    <a:pt x="239102" y="158"/>
                  </a:cubicBezTo>
                  <a:cubicBezTo>
                    <a:pt x="230303" y="955"/>
                    <a:pt x="220850" y="4861"/>
                    <a:pt x="211765" y="11445"/>
                  </a:cubicBezTo>
                  <a:cubicBezTo>
                    <a:pt x="208693" y="13683"/>
                    <a:pt x="205669" y="15969"/>
                    <a:pt x="202752" y="18184"/>
                  </a:cubicBezTo>
                  <a:cubicBezTo>
                    <a:pt x="187359" y="29863"/>
                    <a:pt x="172728" y="40966"/>
                    <a:pt x="152762" y="40966"/>
                  </a:cubicBezTo>
                  <a:cubicBezTo>
                    <a:pt x="150135" y="40966"/>
                    <a:pt x="147416" y="40773"/>
                    <a:pt x="144590" y="40365"/>
                  </a:cubicBezTo>
                  <a:cubicBezTo>
                    <a:pt x="130064" y="38269"/>
                    <a:pt x="119623" y="31150"/>
                    <a:pt x="108574" y="23613"/>
                  </a:cubicBezTo>
                  <a:cubicBezTo>
                    <a:pt x="101751" y="18969"/>
                    <a:pt x="94703" y="14171"/>
                    <a:pt x="86571" y="10611"/>
                  </a:cubicBezTo>
                  <a:cubicBezTo>
                    <a:pt x="75309" y="5677"/>
                    <a:pt x="61560" y="2931"/>
                    <a:pt x="48931" y="2931"/>
                  </a:cubicBezTo>
                  <a:cubicBezTo>
                    <a:pt x="45806" y="2931"/>
                    <a:pt x="42749" y="3099"/>
                    <a:pt x="39815" y="3444"/>
                  </a:cubicBezTo>
                  <a:cubicBezTo>
                    <a:pt x="18908" y="5885"/>
                    <a:pt x="5513" y="9861"/>
                    <a:pt x="1" y="15279"/>
                  </a:cubicBezTo>
                  <a:lnTo>
                    <a:pt x="251" y="15529"/>
                  </a:lnTo>
                  <a:cubicBezTo>
                    <a:pt x="4001" y="11850"/>
                    <a:pt x="13919" y="6825"/>
                    <a:pt x="39851" y="3801"/>
                  </a:cubicBezTo>
                  <a:cubicBezTo>
                    <a:pt x="42768" y="3459"/>
                    <a:pt x="45807" y="3292"/>
                    <a:pt x="48914" y="3292"/>
                  </a:cubicBezTo>
                  <a:cubicBezTo>
                    <a:pt x="61497" y="3292"/>
                    <a:pt x="75199" y="6027"/>
                    <a:pt x="86428" y="10945"/>
                  </a:cubicBezTo>
                  <a:cubicBezTo>
                    <a:pt x="94524" y="14493"/>
                    <a:pt x="101561" y="19279"/>
                    <a:pt x="108359" y="23922"/>
                  </a:cubicBezTo>
                  <a:cubicBezTo>
                    <a:pt x="119456" y="31471"/>
                    <a:pt x="129922" y="38615"/>
                    <a:pt x="144542" y="40734"/>
                  </a:cubicBezTo>
                  <a:cubicBezTo>
                    <a:pt x="147384" y="41144"/>
                    <a:pt x="150118" y="41337"/>
                    <a:pt x="152759" y="41337"/>
                  </a:cubicBezTo>
                  <a:cubicBezTo>
                    <a:pt x="172836" y="41337"/>
                    <a:pt x="187520" y="30193"/>
                    <a:pt x="202966" y="18481"/>
                  </a:cubicBezTo>
                  <a:cubicBezTo>
                    <a:pt x="205883" y="16267"/>
                    <a:pt x="208908" y="13969"/>
                    <a:pt x="211979" y="11742"/>
                  </a:cubicBezTo>
                  <a:cubicBezTo>
                    <a:pt x="219066" y="6599"/>
                    <a:pt x="230260" y="308"/>
                    <a:pt x="242600" y="308"/>
                  </a:cubicBezTo>
                  <a:cubicBezTo>
                    <a:pt x="250370" y="308"/>
                    <a:pt x="258594" y="2802"/>
                    <a:pt x="266534" y="9647"/>
                  </a:cubicBezTo>
                  <a:lnTo>
                    <a:pt x="266760" y="9373"/>
                  </a:lnTo>
                  <a:cubicBezTo>
                    <a:pt x="259527" y="3141"/>
                    <a:pt x="251396" y="0"/>
                    <a:pt x="242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9"/>
            <p:cNvSpPr/>
            <p:nvPr/>
          </p:nvSpPr>
          <p:spPr>
            <a:xfrm>
              <a:off x="603050" y="2916775"/>
              <a:ext cx="6670800" cy="1005800"/>
            </a:xfrm>
            <a:custGeom>
              <a:rect b="b" l="l" r="r" t="t"/>
              <a:pathLst>
                <a:path extrusionOk="0" h="40232" w="266832">
                  <a:moveTo>
                    <a:pt x="47581" y="0"/>
                  </a:moveTo>
                  <a:cubicBezTo>
                    <a:pt x="44993" y="0"/>
                    <a:pt x="42457" y="119"/>
                    <a:pt x="40005" y="361"/>
                  </a:cubicBezTo>
                  <a:cubicBezTo>
                    <a:pt x="19062" y="2445"/>
                    <a:pt x="5608" y="6183"/>
                    <a:pt x="0" y="11505"/>
                  </a:cubicBezTo>
                  <a:lnTo>
                    <a:pt x="250" y="11767"/>
                  </a:lnTo>
                  <a:cubicBezTo>
                    <a:pt x="4060" y="8148"/>
                    <a:pt x="14061" y="3302"/>
                    <a:pt x="40041" y="730"/>
                  </a:cubicBezTo>
                  <a:cubicBezTo>
                    <a:pt x="42490" y="487"/>
                    <a:pt x="45023" y="368"/>
                    <a:pt x="47608" y="368"/>
                  </a:cubicBezTo>
                  <a:cubicBezTo>
                    <a:pt x="60603" y="368"/>
                    <a:pt x="74908" y="3370"/>
                    <a:pt x="86487" y="8683"/>
                  </a:cubicBezTo>
                  <a:cubicBezTo>
                    <a:pt x="94524" y="12362"/>
                    <a:pt x="101477" y="17292"/>
                    <a:pt x="108192" y="22042"/>
                  </a:cubicBezTo>
                  <a:cubicBezTo>
                    <a:pt x="119146" y="29793"/>
                    <a:pt x="129504" y="37116"/>
                    <a:pt x="144078" y="39473"/>
                  </a:cubicBezTo>
                  <a:cubicBezTo>
                    <a:pt x="147258" y="39990"/>
                    <a:pt x="150307" y="40232"/>
                    <a:pt x="153246" y="40232"/>
                  </a:cubicBezTo>
                  <a:cubicBezTo>
                    <a:pt x="172829" y="40232"/>
                    <a:pt x="187478" y="29509"/>
                    <a:pt x="202883" y="18256"/>
                  </a:cubicBezTo>
                  <a:cubicBezTo>
                    <a:pt x="205835" y="16089"/>
                    <a:pt x="208895" y="13851"/>
                    <a:pt x="212015" y="11672"/>
                  </a:cubicBezTo>
                  <a:cubicBezTo>
                    <a:pt x="219065" y="6740"/>
                    <a:pt x="230090" y="772"/>
                    <a:pt x="242173" y="772"/>
                  </a:cubicBezTo>
                  <a:cubicBezTo>
                    <a:pt x="250128" y="772"/>
                    <a:pt x="258541" y="3359"/>
                    <a:pt x="266581" y="10529"/>
                  </a:cubicBezTo>
                  <a:lnTo>
                    <a:pt x="266831" y="10255"/>
                  </a:lnTo>
                  <a:cubicBezTo>
                    <a:pt x="259528" y="3740"/>
                    <a:pt x="251234" y="461"/>
                    <a:pt x="242138" y="461"/>
                  </a:cubicBezTo>
                  <a:cubicBezTo>
                    <a:pt x="241209" y="461"/>
                    <a:pt x="240272" y="495"/>
                    <a:pt x="239328" y="563"/>
                  </a:cubicBezTo>
                  <a:cubicBezTo>
                    <a:pt x="230517" y="1206"/>
                    <a:pt x="220992" y="4945"/>
                    <a:pt x="211800" y="11374"/>
                  </a:cubicBezTo>
                  <a:cubicBezTo>
                    <a:pt x="208681" y="13553"/>
                    <a:pt x="205621" y="15791"/>
                    <a:pt x="202668" y="17958"/>
                  </a:cubicBezTo>
                  <a:cubicBezTo>
                    <a:pt x="187317" y="29187"/>
                    <a:pt x="172706" y="39865"/>
                    <a:pt x="153219" y="39865"/>
                  </a:cubicBezTo>
                  <a:cubicBezTo>
                    <a:pt x="150307" y="39865"/>
                    <a:pt x="147286" y="39627"/>
                    <a:pt x="144137" y="39116"/>
                  </a:cubicBezTo>
                  <a:cubicBezTo>
                    <a:pt x="129635" y="36770"/>
                    <a:pt x="119325" y="29472"/>
                    <a:pt x="108406" y="21745"/>
                  </a:cubicBezTo>
                  <a:cubicBezTo>
                    <a:pt x="101679" y="16982"/>
                    <a:pt x="94702" y="12053"/>
                    <a:pt x="86642" y="8350"/>
                  </a:cubicBezTo>
                  <a:cubicBezTo>
                    <a:pt x="75006" y="3014"/>
                    <a:pt x="60634" y="0"/>
                    <a:pt x="475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9"/>
            <p:cNvSpPr/>
            <p:nvPr/>
          </p:nvSpPr>
          <p:spPr>
            <a:xfrm>
              <a:off x="603625" y="2820875"/>
              <a:ext cx="6670225" cy="1052250"/>
            </a:xfrm>
            <a:custGeom>
              <a:rect b="b" l="l" r="r" t="t"/>
              <a:pathLst>
                <a:path extrusionOk="0" h="42090" w="266809">
                  <a:moveTo>
                    <a:pt x="46344" y="0"/>
                  </a:moveTo>
                  <a:cubicBezTo>
                    <a:pt x="44253" y="0"/>
                    <a:pt x="42198" y="80"/>
                    <a:pt x="40196" y="244"/>
                  </a:cubicBezTo>
                  <a:cubicBezTo>
                    <a:pt x="19218" y="1959"/>
                    <a:pt x="5692" y="5471"/>
                    <a:pt x="1" y="10686"/>
                  </a:cubicBezTo>
                  <a:lnTo>
                    <a:pt x="239" y="10948"/>
                  </a:lnTo>
                  <a:cubicBezTo>
                    <a:pt x="4120" y="7400"/>
                    <a:pt x="14193" y="2721"/>
                    <a:pt x="40220" y="601"/>
                  </a:cubicBezTo>
                  <a:cubicBezTo>
                    <a:pt x="42208" y="440"/>
                    <a:pt x="44249" y="360"/>
                    <a:pt x="46327" y="360"/>
                  </a:cubicBezTo>
                  <a:cubicBezTo>
                    <a:pt x="59706" y="360"/>
                    <a:pt x="74600" y="3646"/>
                    <a:pt x="86524" y="9376"/>
                  </a:cubicBezTo>
                  <a:cubicBezTo>
                    <a:pt x="94501" y="13198"/>
                    <a:pt x="101359" y="18234"/>
                    <a:pt x="107991" y="23104"/>
                  </a:cubicBezTo>
                  <a:cubicBezTo>
                    <a:pt x="118813" y="31046"/>
                    <a:pt x="129029" y="38546"/>
                    <a:pt x="143566" y="41166"/>
                  </a:cubicBezTo>
                  <a:cubicBezTo>
                    <a:pt x="147069" y="41797"/>
                    <a:pt x="150419" y="42090"/>
                    <a:pt x="153641" y="42090"/>
                  </a:cubicBezTo>
                  <a:cubicBezTo>
                    <a:pt x="172769" y="42090"/>
                    <a:pt x="187383" y="31783"/>
                    <a:pt x="202729" y="20961"/>
                  </a:cubicBezTo>
                  <a:cubicBezTo>
                    <a:pt x="205729" y="18854"/>
                    <a:pt x="208825" y="16663"/>
                    <a:pt x="211980" y="14543"/>
                  </a:cubicBezTo>
                  <a:cubicBezTo>
                    <a:pt x="218983" y="9825"/>
                    <a:pt x="229850" y="4171"/>
                    <a:pt x="241687" y="4171"/>
                  </a:cubicBezTo>
                  <a:cubicBezTo>
                    <a:pt x="249833" y="4171"/>
                    <a:pt x="258438" y="6849"/>
                    <a:pt x="266558" y="14353"/>
                  </a:cubicBezTo>
                  <a:lnTo>
                    <a:pt x="266808" y="14091"/>
                  </a:lnTo>
                  <a:cubicBezTo>
                    <a:pt x="259457" y="7303"/>
                    <a:pt x="251007" y="3862"/>
                    <a:pt x="241659" y="3862"/>
                  </a:cubicBezTo>
                  <a:cubicBezTo>
                    <a:pt x="240939" y="3862"/>
                    <a:pt x="240214" y="3882"/>
                    <a:pt x="239483" y="3923"/>
                  </a:cubicBezTo>
                  <a:cubicBezTo>
                    <a:pt x="230661" y="4411"/>
                    <a:pt x="221076" y="7971"/>
                    <a:pt x="211777" y="14246"/>
                  </a:cubicBezTo>
                  <a:cubicBezTo>
                    <a:pt x="208622" y="16365"/>
                    <a:pt x="205515" y="18556"/>
                    <a:pt x="202526" y="20663"/>
                  </a:cubicBezTo>
                  <a:cubicBezTo>
                    <a:pt x="187233" y="31450"/>
                    <a:pt x="172655" y="41722"/>
                    <a:pt x="153612" y="41722"/>
                  </a:cubicBezTo>
                  <a:cubicBezTo>
                    <a:pt x="150417" y="41722"/>
                    <a:pt x="147097" y="41433"/>
                    <a:pt x="143626" y="40809"/>
                  </a:cubicBezTo>
                  <a:cubicBezTo>
                    <a:pt x="129172" y="38201"/>
                    <a:pt x="118992" y="30724"/>
                    <a:pt x="108205" y="22806"/>
                  </a:cubicBezTo>
                  <a:cubicBezTo>
                    <a:pt x="101561" y="17925"/>
                    <a:pt x="94679" y="12877"/>
                    <a:pt x="86678" y="9043"/>
                  </a:cubicBezTo>
                  <a:cubicBezTo>
                    <a:pt x="74718" y="3305"/>
                    <a:pt x="59772" y="0"/>
                    <a:pt x="463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9"/>
            <p:cNvSpPr/>
            <p:nvPr/>
          </p:nvSpPr>
          <p:spPr>
            <a:xfrm>
              <a:off x="606025" y="2724425"/>
              <a:ext cx="6667825" cy="1099375"/>
            </a:xfrm>
            <a:custGeom>
              <a:rect b="b" l="l" r="r" t="t"/>
              <a:pathLst>
                <a:path extrusionOk="0" h="43975" w="266713">
                  <a:moveTo>
                    <a:pt x="45120" y="1"/>
                  </a:moveTo>
                  <a:cubicBezTo>
                    <a:pt x="43512" y="1"/>
                    <a:pt x="41927" y="50"/>
                    <a:pt x="40374" y="149"/>
                  </a:cubicBezTo>
                  <a:cubicBezTo>
                    <a:pt x="19372" y="1495"/>
                    <a:pt x="5787" y="4769"/>
                    <a:pt x="0" y="9889"/>
                  </a:cubicBezTo>
                  <a:lnTo>
                    <a:pt x="250" y="10150"/>
                  </a:lnTo>
                  <a:cubicBezTo>
                    <a:pt x="4191" y="6674"/>
                    <a:pt x="14335" y="2185"/>
                    <a:pt x="40410" y="518"/>
                  </a:cubicBezTo>
                  <a:cubicBezTo>
                    <a:pt x="41956" y="419"/>
                    <a:pt x="43534" y="370"/>
                    <a:pt x="45136" y="370"/>
                  </a:cubicBezTo>
                  <a:cubicBezTo>
                    <a:pt x="58853" y="370"/>
                    <a:pt x="74318" y="3961"/>
                    <a:pt x="86547" y="10091"/>
                  </a:cubicBezTo>
                  <a:cubicBezTo>
                    <a:pt x="94441" y="14044"/>
                    <a:pt x="101227" y="19211"/>
                    <a:pt x="107776" y="24188"/>
                  </a:cubicBezTo>
                  <a:cubicBezTo>
                    <a:pt x="118432" y="32332"/>
                    <a:pt x="128528" y="39999"/>
                    <a:pt x="143018" y="42869"/>
                  </a:cubicBezTo>
                  <a:cubicBezTo>
                    <a:pt x="146843" y="43627"/>
                    <a:pt x="150492" y="43975"/>
                    <a:pt x="153996" y="43975"/>
                  </a:cubicBezTo>
                  <a:cubicBezTo>
                    <a:pt x="172677" y="43975"/>
                    <a:pt x="187246" y="34086"/>
                    <a:pt x="202525" y="23700"/>
                  </a:cubicBezTo>
                  <a:cubicBezTo>
                    <a:pt x="205562" y="21640"/>
                    <a:pt x="208693" y="19509"/>
                    <a:pt x="211884" y="17449"/>
                  </a:cubicBezTo>
                  <a:cubicBezTo>
                    <a:pt x="218840" y="12936"/>
                    <a:pt x="229526" y="7594"/>
                    <a:pt x="241107" y="7594"/>
                  </a:cubicBezTo>
                  <a:cubicBezTo>
                    <a:pt x="249447" y="7594"/>
                    <a:pt x="258252" y="10365"/>
                    <a:pt x="266462" y="18211"/>
                  </a:cubicBezTo>
                  <a:lnTo>
                    <a:pt x="266712" y="17949"/>
                  </a:lnTo>
                  <a:cubicBezTo>
                    <a:pt x="259310" y="10864"/>
                    <a:pt x="250693" y="7276"/>
                    <a:pt x="241074" y="7276"/>
                  </a:cubicBezTo>
                  <a:cubicBezTo>
                    <a:pt x="240574" y="7276"/>
                    <a:pt x="240071" y="7285"/>
                    <a:pt x="239566" y="7305"/>
                  </a:cubicBezTo>
                  <a:cubicBezTo>
                    <a:pt x="230731" y="7638"/>
                    <a:pt x="221099" y="11043"/>
                    <a:pt x="211681" y="17139"/>
                  </a:cubicBezTo>
                  <a:cubicBezTo>
                    <a:pt x="208490" y="19211"/>
                    <a:pt x="205359" y="21342"/>
                    <a:pt x="202323" y="23402"/>
                  </a:cubicBezTo>
                  <a:cubicBezTo>
                    <a:pt x="187090" y="33751"/>
                    <a:pt x="172575" y="43610"/>
                    <a:pt x="153990" y="43610"/>
                  </a:cubicBezTo>
                  <a:cubicBezTo>
                    <a:pt x="150510" y="43610"/>
                    <a:pt x="146887" y="43265"/>
                    <a:pt x="143089" y="42512"/>
                  </a:cubicBezTo>
                  <a:cubicBezTo>
                    <a:pt x="128683" y="39654"/>
                    <a:pt x="118622" y="31998"/>
                    <a:pt x="107990" y="23902"/>
                  </a:cubicBezTo>
                  <a:cubicBezTo>
                    <a:pt x="101418" y="18913"/>
                    <a:pt x="94631" y="13734"/>
                    <a:pt x="86701" y="9758"/>
                  </a:cubicBezTo>
                  <a:cubicBezTo>
                    <a:pt x="74419" y="3595"/>
                    <a:pt x="58900" y="1"/>
                    <a:pt x="45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9"/>
            <p:cNvSpPr/>
            <p:nvPr/>
          </p:nvSpPr>
          <p:spPr>
            <a:xfrm>
              <a:off x="610775" y="2627700"/>
              <a:ext cx="6663075" cy="1147100"/>
            </a:xfrm>
            <a:custGeom>
              <a:rect b="b" l="l" r="r" t="t"/>
              <a:pathLst>
                <a:path extrusionOk="0" h="45884" w="266523">
                  <a:moveTo>
                    <a:pt x="43919" y="0"/>
                  </a:moveTo>
                  <a:cubicBezTo>
                    <a:pt x="42779" y="0"/>
                    <a:pt x="41652" y="26"/>
                    <a:pt x="40541" y="77"/>
                  </a:cubicBezTo>
                  <a:cubicBezTo>
                    <a:pt x="19515" y="1054"/>
                    <a:pt x="5870" y="4090"/>
                    <a:pt x="1" y="9102"/>
                  </a:cubicBezTo>
                  <a:lnTo>
                    <a:pt x="239" y="9376"/>
                  </a:lnTo>
                  <a:cubicBezTo>
                    <a:pt x="4227" y="5971"/>
                    <a:pt x="14467" y="1649"/>
                    <a:pt x="40553" y="434"/>
                  </a:cubicBezTo>
                  <a:cubicBezTo>
                    <a:pt x="41663" y="383"/>
                    <a:pt x="42788" y="357"/>
                    <a:pt x="43926" y="357"/>
                  </a:cubicBezTo>
                  <a:cubicBezTo>
                    <a:pt x="57980" y="357"/>
                    <a:pt x="73989" y="4252"/>
                    <a:pt x="86523" y="10817"/>
                  </a:cubicBezTo>
                  <a:cubicBezTo>
                    <a:pt x="94346" y="14912"/>
                    <a:pt x="101037" y="20187"/>
                    <a:pt x="107502" y="25283"/>
                  </a:cubicBezTo>
                  <a:cubicBezTo>
                    <a:pt x="118039" y="33593"/>
                    <a:pt x="127981" y="41451"/>
                    <a:pt x="142411" y="44571"/>
                  </a:cubicBezTo>
                  <a:cubicBezTo>
                    <a:pt x="146566" y="45473"/>
                    <a:pt x="150520" y="45883"/>
                    <a:pt x="154313" y="45883"/>
                  </a:cubicBezTo>
                  <a:cubicBezTo>
                    <a:pt x="172548" y="45883"/>
                    <a:pt x="187052" y="36397"/>
                    <a:pt x="202240" y="26461"/>
                  </a:cubicBezTo>
                  <a:cubicBezTo>
                    <a:pt x="205312" y="24449"/>
                    <a:pt x="208491" y="22378"/>
                    <a:pt x="211706" y="20365"/>
                  </a:cubicBezTo>
                  <a:cubicBezTo>
                    <a:pt x="218611" y="16054"/>
                    <a:pt x="229117" y="11007"/>
                    <a:pt x="240446" y="11007"/>
                  </a:cubicBezTo>
                  <a:cubicBezTo>
                    <a:pt x="248983" y="11007"/>
                    <a:pt x="257988" y="13873"/>
                    <a:pt x="266272" y="22080"/>
                  </a:cubicBezTo>
                  <a:lnTo>
                    <a:pt x="266522" y="21818"/>
                  </a:lnTo>
                  <a:cubicBezTo>
                    <a:pt x="259063" y="14429"/>
                    <a:pt x="250259" y="10690"/>
                    <a:pt x="240352" y="10690"/>
                  </a:cubicBezTo>
                  <a:cubicBezTo>
                    <a:pt x="240091" y="10690"/>
                    <a:pt x="239829" y="10692"/>
                    <a:pt x="239566" y="10698"/>
                  </a:cubicBezTo>
                  <a:cubicBezTo>
                    <a:pt x="230732" y="10876"/>
                    <a:pt x="221040" y="14115"/>
                    <a:pt x="211515" y="20056"/>
                  </a:cubicBezTo>
                  <a:cubicBezTo>
                    <a:pt x="208300" y="22068"/>
                    <a:pt x="205122" y="24152"/>
                    <a:pt x="202050" y="26152"/>
                  </a:cubicBezTo>
                  <a:cubicBezTo>
                    <a:pt x="186888" y="36065"/>
                    <a:pt x="172430" y="45521"/>
                    <a:pt x="154274" y="45521"/>
                  </a:cubicBezTo>
                  <a:cubicBezTo>
                    <a:pt x="150515" y="45521"/>
                    <a:pt x="146598" y="45116"/>
                    <a:pt x="142483" y="44226"/>
                  </a:cubicBezTo>
                  <a:cubicBezTo>
                    <a:pt x="128136" y="41118"/>
                    <a:pt x="118218" y="33284"/>
                    <a:pt x="107716" y="24997"/>
                  </a:cubicBezTo>
                  <a:cubicBezTo>
                    <a:pt x="101239" y="19889"/>
                    <a:pt x="94548" y="14603"/>
                    <a:pt x="86690" y="10495"/>
                  </a:cubicBezTo>
                  <a:cubicBezTo>
                    <a:pt x="74109" y="3907"/>
                    <a:pt x="58032" y="0"/>
                    <a:pt x="439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9"/>
            <p:cNvSpPr/>
            <p:nvPr/>
          </p:nvSpPr>
          <p:spPr>
            <a:xfrm>
              <a:off x="617325" y="2530375"/>
              <a:ext cx="6656525" cy="1195600"/>
            </a:xfrm>
            <a:custGeom>
              <a:rect b="b" l="l" r="r" t="t"/>
              <a:pathLst>
                <a:path extrusionOk="0" h="47824" w="266261">
                  <a:moveTo>
                    <a:pt x="42753" y="0"/>
                  </a:moveTo>
                  <a:cubicBezTo>
                    <a:pt x="42062" y="0"/>
                    <a:pt x="41376" y="10"/>
                    <a:pt x="40696" y="29"/>
                  </a:cubicBezTo>
                  <a:cubicBezTo>
                    <a:pt x="19646" y="637"/>
                    <a:pt x="5966" y="3435"/>
                    <a:pt x="1" y="8352"/>
                  </a:cubicBezTo>
                  <a:lnTo>
                    <a:pt x="227" y="8626"/>
                  </a:lnTo>
                  <a:cubicBezTo>
                    <a:pt x="4287" y="5292"/>
                    <a:pt x="14598" y="1149"/>
                    <a:pt x="40696" y="387"/>
                  </a:cubicBezTo>
                  <a:cubicBezTo>
                    <a:pt x="41375" y="367"/>
                    <a:pt x="42061" y="357"/>
                    <a:pt x="42751" y="357"/>
                  </a:cubicBezTo>
                  <a:cubicBezTo>
                    <a:pt x="57119" y="357"/>
                    <a:pt x="73684" y="4580"/>
                    <a:pt x="86476" y="11566"/>
                  </a:cubicBezTo>
                  <a:cubicBezTo>
                    <a:pt x="94239" y="15805"/>
                    <a:pt x="100823" y="21199"/>
                    <a:pt x="107193" y="26402"/>
                  </a:cubicBezTo>
                  <a:cubicBezTo>
                    <a:pt x="117587" y="34903"/>
                    <a:pt x="127397" y="42927"/>
                    <a:pt x="141768" y="46297"/>
                  </a:cubicBezTo>
                  <a:cubicBezTo>
                    <a:pt x="146242" y="47349"/>
                    <a:pt x="150491" y="47823"/>
                    <a:pt x="154562" y="47823"/>
                  </a:cubicBezTo>
                  <a:cubicBezTo>
                    <a:pt x="172376" y="47823"/>
                    <a:pt x="186800" y="38740"/>
                    <a:pt x="201919" y="29223"/>
                  </a:cubicBezTo>
                  <a:cubicBezTo>
                    <a:pt x="205014" y="27271"/>
                    <a:pt x="208229" y="25259"/>
                    <a:pt x="211479" y="23306"/>
                  </a:cubicBezTo>
                  <a:cubicBezTo>
                    <a:pt x="218321" y="19200"/>
                    <a:pt x="228632" y="14450"/>
                    <a:pt x="239705" y="14450"/>
                  </a:cubicBezTo>
                  <a:cubicBezTo>
                    <a:pt x="248443" y="14450"/>
                    <a:pt x="257655" y="17408"/>
                    <a:pt x="266010" y="25973"/>
                  </a:cubicBezTo>
                  <a:lnTo>
                    <a:pt x="266260" y="25711"/>
                  </a:lnTo>
                  <a:cubicBezTo>
                    <a:pt x="258758" y="18019"/>
                    <a:pt x="249789" y="14126"/>
                    <a:pt x="239600" y="14126"/>
                  </a:cubicBezTo>
                  <a:cubicBezTo>
                    <a:pt x="239569" y="14126"/>
                    <a:pt x="239538" y="14126"/>
                    <a:pt x="239507" y="14126"/>
                  </a:cubicBezTo>
                  <a:cubicBezTo>
                    <a:pt x="230672" y="14150"/>
                    <a:pt x="220921" y="17222"/>
                    <a:pt x="211301" y="22996"/>
                  </a:cubicBezTo>
                  <a:cubicBezTo>
                    <a:pt x="208038" y="24949"/>
                    <a:pt x="204824" y="26973"/>
                    <a:pt x="201728" y="28926"/>
                  </a:cubicBezTo>
                  <a:cubicBezTo>
                    <a:pt x="186657" y="38411"/>
                    <a:pt x="172266" y="47461"/>
                    <a:pt x="154532" y="47461"/>
                  </a:cubicBezTo>
                  <a:cubicBezTo>
                    <a:pt x="150494" y="47461"/>
                    <a:pt x="146283" y="46992"/>
                    <a:pt x="141852" y="45952"/>
                  </a:cubicBezTo>
                  <a:cubicBezTo>
                    <a:pt x="127564" y="42594"/>
                    <a:pt x="117777" y="34593"/>
                    <a:pt x="107431" y="26128"/>
                  </a:cubicBezTo>
                  <a:cubicBezTo>
                    <a:pt x="101037" y="20901"/>
                    <a:pt x="94441" y="15507"/>
                    <a:pt x="86654" y="11245"/>
                  </a:cubicBezTo>
                  <a:cubicBezTo>
                    <a:pt x="73804" y="4235"/>
                    <a:pt x="57180" y="0"/>
                    <a:pt x="427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9"/>
            <p:cNvSpPr/>
            <p:nvPr/>
          </p:nvSpPr>
          <p:spPr>
            <a:xfrm>
              <a:off x="625950" y="2432750"/>
              <a:ext cx="6647900" cy="1244800"/>
            </a:xfrm>
            <a:custGeom>
              <a:rect b="b" l="l" r="r" t="t"/>
              <a:pathLst>
                <a:path extrusionOk="0" h="49792" w="265916">
                  <a:moveTo>
                    <a:pt x="41667" y="0"/>
                  </a:moveTo>
                  <a:cubicBezTo>
                    <a:pt x="41386" y="0"/>
                    <a:pt x="41106" y="2"/>
                    <a:pt x="40827" y="5"/>
                  </a:cubicBezTo>
                  <a:cubicBezTo>
                    <a:pt x="19777" y="243"/>
                    <a:pt x="6049" y="2803"/>
                    <a:pt x="1" y="7613"/>
                  </a:cubicBezTo>
                  <a:lnTo>
                    <a:pt x="227" y="7899"/>
                  </a:lnTo>
                  <a:cubicBezTo>
                    <a:pt x="4335" y="4625"/>
                    <a:pt x="14717" y="672"/>
                    <a:pt x="40827" y="362"/>
                  </a:cubicBezTo>
                  <a:cubicBezTo>
                    <a:pt x="41089" y="360"/>
                    <a:pt x="41350" y="358"/>
                    <a:pt x="41613" y="358"/>
                  </a:cubicBezTo>
                  <a:cubicBezTo>
                    <a:pt x="56276" y="358"/>
                    <a:pt x="73363" y="4913"/>
                    <a:pt x="86405" y="12340"/>
                  </a:cubicBezTo>
                  <a:cubicBezTo>
                    <a:pt x="94096" y="16710"/>
                    <a:pt x="100585" y="22210"/>
                    <a:pt x="106871" y="27532"/>
                  </a:cubicBezTo>
                  <a:cubicBezTo>
                    <a:pt x="117111" y="36212"/>
                    <a:pt x="126779" y="44404"/>
                    <a:pt x="141078" y="48035"/>
                  </a:cubicBezTo>
                  <a:cubicBezTo>
                    <a:pt x="145866" y="49249"/>
                    <a:pt x="150405" y="49792"/>
                    <a:pt x="154753" y="49792"/>
                  </a:cubicBezTo>
                  <a:cubicBezTo>
                    <a:pt x="172149" y="49792"/>
                    <a:pt x="186490" y="41108"/>
                    <a:pt x="201502" y="32021"/>
                  </a:cubicBezTo>
                  <a:cubicBezTo>
                    <a:pt x="204645" y="30116"/>
                    <a:pt x="207884" y="28152"/>
                    <a:pt x="211182" y="26258"/>
                  </a:cubicBezTo>
                  <a:cubicBezTo>
                    <a:pt x="217949" y="22353"/>
                    <a:pt x="228064" y="17884"/>
                    <a:pt x="238884" y="17884"/>
                  </a:cubicBezTo>
                  <a:cubicBezTo>
                    <a:pt x="247824" y="17884"/>
                    <a:pt x="257244" y="20936"/>
                    <a:pt x="265653" y="29878"/>
                  </a:cubicBezTo>
                  <a:lnTo>
                    <a:pt x="265915" y="29628"/>
                  </a:lnTo>
                  <a:cubicBezTo>
                    <a:pt x="258521" y="21770"/>
                    <a:pt x="249592" y="17722"/>
                    <a:pt x="239364" y="17567"/>
                  </a:cubicBezTo>
                  <a:cubicBezTo>
                    <a:pt x="239173" y="17564"/>
                    <a:pt x="238981" y="17563"/>
                    <a:pt x="238788" y="17563"/>
                  </a:cubicBezTo>
                  <a:cubicBezTo>
                    <a:pt x="230104" y="17563"/>
                    <a:pt x="220508" y="20451"/>
                    <a:pt x="211003" y="25937"/>
                  </a:cubicBezTo>
                  <a:cubicBezTo>
                    <a:pt x="207717" y="27842"/>
                    <a:pt x="204467" y="29807"/>
                    <a:pt x="201336" y="31700"/>
                  </a:cubicBezTo>
                  <a:cubicBezTo>
                    <a:pt x="186364" y="40762"/>
                    <a:pt x="172056" y="49421"/>
                    <a:pt x="154743" y="49421"/>
                  </a:cubicBezTo>
                  <a:cubicBezTo>
                    <a:pt x="150426" y="49421"/>
                    <a:pt x="145921" y="48883"/>
                    <a:pt x="141173" y="47678"/>
                  </a:cubicBezTo>
                  <a:cubicBezTo>
                    <a:pt x="126945" y="44082"/>
                    <a:pt x="117301" y="35903"/>
                    <a:pt x="107098" y="27259"/>
                  </a:cubicBezTo>
                  <a:cubicBezTo>
                    <a:pt x="100799" y="21925"/>
                    <a:pt x="94298" y="16412"/>
                    <a:pt x="86583" y="12031"/>
                  </a:cubicBezTo>
                  <a:cubicBezTo>
                    <a:pt x="73509" y="4577"/>
                    <a:pt x="56377" y="0"/>
                    <a:pt x="416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9"/>
            <p:cNvSpPr/>
            <p:nvPr/>
          </p:nvSpPr>
          <p:spPr>
            <a:xfrm>
              <a:off x="636675" y="2334800"/>
              <a:ext cx="6637450" cy="1294425"/>
            </a:xfrm>
            <a:custGeom>
              <a:rect b="b" l="l" r="r" t="t"/>
              <a:pathLst>
                <a:path extrusionOk="0" h="51777" w="265498">
                  <a:moveTo>
                    <a:pt x="39287" y="1"/>
                  </a:moveTo>
                  <a:cubicBezTo>
                    <a:pt x="19177" y="1"/>
                    <a:pt x="5968" y="2322"/>
                    <a:pt x="0" y="6900"/>
                  </a:cubicBezTo>
                  <a:lnTo>
                    <a:pt x="227" y="7186"/>
                  </a:lnTo>
                  <a:cubicBezTo>
                    <a:pt x="4311" y="4047"/>
                    <a:pt x="14422" y="359"/>
                    <a:pt x="39404" y="359"/>
                  </a:cubicBezTo>
                  <a:cubicBezTo>
                    <a:pt x="39912" y="359"/>
                    <a:pt x="40426" y="360"/>
                    <a:pt x="40946" y="363"/>
                  </a:cubicBezTo>
                  <a:cubicBezTo>
                    <a:pt x="55781" y="447"/>
                    <a:pt x="73164" y="5340"/>
                    <a:pt x="86309" y="13127"/>
                  </a:cubicBezTo>
                  <a:cubicBezTo>
                    <a:pt x="93917" y="17639"/>
                    <a:pt x="100311" y="23247"/>
                    <a:pt x="106502" y="28676"/>
                  </a:cubicBezTo>
                  <a:cubicBezTo>
                    <a:pt x="116586" y="37535"/>
                    <a:pt x="126111" y="45905"/>
                    <a:pt x="140363" y="49774"/>
                  </a:cubicBezTo>
                  <a:cubicBezTo>
                    <a:pt x="145461" y="51162"/>
                    <a:pt x="150287" y="51777"/>
                    <a:pt x="154911" y="51777"/>
                  </a:cubicBezTo>
                  <a:cubicBezTo>
                    <a:pt x="171899" y="51777"/>
                    <a:pt x="186153" y="43484"/>
                    <a:pt x="201061" y="34808"/>
                  </a:cubicBezTo>
                  <a:cubicBezTo>
                    <a:pt x="204228" y="32963"/>
                    <a:pt x="207503" y="31058"/>
                    <a:pt x="210836" y="29212"/>
                  </a:cubicBezTo>
                  <a:cubicBezTo>
                    <a:pt x="217522" y="25512"/>
                    <a:pt x="227422" y="21326"/>
                    <a:pt x="237978" y="21326"/>
                  </a:cubicBezTo>
                  <a:cubicBezTo>
                    <a:pt x="247122" y="21326"/>
                    <a:pt x="256758" y="24467"/>
                    <a:pt x="265224" y="33784"/>
                  </a:cubicBezTo>
                  <a:lnTo>
                    <a:pt x="265498" y="33546"/>
                  </a:lnTo>
                  <a:cubicBezTo>
                    <a:pt x="258247" y="25569"/>
                    <a:pt x="249377" y="21354"/>
                    <a:pt x="239149" y="21033"/>
                  </a:cubicBezTo>
                  <a:cubicBezTo>
                    <a:pt x="238730" y="21019"/>
                    <a:pt x="238308" y="21012"/>
                    <a:pt x="237884" y="21012"/>
                  </a:cubicBezTo>
                  <a:cubicBezTo>
                    <a:pt x="229391" y="21012"/>
                    <a:pt x="220013" y="23731"/>
                    <a:pt x="210658" y="28903"/>
                  </a:cubicBezTo>
                  <a:cubicBezTo>
                    <a:pt x="207324" y="30748"/>
                    <a:pt x="204050" y="32653"/>
                    <a:pt x="200871" y="34498"/>
                  </a:cubicBezTo>
                  <a:cubicBezTo>
                    <a:pt x="186013" y="43140"/>
                    <a:pt x="171810" y="51406"/>
                    <a:pt x="154899" y="51406"/>
                  </a:cubicBezTo>
                  <a:cubicBezTo>
                    <a:pt x="150304" y="51406"/>
                    <a:pt x="145509" y="50796"/>
                    <a:pt x="140447" y="49417"/>
                  </a:cubicBezTo>
                  <a:cubicBezTo>
                    <a:pt x="126290" y="45571"/>
                    <a:pt x="116789" y="37237"/>
                    <a:pt x="106740" y="28402"/>
                  </a:cubicBezTo>
                  <a:cubicBezTo>
                    <a:pt x="100537" y="22961"/>
                    <a:pt x="94131" y="17342"/>
                    <a:pt x="86499" y="12817"/>
                  </a:cubicBezTo>
                  <a:cubicBezTo>
                    <a:pt x="73295" y="4995"/>
                    <a:pt x="55841" y="89"/>
                    <a:pt x="40958" y="6"/>
                  </a:cubicBezTo>
                  <a:cubicBezTo>
                    <a:pt x="40396" y="3"/>
                    <a:pt x="39839" y="1"/>
                    <a:pt x="392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9"/>
            <p:cNvSpPr/>
            <p:nvPr/>
          </p:nvSpPr>
          <p:spPr>
            <a:xfrm>
              <a:off x="649475" y="2235200"/>
              <a:ext cx="6624950" cy="1345700"/>
            </a:xfrm>
            <a:custGeom>
              <a:rect b="b" l="l" r="r" t="t"/>
              <a:pathLst>
                <a:path extrusionOk="0" h="53828" w="264998">
                  <a:moveTo>
                    <a:pt x="35160" y="0"/>
                  </a:moveTo>
                  <a:cubicBezTo>
                    <a:pt x="17419" y="0"/>
                    <a:pt x="5602" y="2101"/>
                    <a:pt x="0" y="6240"/>
                  </a:cubicBezTo>
                  <a:lnTo>
                    <a:pt x="215" y="6538"/>
                  </a:lnTo>
                  <a:cubicBezTo>
                    <a:pt x="4112" y="3654"/>
                    <a:pt x="13403" y="362"/>
                    <a:pt x="35411" y="362"/>
                  </a:cubicBezTo>
                  <a:cubicBezTo>
                    <a:pt x="37206" y="362"/>
                    <a:pt x="39085" y="384"/>
                    <a:pt x="41053" y="430"/>
                  </a:cubicBezTo>
                  <a:cubicBezTo>
                    <a:pt x="55876" y="787"/>
                    <a:pt x="73176" y="5978"/>
                    <a:pt x="86202" y="13979"/>
                  </a:cubicBezTo>
                  <a:cubicBezTo>
                    <a:pt x="93726" y="18623"/>
                    <a:pt x="100025" y="24350"/>
                    <a:pt x="106109" y="29886"/>
                  </a:cubicBezTo>
                  <a:cubicBezTo>
                    <a:pt x="116039" y="38911"/>
                    <a:pt x="125421" y="47436"/>
                    <a:pt x="139601" y="51567"/>
                  </a:cubicBezTo>
                  <a:cubicBezTo>
                    <a:pt x="145004" y="53139"/>
                    <a:pt x="150116" y="53827"/>
                    <a:pt x="155015" y="53827"/>
                  </a:cubicBezTo>
                  <a:cubicBezTo>
                    <a:pt x="171610" y="53827"/>
                    <a:pt x="185768" y="45925"/>
                    <a:pt x="200549" y="37661"/>
                  </a:cubicBezTo>
                  <a:cubicBezTo>
                    <a:pt x="203752" y="35875"/>
                    <a:pt x="207062" y="34030"/>
                    <a:pt x="210420" y="32244"/>
                  </a:cubicBezTo>
                  <a:cubicBezTo>
                    <a:pt x="217020" y="28737"/>
                    <a:pt x="226700" y="24823"/>
                    <a:pt x="236995" y="24823"/>
                  </a:cubicBezTo>
                  <a:cubicBezTo>
                    <a:pt x="246347" y="24823"/>
                    <a:pt x="256206" y="28053"/>
                    <a:pt x="264724" y="37756"/>
                  </a:cubicBezTo>
                  <a:lnTo>
                    <a:pt x="264998" y="37518"/>
                  </a:lnTo>
                  <a:cubicBezTo>
                    <a:pt x="257890" y="29422"/>
                    <a:pt x="249103" y="25052"/>
                    <a:pt x="238887" y="24552"/>
                  </a:cubicBezTo>
                  <a:cubicBezTo>
                    <a:pt x="238234" y="24520"/>
                    <a:pt x="237575" y="24503"/>
                    <a:pt x="236910" y="24503"/>
                  </a:cubicBezTo>
                  <a:cubicBezTo>
                    <a:pt x="228589" y="24503"/>
                    <a:pt x="219426" y="27049"/>
                    <a:pt x="210253" y="31922"/>
                  </a:cubicBezTo>
                  <a:cubicBezTo>
                    <a:pt x="206883" y="33708"/>
                    <a:pt x="203574" y="35565"/>
                    <a:pt x="200371" y="37351"/>
                  </a:cubicBezTo>
                  <a:cubicBezTo>
                    <a:pt x="185637" y="45583"/>
                    <a:pt x="171528" y="53466"/>
                    <a:pt x="155004" y="53466"/>
                  </a:cubicBezTo>
                  <a:cubicBezTo>
                    <a:pt x="150137" y="53466"/>
                    <a:pt x="145060" y="52782"/>
                    <a:pt x="139696" y="51222"/>
                  </a:cubicBezTo>
                  <a:cubicBezTo>
                    <a:pt x="125599" y="47114"/>
                    <a:pt x="116253" y="38613"/>
                    <a:pt x="106359" y="29612"/>
                  </a:cubicBezTo>
                  <a:cubicBezTo>
                    <a:pt x="100251" y="24064"/>
                    <a:pt x="93941" y="18325"/>
                    <a:pt x="86392" y="13682"/>
                  </a:cubicBezTo>
                  <a:cubicBezTo>
                    <a:pt x="73331" y="5633"/>
                    <a:pt x="55960" y="418"/>
                    <a:pt x="41077" y="73"/>
                  </a:cubicBezTo>
                  <a:cubicBezTo>
                    <a:pt x="39037" y="25"/>
                    <a:pt x="37064" y="0"/>
                    <a:pt x="35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9"/>
            <p:cNvSpPr/>
            <p:nvPr/>
          </p:nvSpPr>
          <p:spPr>
            <a:xfrm>
              <a:off x="664050" y="2134250"/>
              <a:ext cx="6610375" cy="1399125"/>
            </a:xfrm>
            <a:custGeom>
              <a:rect b="b" l="l" r="r" t="t"/>
              <a:pathLst>
                <a:path extrusionOk="0" h="55965" w="264415">
                  <a:moveTo>
                    <a:pt x="31658" y="1"/>
                  </a:moveTo>
                  <a:cubicBezTo>
                    <a:pt x="15910" y="1"/>
                    <a:pt x="5285" y="1898"/>
                    <a:pt x="1" y="5671"/>
                  </a:cubicBezTo>
                  <a:lnTo>
                    <a:pt x="215" y="5968"/>
                  </a:lnTo>
                  <a:cubicBezTo>
                    <a:pt x="3941" y="3311"/>
                    <a:pt x="12454" y="374"/>
                    <a:pt x="31865" y="374"/>
                  </a:cubicBezTo>
                  <a:cubicBezTo>
                    <a:pt x="34721" y="374"/>
                    <a:pt x="37813" y="437"/>
                    <a:pt x="41161" y="575"/>
                  </a:cubicBezTo>
                  <a:cubicBezTo>
                    <a:pt x="55972" y="1182"/>
                    <a:pt x="73177" y="6671"/>
                    <a:pt x="86047" y="14910"/>
                  </a:cubicBezTo>
                  <a:cubicBezTo>
                    <a:pt x="93489" y="19684"/>
                    <a:pt x="99692" y="25518"/>
                    <a:pt x="105681" y="31162"/>
                  </a:cubicBezTo>
                  <a:cubicBezTo>
                    <a:pt x="115456" y="40365"/>
                    <a:pt x="124683" y="49045"/>
                    <a:pt x="138792" y="53427"/>
                  </a:cubicBezTo>
                  <a:cubicBezTo>
                    <a:pt x="144499" y="55196"/>
                    <a:pt x="149895" y="55964"/>
                    <a:pt x="155070" y="55964"/>
                  </a:cubicBezTo>
                  <a:cubicBezTo>
                    <a:pt x="171272" y="55964"/>
                    <a:pt x="185312" y="48439"/>
                    <a:pt x="199966" y="40580"/>
                  </a:cubicBezTo>
                  <a:cubicBezTo>
                    <a:pt x="203205" y="38853"/>
                    <a:pt x="206539" y="37056"/>
                    <a:pt x="209932" y="35329"/>
                  </a:cubicBezTo>
                  <a:cubicBezTo>
                    <a:pt x="216438" y="32021"/>
                    <a:pt x="225885" y="28376"/>
                    <a:pt x="235908" y="28376"/>
                  </a:cubicBezTo>
                  <a:cubicBezTo>
                    <a:pt x="245474" y="28376"/>
                    <a:pt x="255565" y="31695"/>
                    <a:pt x="264129" y="41794"/>
                  </a:cubicBezTo>
                  <a:lnTo>
                    <a:pt x="264415" y="41568"/>
                  </a:lnTo>
                  <a:cubicBezTo>
                    <a:pt x="257438" y="33341"/>
                    <a:pt x="248734" y="28828"/>
                    <a:pt x="238519" y="28138"/>
                  </a:cubicBezTo>
                  <a:cubicBezTo>
                    <a:pt x="237634" y="28078"/>
                    <a:pt x="236737" y="28048"/>
                    <a:pt x="235830" y="28048"/>
                  </a:cubicBezTo>
                  <a:cubicBezTo>
                    <a:pt x="227710" y="28048"/>
                    <a:pt x="218762" y="30434"/>
                    <a:pt x="209765" y="35008"/>
                  </a:cubicBezTo>
                  <a:cubicBezTo>
                    <a:pt x="206372" y="36734"/>
                    <a:pt x="203026" y="38532"/>
                    <a:pt x="199800" y="40258"/>
                  </a:cubicBezTo>
                  <a:cubicBezTo>
                    <a:pt x="185191" y="48086"/>
                    <a:pt x="171191" y="55586"/>
                    <a:pt x="155054" y="55586"/>
                  </a:cubicBezTo>
                  <a:cubicBezTo>
                    <a:pt x="149912" y="55586"/>
                    <a:pt x="144552" y="54824"/>
                    <a:pt x="138887" y="53069"/>
                  </a:cubicBezTo>
                  <a:cubicBezTo>
                    <a:pt x="124862" y="48724"/>
                    <a:pt x="115658" y="40068"/>
                    <a:pt x="105931" y="30900"/>
                  </a:cubicBezTo>
                  <a:cubicBezTo>
                    <a:pt x="99918" y="25245"/>
                    <a:pt x="93715" y="19387"/>
                    <a:pt x="86238" y="14612"/>
                  </a:cubicBezTo>
                  <a:cubicBezTo>
                    <a:pt x="73320" y="6337"/>
                    <a:pt x="56055" y="813"/>
                    <a:pt x="41173" y="206"/>
                  </a:cubicBezTo>
                  <a:cubicBezTo>
                    <a:pt x="37818" y="69"/>
                    <a:pt x="34646" y="1"/>
                    <a:pt x="316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21" name="Google Shape;221;p9"/>
          <p:cNvPicPr preferRelativeResize="0"/>
          <p:nvPr/>
        </p:nvPicPr>
        <p:blipFill rotWithShape="1">
          <a:blip r:embed="rId4">
            <a:alphaModFix/>
          </a:blip>
          <a:srcRect b="709" l="0" r="0" t="699"/>
          <a:stretch/>
        </p:blipFill>
        <p:spPr>
          <a:xfrm flipH="1">
            <a:off x="111912" y="3045650"/>
            <a:ext cx="470732" cy="445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9"/>
          <p:cNvPicPr preferRelativeResize="0"/>
          <p:nvPr/>
        </p:nvPicPr>
        <p:blipFill rotWithShape="1">
          <a:blip r:embed="rId5">
            <a:alphaModFix/>
          </a:blip>
          <a:srcRect b="6398" l="6912" r="43289" t="9856"/>
          <a:stretch/>
        </p:blipFill>
        <p:spPr>
          <a:xfrm flipH="1">
            <a:off x="1707282" y="257825"/>
            <a:ext cx="579451" cy="548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9"/>
          <p:cNvPicPr preferRelativeResize="0"/>
          <p:nvPr/>
        </p:nvPicPr>
        <p:blipFill rotWithShape="1">
          <a:blip r:embed="rId4">
            <a:alphaModFix/>
          </a:blip>
          <a:srcRect b="709" l="0" r="0" t="699"/>
          <a:stretch/>
        </p:blipFill>
        <p:spPr>
          <a:xfrm flipH="1">
            <a:off x="4893439" y="703350"/>
            <a:ext cx="345405" cy="32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9"/>
          <p:cNvPicPr preferRelativeResize="0"/>
          <p:nvPr/>
        </p:nvPicPr>
        <p:blipFill rotWithShape="1">
          <a:blip r:embed="rId6">
            <a:alphaModFix/>
          </a:blip>
          <a:srcRect b="7653" l="3721" r="45158" t="10143"/>
          <a:stretch/>
        </p:blipFill>
        <p:spPr>
          <a:xfrm>
            <a:off x="8113728" y="4242862"/>
            <a:ext cx="905073" cy="818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9"/>
          <p:cNvPicPr preferRelativeResize="0"/>
          <p:nvPr/>
        </p:nvPicPr>
        <p:blipFill rotWithShape="1">
          <a:blip r:embed="rId3">
            <a:alphaModFix/>
          </a:blip>
          <a:srcRect b="2856" l="0" r="0" t="2856"/>
          <a:stretch/>
        </p:blipFill>
        <p:spPr>
          <a:xfrm>
            <a:off x="8092025" y="1160128"/>
            <a:ext cx="729898" cy="66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dk1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0"/>
          <p:cNvSpPr txBox="1"/>
          <p:nvPr>
            <p:ph type="title"/>
          </p:nvPr>
        </p:nvSpPr>
        <p:spPr>
          <a:xfrm>
            <a:off x="534625" y="544146"/>
            <a:ext cx="2880000" cy="91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2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grpSp>
        <p:nvGrpSpPr>
          <p:cNvPr id="228" name="Google Shape;228;p10"/>
          <p:cNvGrpSpPr/>
          <p:nvPr/>
        </p:nvGrpSpPr>
        <p:grpSpPr>
          <a:xfrm rot="-5399569">
            <a:off x="6329756" y="1739326"/>
            <a:ext cx="5321756" cy="1664552"/>
            <a:chOff x="603050" y="2134250"/>
            <a:chExt cx="6671375" cy="1887675"/>
          </a:xfrm>
        </p:grpSpPr>
        <p:sp>
          <p:nvSpPr>
            <p:cNvPr id="229" name="Google Shape;229;p10"/>
            <p:cNvSpPr/>
            <p:nvPr/>
          </p:nvSpPr>
          <p:spPr>
            <a:xfrm>
              <a:off x="608100" y="2949275"/>
              <a:ext cx="6665750" cy="1072650"/>
            </a:xfrm>
            <a:custGeom>
              <a:rect b="b" l="l" r="r" t="t"/>
              <a:pathLst>
                <a:path extrusionOk="0" h="42906" w="266630">
                  <a:moveTo>
                    <a:pt x="242926" y="0"/>
                  </a:moveTo>
                  <a:cubicBezTo>
                    <a:pt x="241564" y="0"/>
                    <a:pt x="240185" y="76"/>
                    <a:pt x="238792" y="228"/>
                  </a:cubicBezTo>
                  <a:cubicBezTo>
                    <a:pt x="230005" y="1168"/>
                    <a:pt x="220635" y="5240"/>
                    <a:pt x="211670" y="11979"/>
                  </a:cubicBezTo>
                  <a:cubicBezTo>
                    <a:pt x="208634" y="14265"/>
                    <a:pt x="205645" y="16611"/>
                    <a:pt x="202764" y="18885"/>
                  </a:cubicBezTo>
                  <a:cubicBezTo>
                    <a:pt x="187340" y="31016"/>
                    <a:pt x="172685" y="42543"/>
                    <a:pt x="152232" y="42543"/>
                  </a:cubicBezTo>
                  <a:cubicBezTo>
                    <a:pt x="149902" y="42543"/>
                    <a:pt x="147497" y="42394"/>
                    <a:pt x="145007" y="42078"/>
                  </a:cubicBezTo>
                  <a:cubicBezTo>
                    <a:pt x="130433" y="40233"/>
                    <a:pt x="119873" y="33291"/>
                    <a:pt x="108693" y="25957"/>
                  </a:cubicBezTo>
                  <a:cubicBezTo>
                    <a:pt x="101799" y="21433"/>
                    <a:pt x="94667" y="16754"/>
                    <a:pt x="86476" y="13337"/>
                  </a:cubicBezTo>
                  <a:cubicBezTo>
                    <a:pt x="75578" y="8791"/>
                    <a:pt x="62424" y="6298"/>
                    <a:pt x="50215" y="6298"/>
                  </a:cubicBezTo>
                  <a:cubicBezTo>
                    <a:pt x="46564" y="6298"/>
                    <a:pt x="42997" y="6521"/>
                    <a:pt x="39601" y="6979"/>
                  </a:cubicBezTo>
                  <a:cubicBezTo>
                    <a:pt x="18729" y="9788"/>
                    <a:pt x="5418" y="14003"/>
                    <a:pt x="0" y="19504"/>
                  </a:cubicBezTo>
                  <a:lnTo>
                    <a:pt x="262" y="19766"/>
                  </a:lnTo>
                  <a:cubicBezTo>
                    <a:pt x="3941" y="16015"/>
                    <a:pt x="13764" y="10824"/>
                    <a:pt x="39648" y="7348"/>
                  </a:cubicBezTo>
                  <a:cubicBezTo>
                    <a:pt x="43028" y="6893"/>
                    <a:pt x="46578" y="6672"/>
                    <a:pt x="50211" y="6672"/>
                  </a:cubicBezTo>
                  <a:cubicBezTo>
                    <a:pt x="62374" y="6672"/>
                    <a:pt x="75481" y="9153"/>
                    <a:pt x="86345" y="13682"/>
                  </a:cubicBezTo>
                  <a:cubicBezTo>
                    <a:pt x="94500" y="17075"/>
                    <a:pt x="101620" y="21742"/>
                    <a:pt x="108502" y="26255"/>
                  </a:cubicBezTo>
                  <a:cubicBezTo>
                    <a:pt x="119718" y="33625"/>
                    <a:pt x="130314" y="40578"/>
                    <a:pt x="144959" y="42435"/>
                  </a:cubicBezTo>
                  <a:cubicBezTo>
                    <a:pt x="147474" y="42754"/>
                    <a:pt x="149902" y="42906"/>
                    <a:pt x="152253" y="42906"/>
                  </a:cubicBezTo>
                  <a:cubicBezTo>
                    <a:pt x="172815" y="42906"/>
                    <a:pt x="187519" y="31340"/>
                    <a:pt x="202990" y="19171"/>
                  </a:cubicBezTo>
                  <a:cubicBezTo>
                    <a:pt x="205871" y="16908"/>
                    <a:pt x="208860" y="14563"/>
                    <a:pt x="211896" y="12277"/>
                  </a:cubicBezTo>
                  <a:cubicBezTo>
                    <a:pt x="219006" y="6920"/>
                    <a:pt x="230335" y="312"/>
                    <a:pt x="242921" y="312"/>
                  </a:cubicBezTo>
                  <a:cubicBezTo>
                    <a:pt x="250504" y="312"/>
                    <a:pt x="258543" y="2711"/>
                    <a:pt x="266391" y="9229"/>
                  </a:cubicBezTo>
                  <a:lnTo>
                    <a:pt x="266629" y="8943"/>
                  </a:lnTo>
                  <a:cubicBezTo>
                    <a:pt x="259467" y="3004"/>
                    <a:pt x="251508" y="0"/>
                    <a:pt x="2429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0"/>
            <p:cNvSpPr/>
            <p:nvPr/>
          </p:nvSpPr>
          <p:spPr>
            <a:xfrm>
              <a:off x="604525" y="2938825"/>
              <a:ext cx="6669025" cy="1033425"/>
            </a:xfrm>
            <a:custGeom>
              <a:rect b="b" l="l" r="r" t="t"/>
              <a:pathLst>
                <a:path extrusionOk="0" h="41337" w="266761">
                  <a:moveTo>
                    <a:pt x="242560" y="0"/>
                  </a:moveTo>
                  <a:cubicBezTo>
                    <a:pt x="241419" y="0"/>
                    <a:pt x="240266" y="53"/>
                    <a:pt x="239102" y="158"/>
                  </a:cubicBezTo>
                  <a:cubicBezTo>
                    <a:pt x="230303" y="955"/>
                    <a:pt x="220850" y="4861"/>
                    <a:pt x="211765" y="11445"/>
                  </a:cubicBezTo>
                  <a:cubicBezTo>
                    <a:pt x="208693" y="13683"/>
                    <a:pt x="205669" y="15969"/>
                    <a:pt x="202752" y="18184"/>
                  </a:cubicBezTo>
                  <a:cubicBezTo>
                    <a:pt x="187359" y="29863"/>
                    <a:pt x="172728" y="40966"/>
                    <a:pt x="152762" y="40966"/>
                  </a:cubicBezTo>
                  <a:cubicBezTo>
                    <a:pt x="150135" y="40966"/>
                    <a:pt x="147416" y="40773"/>
                    <a:pt x="144590" y="40365"/>
                  </a:cubicBezTo>
                  <a:cubicBezTo>
                    <a:pt x="130064" y="38269"/>
                    <a:pt x="119623" y="31150"/>
                    <a:pt x="108574" y="23613"/>
                  </a:cubicBezTo>
                  <a:cubicBezTo>
                    <a:pt x="101751" y="18969"/>
                    <a:pt x="94703" y="14171"/>
                    <a:pt x="86571" y="10611"/>
                  </a:cubicBezTo>
                  <a:cubicBezTo>
                    <a:pt x="75309" y="5677"/>
                    <a:pt x="61560" y="2931"/>
                    <a:pt x="48931" y="2931"/>
                  </a:cubicBezTo>
                  <a:cubicBezTo>
                    <a:pt x="45806" y="2931"/>
                    <a:pt x="42749" y="3099"/>
                    <a:pt x="39815" y="3444"/>
                  </a:cubicBezTo>
                  <a:cubicBezTo>
                    <a:pt x="18908" y="5885"/>
                    <a:pt x="5513" y="9861"/>
                    <a:pt x="1" y="15279"/>
                  </a:cubicBezTo>
                  <a:lnTo>
                    <a:pt x="251" y="15529"/>
                  </a:lnTo>
                  <a:cubicBezTo>
                    <a:pt x="4001" y="11850"/>
                    <a:pt x="13919" y="6825"/>
                    <a:pt x="39851" y="3801"/>
                  </a:cubicBezTo>
                  <a:cubicBezTo>
                    <a:pt x="42768" y="3459"/>
                    <a:pt x="45807" y="3292"/>
                    <a:pt x="48914" y="3292"/>
                  </a:cubicBezTo>
                  <a:cubicBezTo>
                    <a:pt x="61497" y="3292"/>
                    <a:pt x="75199" y="6027"/>
                    <a:pt x="86428" y="10945"/>
                  </a:cubicBezTo>
                  <a:cubicBezTo>
                    <a:pt x="94524" y="14493"/>
                    <a:pt x="101561" y="19279"/>
                    <a:pt x="108359" y="23922"/>
                  </a:cubicBezTo>
                  <a:cubicBezTo>
                    <a:pt x="119456" y="31471"/>
                    <a:pt x="129922" y="38615"/>
                    <a:pt x="144542" y="40734"/>
                  </a:cubicBezTo>
                  <a:cubicBezTo>
                    <a:pt x="147384" y="41144"/>
                    <a:pt x="150118" y="41337"/>
                    <a:pt x="152759" y="41337"/>
                  </a:cubicBezTo>
                  <a:cubicBezTo>
                    <a:pt x="172836" y="41337"/>
                    <a:pt x="187520" y="30193"/>
                    <a:pt x="202966" y="18481"/>
                  </a:cubicBezTo>
                  <a:cubicBezTo>
                    <a:pt x="205883" y="16267"/>
                    <a:pt x="208908" y="13969"/>
                    <a:pt x="211979" y="11742"/>
                  </a:cubicBezTo>
                  <a:cubicBezTo>
                    <a:pt x="219066" y="6599"/>
                    <a:pt x="230260" y="308"/>
                    <a:pt x="242600" y="308"/>
                  </a:cubicBezTo>
                  <a:cubicBezTo>
                    <a:pt x="250370" y="308"/>
                    <a:pt x="258594" y="2802"/>
                    <a:pt x="266534" y="9647"/>
                  </a:cubicBezTo>
                  <a:lnTo>
                    <a:pt x="266760" y="9373"/>
                  </a:lnTo>
                  <a:cubicBezTo>
                    <a:pt x="259527" y="3141"/>
                    <a:pt x="251396" y="0"/>
                    <a:pt x="242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0"/>
            <p:cNvSpPr/>
            <p:nvPr/>
          </p:nvSpPr>
          <p:spPr>
            <a:xfrm>
              <a:off x="603050" y="2916775"/>
              <a:ext cx="6670800" cy="1005800"/>
            </a:xfrm>
            <a:custGeom>
              <a:rect b="b" l="l" r="r" t="t"/>
              <a:pathLst>
                <a:path extrusionOk="0" h="40232" w="266832">
                  <a:moveTo>
                    <a:pt x="47581" y="0"/>
                  </a:moveTo>
                  <a:cubicBezTo>
                    <a:pt x="44993" y="0"/>
                    <a:pt x="42457" y="119"/>
                    <a:pt x="40005" y="361"/>
                  </a:cubicBezTo>
                  <a:cubicBezTo>
                    <a:pt x="19062" y="2445"/>
                    <a:pt x="5608" y="6183"/>
                    <a:pt x="0" y="11505"/>
                  </a:cubicBezTo>
                  <a:lnTo>
                    <a:pt x="250" y="11767"/>
                  </a:lnTo>
                  <a:cubicBezTo>
                    <a:pt x="4060" y="8148"/>
                    <a:pt x="14061" y="3302"/>
                    <a:pt x="40041" y="730"/>
                  </a:cubicBezTo>
                  <a:cubicBezTo>
                    <a:pt x="42490" y="487"/>
                    <a:pt x="45023" y="368"/>
                    <a:pt x="47608" y="368"/>
                  </a:cubicBezTo>
                  <a:cubicBezTo>
                    <a:pt x="60603" y="368"/>
                    <a:pt x="74908" y="3370"/>
                    <a:pt x="86487" y="8683"/>
                  </a:cubicBezTo>
                  <a:cubicBezTo>
                    <a:pt x="94524" y="12362"/>
                    <a:pt x="101477" y="17292"/>
                    <a:pt x="108192" y="22042"/>
                  </a:cubicBezTo>
                  <a:cubicBezTo>
                    <a:pt x="119146" y="29793"/>
                    <a:pt x="129504" y="37116"/>
                    <a:pt x="144078" y="39473"/>
                  </a:cubicBezTo>
                  <a:cubicBezTo>
                    <a:pt x="147258" y="39990"/>
                    <a:pt x="150307" y="40232"/>
                    <a:pt x="153246" y="40232"/>
                  </a:cubicBezTo>
                  <a:cubicBezTo>
                    <a:pt x="172829" y="40232"/>
                    <a:pt x="187478" y="29509"/>
                    <a:pt x="202883" y="18256"/>
                  </a:cubicBezTo>
                  <a:cubicBezTo>
                    <a:pt x="205835" y="16089"/>
                    <a:pt x="208895" y="13851"/>
                    <a:pt x="212015" y="11672"/>
                  </a:cubicBezTo>
                  <a:cubicBezTo>
                    <a:pt x="219065" y="6740"/>
                    <a:pt x="230090" y="772"/>
                    <a:pt x="242173" y="772"/>
                  </a:cubicBezTo>
                  <a:cubicBezTo>
                    <a:pt x="250128" y="772"/>
                    <a:pt x="258541" y="3359"/>
                    <a:pt x="266581" y="10529"/>
                  </a:cubicBezTo>
                  <a:lnTo>
                    <a:pt x="266831" y="10255"/>
                  </a:lnTo>
                  <a:cubicBezTo>
                    <a:pt x="259528" y="3740"/>
                    <a:pt x="251234" y="461"/>
                    <a:pt x="242138" y="461"/>
                  </a:cubicBezTo>
                  <a:cubicBezTo>
                    <a:pt x="241209" y="461"/>
                    <a:pt x="240272" y="495"/>
                    <a:pt x="239328" y="563"/>
                  </a:cubicBezTo>
                  <a:cubicBezTo>
                    <a:pt x="230517" y="1206"/>
                    <a:pt x="220992" y="4945"/>
                    <a:pt x="211800" y="11374"/>
                  </a:cubicBezTo>
                  <a:cubicBezTo>
                    <a:pt x="208681" y="13553"/>
                    <a:pt x="205621" y="15791"/>
                    <a:pt x="202668" y="17958"/>
                  </a:cubicBezTo>
                  <a:cubicBezTo>
                    <a:pt x="187317" y="29187"/>
                    <a:pt x="172706" y="39865"/>
                    <a:pt x="153219" y="39865"/>
                  </a:cubicBezTo>
                  <a:cubicBezTo>
                    <a:pt x="150307" y="39865"/>
                    <a:pt x="147286" y="39627"/>
                    <a:pt x="144137" y="39116"/>
                  </a:cubicBezTo>
                  <a:cubicBezTo>
                    <a:pt x="129635" y="36770"/>
                    <a:pt x="119325" y="29472"/>
                    <a:pt x="108406" y="21745"/>
                  </a:cubicBezTo>
                  <a:cubicBezTo>
                    <a:pt x="101679" y="16982"/>
                    <a:pt x="94702" y="12053"/>
                    <a:pt x="86642" y="8350"/>
                  </a:cubicBezTo>
                  <a:cubicBezTo>
                    <a:pt x="75006" y="3014"/>
                    <a:pt x="60634" y="0"/>
                    <a:pt x="475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10"/>
            <p:cNvSpPr/>
            <p:nvPr/>
          </p:nvSpPr>
          <p:spPr>
            <a:xfrm>
              <a:off x="603625" y="2820875"/>
              <a:ext cx="6670225" cy="1052250"/>
            </a:xfrm>
            <a:custGeom>
              <a:rect b="b" l="l" r="r" t="t"/>
              <a:pathLst>
                <a:path extrusionOk="0" h="42090" w="266809">
                  <a:moveTo>
                    <a:pt x="46344" y="0"/>
                  </a:moveTo>
                  <a:cubicBezTo>
                    <a:pt x="44253" y="0"/>
                    <a:pt x="42198" y="80"/>
                    <a:pt x="40196" y="244"/>
                  </a:cubicBezTo>
                  <a:cubicBezTo>
                    <a:pt x="19218" y="1959"/>
                    <a:pt x="5692" y="5471"/>
                    <a:pt x="1" y="10686"/>
                  </a:cubicBezTo>
                  <a:lnTo>
                    <a:pt x="239" y="10948"/>
                  </a:lnTo>
                  <a:cubicBezTo>
                    <a:pt x="4120" y="7400"/>
                    <a:pt x="14193" y="2721"/>
                    <a:pt x="40220" y="601"/>
                  </a:cubicBezTo>
                  <a:cubicBezTo>
                    <a:pt x="42208" y="440"/>
                    <a:pt x="44249" y="360"/>
                    <a:pt x="46327" y="360"/>
                  </a:cubicBezTo>
                  <a:cubicBezTo>
                    <a:pt x="59706" y="360"/>
                    <a:pt x="74600" y="3646"/>
                    <a:pt x="86524" y="9376"/>
                  </a:cubicBezTo>
                  <a:cubicBezTo>
                    <a:pt x="94501" y="13198"/>
                    <a:pt x="101359" y="18234"/>
                    <a:pt x="107991" y="23104"/>
                  </a:cubicBezTo>
                  <a:cubicBezTo>
                    <a:pt x="118813" y="31046"/>
                    <a:pt x="129029" y="38546"/>
                    <a:pt x="143566" y="41166"/>
                  </a:cubicBezTo>
                  <a:cubicBezTo>
                    <a:pt x="147069" y="41797"/>
                    <a:pt x="150419" y="42090"/>
                    <a:pt x="153641" y="42090"/>
                  </a:cubicBezTo>
                  <a:cubicBezTo>
                    <a:pt x="172769" y="42090"/>
                    <a:pt x="187383" y="31783"/>
                    <a:pt x="202729" y="20961"/>
                  </a:cubicBezTo>
                  <a:cubicBezTo>
                    <a:pt x="205729" y="18854"/>
                    <a:pt x="208825" y="16663"/>
                    <a:pt x="211980" y="14543"/>
                  </a:cubicBezTo>
                  <a:cubicBezTo>
                    <a:pt x="218983" y="9825"/>
                    <a:pt x="229850" y="4171"/>
                    <a:pt x="241687" y="4171"/>
                  </a:cubicBezTo>
                  <a:cubicBezTo>
                    <a:pt x="249833" y="4171"/>
                    <a:pt x="258438" y="6849"/>
                    <a:pt x="266558" y="14353"/>
                  </a:cubicBezTo>
                  <a:lnTo>
                    <a:pt x="266808" y="14091"/>
                  </a:lnTo>
                  <a:cubicBezTo>
                    <a:pt x="259457" y="7303"/>
                    <a:pt x="251007" y="3862"/>
                    <a:pt x="241659" y="3862"/>
                  </a:cubicBezTo>
                  <a:cubicBezTo>
                    <a:pt x="240939" y="3862"/>
                    <a:pt x="240214" y="3882"/>
                    <a:pt x="239483" y="3923"/>
                  </a:cubicBezTo>
                  <a:cubicBezTo>
                    <a:pt x="230661" y="4411"/>
                    <a:pt x="221076" y="7971"/>
                    <a:pt x="211777" y="14246"/>
                  </a:cubicBezTo>
                  <a:cubicBezTo>
                    <a:pt x="208622" y="16365"/>
                    <a:pt x="205515" y="18556"/>
                    <a:pt x="202526" y="20663"/>
                  </a:cubicBezTo>
                  <a:cubicBezTo>
                    <a:pt x="187233" y="31450"/>
                    <a:pt x="172655" y="41722"/>
                    <a:pt x="153612" y="41722"/>
                  </a:cubicBezTo>
                  <a:cubicBezTo>
                    <a:pt x="150417" y="41722"/>
                    <a:pt x="147097" y="41433"/>
                    <a:pt x="143626" y="40809"/>
                  </a:cubicBezTo>
                  <a:cubicBezTo>
                    <a:pt x="129172" y="38201"/>
                    <a:pt x="118992" y="30724"/>
                    <a:pt x="108205" y="22806"/>
                  </a:cubicBezTo>
                  <a:cubicBezTo>
                    <a:pt x="101561" y="17925"/>
                    <a:pt x="94679" y="12877"/>
                    <a:pt x="86678" y="9043"/>
                  </a:cubicBezTo>
                  <a:cubicBezTo>
                    <a:pt x="74718" y="3305"/>
                    <a:pt x="59772" y="0"/>
                    <a:pt x="463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0"/>
            <p:cNvSpPr/>
            <p:nvPr/>
          </p:nvSpPr>
          <p:spPr>
            <a:xfrm>
              <a:off x="606025" y="2724425"/>
              <a:ext cx="6667825" cy="1099375"/>
            </a:xfrm>
            <a:custGeom>
              <a:rect b="b" l="l" r="r" t="t"/>
              <a:pathLst>
                <a:path extrusionOk="0" h="43975" w="266713">
                  <a:moveTo>
                    <a:pt x="45120" y="1"/>
                  </a:moveTo>
                  <a:cubicBezTo>
                    <a:pt x="43512" y="1"/>
                    <a:pt x="41927" y="50"/>
                    <a:pt x="40374" y="149"/>
                  </a:cubicBezTo>
                  <a:cubicBezTo>
                    <a:pt x="19372" y="1495"/>
                    <a:pt x="5787" y="4769"/>
                    <a:pt x="0" y="9889"/>
                  </a:cubicBezTo>
                  <a:lnTo>
                    <a:pt x="250" y="10150"/>
                  </a:lnTo>
                  <a:cubicBezTo>
                    <a:pt x="4191" y="6674"/>
                    <a:pt x="14335" y="2185"/>
                    <a:pt x="40410" y="518"/>
                  </a:cubicBezTo>
                  <a:cubicBezTo>
                    <a:pt x="41956" y="419"/>
                    <a:pt x="43534" y="370"/>
                    <a:pt x="45136" y="370"/>
                  </a:cubicBezTo>
                  <a:cubicBezTo>
                    <a:pt x="58853" y="370"/>
                    <a:pt x="74318" y="3961"/>
                    <a:pt x="86547" y="10091"/>
                  </a:cubicBezTo>
                  <a:cubicBezTo>
                    <a:pt x="94441" y="14044"/>
                    <a:pt x="101227" y="19211"/>
                    <a:pt x="107776" y="24188"/>
                  </a:cubicBezTo>
                  <a:cubicBezTo>
                    <a:pt x="118432" y="32332"/>
                    <a:pt x="128528" y="39999"/>
                    <a:pt x="143018" y="42869"/>
                  </a:cubicBezTo>
                  <a:cubicBezTo>
                    <a:pt x="146843" y="43627"/>
                    <a:pt x="150492" y="43975"/>
                    <a:pt x="153996" y="43975"/>
                  </a:cubicBezTo>
                  <a:cubicBezTo>
                    <a:pt x="172677" y="43975"/>
                    <a:pt x="187246" y="34086"/>
                    <a:pt x="202525" y="23700"/>
                  </a:cubicBezTo>
                  <a:cubicBezTo>
                    <a:pt x="205562" y="21640"/>
                    <a:pt x="208693" y="19509"/>
                    <a:pt x="211884" y="17449"/>
                  </a:cubicBezTo>
                  <a:cubicBezTo>
                    <a:pt x="218840" y="12936"/>
                    <a:pt x="229526" y="7594"/>
                    <a:pt x="241107" y="7594"/>
                  </a:cubicBezTo>
                  <a:cubicBezTo>
                    <a:pt x="249447" y="7594"/>
                    <a:pt x="258252" y="10365"/>
                    <a:pt x="266462" y="18211"/>
                  </a:cubicBezTo>
                  <a:lnTo>
                    <a:pt x="266712" y="17949"/>
                  </a:lnTo>
                  <a:cubicBezTo>
                    <a:pt x="259310" y="10864"/>
                    <a:pt x="250693" y="7276"/>
                    <a:pt x="241074" y="7276"/>
                  </a:cubicBezTo>
                  <a:cubicBezTo>
                    <a:pt x="240574" y="7276"/>
                    <a:pt x="240071" y="7285"/>
                    <a:pt x="239566" y="7305"/>
                  </a:cubicBezTo>
                  <a:cubicBezTo>
                    <a:pt x="230731" y="7638"/>
                    <a:pt x="221099" y="11043"/>
                    <a:pt x="211681" y="17139"/>
                  </a:cubicBezTo>
                  <a:cubicBezTo>
                    <a:pt x="208490" y="19211"/>
                    <a:pt x="205359" y="21342"/>
                    <a:pt x="202323" y="23402"/>
                  </a:cubicBezTo>
                  <a:cubicBezTo>
                    <a:pt x="187090" y="33751"/>
                    <a:pt x="172575" y="43610"/>
                    <a:pt x="153990" y="43610"/>
                  </a:cubicBezTo>
                  <a:cubicBezTo>
                    <a:pt x="150510" y="43610"/>
                    <a:pt x="146887" y="43265"/>
                    <a:pt x="143089" y="42512"/>
                  </a:cubicBezTo>
                  <a:cubicBezTo>
                    <a:pt x="128683" y="39654"/>
                    <a:pt x="118622" y="31998"/>
                    <a:pt x="107990" y="23902"/>
                  </a:cubicBezTo>
                  <a:cubicBezTo>
                    <a:pt x="101418" y="18913"/>
                    <a:pt x="94631" y="13734"/>
                    <a:pt x="86701" y="9758"/>
                  </a:cubicBezTo>
                  <a:cubicBezTo>
                    <a:pt x="74419" y="3595"/>
                    <a:pt x="58900" y="1"/>
                    <a:pt x="45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0"/>
            <p:cNvSpPr/>
            <p:nvPr/>
          </p:nvSpPr>
          <p:spPr>
            <a:xfrm>
              <a:off x="610775" y="2627700"/>
              <a:ext cx="6663075" cy="1147100"/>
            </a:xfrm>
            <a:custGeom>
              <a:rect b="b" l="l" r="r" t="t"/>
              <a:pathLst>
                <a:path extrusionOk="0" h="45884" w="266523">
                  <a:moveTo>
                    <a:pt x="43919" y="0"/>
                  </a:moveTo>
                  <a:cubicBezTo>
                    <a:pt x="42779" y="0"/>
                    <a:pt x="41652" y="26"/>
                    <a:pt x="40541" y="77"/>
                  </a:cubicBezTo>
                  <a:cubicBezTo>
                    <a:pt x="19515" y="1054"/>
                    <a:pt x="5870" y="4090"/>
                    <a:pt x="1" y="9102"/>
                  </a:cubicBezTo>
                  <a:lnTo>
                    <a:pt x="239" y="9376"/>
                  </a:lnTo>
                  <a:cubicBezTo>
                    <a:pt x="4227" y="5971"/>
                    <a:pt x="14467" y="1649"/>
                    <a:pt x="40553" y="434"/>
                  </a:cubicBezTo>
                  <a:cubicBezTo>
                    <a:pt x="41663" y="383"/>
                    <a:pt x="42788" y="357"/>
                    <a:pt x="43926" y="357"/>
                  </a:cubicBezTo>
                  <a:cubicBezTo>
                    <a:pt x="57980" y="357"/>
                    <a:pt x="73989" y="4252"/>
                    <a:pt x="86523" y="10817"/>
                  </a:cubicBezTo>
                  <a:cubicBezTo>
                    <a:pt x="94346" y="14912"/>
                    <a:pt x="101037" y="20187"/>
                    <a:pt x="107502" y="25283"/>
                  </a:cubicBezTo>
                  <a:cubicBezTo>
                    <a:pt x="118039" y="33593"/>
                    <a:pt x="127981" y="41451"/>
                    <a:pt x="142411" y="44571"/>
                  </a:cubicBezTo>
                  <a:cubicBezTo>
                    <a:pt x="146566" y="45473"/>
                    <a:pt x="150520" y="45883"/>
                    <a:pt x="154313" y="45883"/>
                  </a:cubicBezTo>
                  <a:cubicBezTo>
                    <a:pt x="172548" y="45883"/>
                    <a:pt x="187052" y="36397"/>
                    <a:pt x="202240" y="26461"/>
                  </a:cubicBezTo>
                  <a:cubicBezTo>
                    <a:pt x="205312" y="24449"/>
                    <a:pt x="208491" y="22378"/>
                    <a:pt x="211706" y="20365"/>
                  </a:cubicBezTo>
                  <a:cubicBezTo>
                    <a:pt x="218611" y="16054"/>
                    <a:pt x="229117" y="11007"/>
                    <a:pt x="240446" y="11007"/>
                  </a:cubicBezTo>
                  <a:cubicBezTo>
                    <a:pt x="248983" y="11007"/>
                    <a:pt x="257988" y="13873"/>
                    <a:pt x="266272" y="22080"/>
                  </a:cubicBezTo>
                  <a:lnTo>
                    <a:pt x="266522" y="21818"/>
                  </a:lnTo>
                  <a:cubicBezTo>
                    <a:pt x="259063" y="14429"/>
                    <a:pt x="250259" y="10690"/>
                    <a:pt x="240352" y="10690"/>
                  </a:cubicBezTo>
                  <a:cubicBezTo>
                    <a:pt x="240091" y="10690"/>
                    <a:pt x="239829" y="10692"/>
                    <a:pt x="239566" y="10698"/>
                  </a:cubicBezTo>
                  <a:cubicBezTo>
                    <a:pt x="230732" y="10876"/>
                    <a:pt x="221040" y="14115"/>
                    <a:pt x="211515" y="20056"/>
                  </a:cubicBezTo>
                  <a:cubicBezTo>
                    <a:pt x="208300" y="22068"/>
                    <a:pt x="205122" y="24152"/>
                    <a:pt x="202050" y="26152"/>
                  </a:cubicBezTo>
                  <a:cubicBezTo>
                    <a:pt x="186888" y="36065"/>
                    <a:pt x="172430" y="45521"/>
                    <a:pt x="154274" y="45521"/>
                  </a:cubicBezTo>
                  <a:cubicBezTo>
                    <a:pt x="150515" y="45521"/>
                    <a:pt x="146598" y="45116"/>
                    <a:pt x="142483" y="44226"/>
                  </a:cubicBezTo>
                  <a:cubicBezTo>
                    <a:pt x="128136" y="41118"/>
                    <a:pt x="118218" y="33284"/>
                    <a:pt x="107716" y="24997"/>
                  </a:cubicBezTo>
                  <a:cubicBezTo>
                    <a:pt x="101239" y="19889"/>
                    <a:pt x="94548" y="14603"/>
                    <a:pt x="86690" y="10495"/>
                  </a:cubicBezTo>
                  <a:cubicBezTo>
                    <a:pt x="74109" y="3907"/>
                    <a:pt x="58032" y="0"/>
                    <a:pt x="439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0"/>
            <p:cNvSpPr/>
            <p:nvPr/>
          </p:nvSpPr>
          <p:spPr>
            <a:xfrm>
              <a:off x="617325" y="2530375"/>
              <a:ext cx="6656525" cy="1195600"/>
            </a:xfrm>
            <a:custGeom>
              <a:rect b="b" l="l" r="r" t="t"/>
              <a:pathLst>
                <a:path extrusionOk="0" h="47824" w="266261">
                  <a:moveTo>
                    <a:pt x="42753" y="0"/>
                  </a:moveTo>
                  <a:cubicBezTo>
                    <a:pt x="42062" y="0"/>
                    <a:pt x="41376" y="10"/>
                    <a:pt x="40696" y="29"/>
                  </a:cubicBezTo>
                  <a:cubicBezTo>
                    <a:pt x="19646" y="637"/>
                    <a:pt x="5966" y="3435"/>
                    <a:pt x="1" y="8352"/>
                  </a:cubicBezTo>
                  <a:lnTo>
                    <a:pt x="227" y="8626"/>
                  </a:lnTo>
                  <a:cubicBezTo>
                    <a:pt x="4287" y="5292"/>
                    <a:pt x="14598" y="1149"/>
                    <a:pt x="40696" y="387"/>
                  </a:cubicBezTo>
                  <a:cubicBezTo>
                    <a:pt x="41375" y="367"/>
                    <a:pt x="42061" y="357"/>
                    <a:pt x="42751" y="357"/>
                  </a:cubicBezTo>
                  <a:cubicBezTo>
                    <a:pt x="57119" y="357"/>
                    <a:pt x="73684" y="4580"/>
                    <a:pt x="86476" y="11566"/>
                  </a:cubicBezTo>
                  <a:cubicBezTo>
                    <a:pt x="94239" y="15805"/>
                    <a:pt x="100823" y="21199"/>
                    <a:pt x="107193" y="26402"/>
                  </a:cubicBezTo>
                  <a:cubicBezTo>
                    <a:pt x="117587" y="34903"/>
                    <a:pt x="127397" y="42927"/>
                    <a:pt x="141768" y="46297"/>
                  </a:cubicBezTo>
                  <a:cubicBezTo>
                    <a:pt x="146242" y="47349"/>
                    <a:pt x="150491" y="47823"/>
                    <a:pt x="154562" y="47823"/>
                  </a:cubicBezTo>
                  <a:cubicBezTo>
                    <a:pt x="172376" y="47823"/>
                    <a:pt x="186800" y="38740"/>
                    <a:pt x="201919" y="29223"/>
                  </a:cubicBezTo>
                  <a:cubicBezTo>
                    <a:pt x="205014" y="27271"/>
                    <a:pt x="208229" y="25259"/>
                    <a:pt x="211479" y="23306"/>
                  </a:cubicBezTo>
                  <a:cubicBezTo>
                    <a:pt x="218321" y="19200"/>
                    <a:pt x="228632" y="14450"/>
                    <a:pt x="239705" y="14450"/>
                  </a:cubicBezTo>
                  <a:cubicBezTo>
                    <a:pt x="248443" y="14450"/>
                    <a:pt x="257655" y="17408"/>
                    <a:pt x="266010" y="25973"/>
                  </a:cubicBezTo>
                  <a:lnTo>
                    <a:pt x="266260" y="25711"/>
                  </a:lnTo>
                  <a:cubicBezTo>
                    <a:pt x="258758" y="18019"/>
                    <a:pt x="249789" y="14126"/>
                    <a:pt x="239600" y="14126"/>
                  </a:cubicBezTo>
                  <a:cubicBezTo>
                    <a:pt x="239569" y="14126"/>
                    <a:pt x="239538" y="14126"/>
                    <a:pt x="239507" y="14126"/>
                  </a:cubicBezTo>
                  <a:cubicBezTo>
                    <a:pt x="230672" y="14150"/>
                    <a:pt x="220921" y="17222"/>
                    <a:pt x="211301" y="22996"/>
                  </a:cubicBezTo>
                  <a:cubicBezTo>
                    <a:pt x="208038" y="24949"/>
                    <a:pt x="204824" y="26973"/>
                    <a:pt x="201728" y="28926"/>
                  </a:cubicBezTo>
                  <a:cubicBezTo>
                    <a:pt x="186657" y="38411"/>
                    <a:pt x="172266" y="47461"/>
                    <a:pt x="154532" y="47461"/>
                  </a:cubicBezTo>
                  <a:cubicBezTo>
                    <a:pt x="150494" y="47461"/>
                    <a:pt x="146283" y="46992"/>
                    <a:pt x="141852" y="45952"/>
                  </a:cubicBezTo>
                  <a:cubicBezTo>
                    <a:pt x="127564" y="42594"/>
                    <a:pt x="117777" y="34593"/>
                    <a:pt x="107431" y="26128"/>
                  </a:cubicBezTo>
                  <a:cubicBezTo>
                    <a:pt x="101037" y="20901"/>
                    <a:pt x="94441" y="15507"/>
                    <a:pt x="86654" y="11245"/>
                  </a:cubicBezTo>
                  <a:cubicBezTo>
                    <a:pt x="73804" y="4235"/>
                    <a:pt x="57180" y="0"/>
                    <a:pt x="427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0"/>
            <p:cNvSpPr/>
            <p:nvPr/>
          </p:nvSpPr>
          <p:spPr>
            <a:xfrm>
              <a:off x="625950" y="2432750"/>
              <a:ext cx="6647900" cy="1244800"/>
            </a:xfrm>
            <a:custGeom>
              <a:rect b="b" l="l" r="r" t="t"/>
              <a:pathLst>
                <a:path extrusionOk="0" h="49792" w="265916">
                  <a:moveTo>
                    <a:pt x="41667" y="0"/>
                  </a:moveTo>
                  <a:cubicBezTo>
                    <a:pt x="41386" y="0"/>
                    <a:pt x="41106" y="2"/>
                    <a:pt x="40827" y="5"/>
                  </a:cubicBezTo>
                  <a:cubicBezTo>
                    <a:pt x="19777" y="243"/>
                    <a:pt x="6049" y="2803"/>
                    <a:pt x="1" y="7613"/>
                  </a:cubicBezTo>
                  <a:lnTo>
                    <a:pt x="227" y="7899"/>
                  </a:lnTo>
                  <a:cubicBezTo>
                    <a:pt x="4335" y="4625"/>
                    <a:pt x="14717" y="672"/>
                    <a:pt x="40827" y="362"/>
                  </a:cubicBezTo>
                  <a:cubicBezTo>
                    <a:pt x="41089" y="360"/>
                    <a:pt x="41350" y="358"/>
                    <a:pt x="41613" y="358"/>
                  </a:cubicBezTo>
                  <a:cubicBezTo>
                    <a:pt x="56276" y="358"/>
                    <a:pt x="73363" y="4913"/>
                    <a:pt x="86405" y="12340"/>
                  </a:cubicBezTo>
                  <a:cubicBezTo>
                    <a:pt x="94096" y="16710"/>
                    <a:pt x="100585" y="22210"/>
                    <a:pt x="106871" y="27532"/>
                  </a:cubicBezTo>
                  <a:cubicBezTo>
                    <a:pt x="117111" y="36212"/>
                    <a:pt x="126779" y="44404"/>
                    <a:pt x="141078" y="48035"/>
                  </a:cubicBezTo>
                  <a:cubicBezTo>
                    <a:pt x="145866" y="49249"/>
                    <a:pt x="150405" y="49792"/>
                    <a:pt x="154753" y="49792"/>
                  </a:cubicBezTo>
                  <a:cubicBezTo>
                    <a:pt x="172149" y="49792"/>
                    <a:pt x="186490" y="41108"/>
                    <a:pt x="201502" y="32021"/>
                  </a:cubicBezTo>
                  <a:cubicBezTo>
                    <a:pt x="204645" y="30116"/>
                    <a:pt x="207884" y="28152"/>
                    <a:pt x="211182" y="26258"/>
                  </a:cubicBezTo>
                  <a:cubicBezTo>
                    <a:pt x="217949" y="22353"/>
                    <a:pt x="228064" y="17884"/>
                    <a:pt x="238884" y="17884"/>
                  </a:cubicBezTo>
                  <a:cubicBezTo>
                    <a:pt x="247824" y="17884"/>
                    <a:pt x="257244" y="20936"/>
                    <a:pt x="265653" y="29878"/>
                  </a:cubicBezTo>
                  <a:lnTo>
                    <a:pt x="265915" y="29628"/>
                  </a:lnTo>
                  <a:cubicBezTo>
                    <a:pt x="258521" y="21770"/>
                    <a:pt x="249592" y="17722"/>
                    <a:pt x="239364" y="17567"/>
                  </a:cubicBezTo>
                  <a:cubicBezTo>
                    <a:pt x="239173" y="17564"/>
                    <a:pt x="238981" y="17563"/>
                    <a:pt x="238788" y="17563"/>
                  </a:cubicBezTo>
                  <a:cubicBezTo>
                    <a:pt x="230104" y="17563"/>
                    <a:pt x="220508" y="20451"/>
                    <a:pt x="211003" y="25937"/>
                  </a:cubicBezTo>
                  <a:cubicBezTo>
                    <a:pt x="207717" y="27842"/>
                    <a:pt x="204467" y="29807"/>
                    <a:pt x="201336" y="31700"/>
                  </a:cubicBezTo>
                  <a:cubicBezTo>
                    <a:pt x="186364" y="40762"/>
                    <a:pt x="172056" y="49421"/>
                    <a:pt x="154743" y="49421"/>
                  </a:cubicBezTo>
                  <a:cubicBezTo>
                    <a:pt x="150426" y="49421"/>
                    <a:pt x="145921" y="48883"/>
                    <a:pt x="141173" y="47678"/>
                  </a:cubicBezTo>
                  <a:cubicBezTo>
                    <a:pt x="126945" y="44082"/>
                    <a:pt x="117301" y="35903"/>
                    <a:pt x="107098" y="27259"/>
                  </a:cubicBezTo>
                  <a:cubicBezTo>
                    <a:pt x="100799" y="21925"/>
                    <a:pt x="94298" y="16412"/>
                    <a:pt x="86583" y="12031"/>
                  </a:cubicBezTo>
                  <a:cubicBezTo>
                    <a:pt x="73509" y="4577"/>
                    <a:pt x="56377" y="0"/>
                    <a:pt x="416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10"/>
            <p:cNvSpPr/>
            <p:nvPr/>
          </p:nvSpPr>
          <p:spPr>
            <a:xfrm>
              <a:off x="636675" y="2334800"/>
              <a:ext cx="6637450" cy="1294425"/>
            </a:xfrm>
            <a:custGeom>
              <a:rect b="b" l="l" r="r" t="t"/>
              <a:pathLst>
                <a:path extrusionOk="0" h="51777" w="265498">
                  <a:moveTo>
                    <a:pt x="39287" y="1"/>
                  </a:moveTo>
                  <a:cubicBezTo>
                    <a:pt x="19177" y="1"/>
                    <a:pt x="5968" y="2322"/>
                    <a:pt x="0" y="6900"/>
                  </a:cubicBezTo>
                  <a:lnTo>
                    <a:pt x="227" y="7186"/>
                  </a:lnTo>
                  <a:cubicBezTo>
                    <a:pt x="4311" y="4047"/>
                    <a:pt x="14422" y="359"/>
                    <a:pt x="39404" y="359"/>
                  </a:cubicBezTo>
                  <a:cubicBezTo>
                    <a:pt x="39912" y="359"/>
                    <a:pt x="40426" y="360"/>
                    <a:pt x="40946" y="363"/>
                  </a:cubicBezTo>
                  <a:cubicBezTo>
                    <a:pt x="55781" y="447"/>
                    <a:pt x="73164" y="5340"/>
                    <a:pt x="86309" y="13127"/>
                  </a:cubicBezTo>
                  <a:cubicBezTo>
                    <a:pt x="93917" y="17639"/>
                    <a:pt x="100311" y="23247"/>
                    <a:pt x="106502" y="28676"/>
                  </a:cubicBezTo>
                  <a:cubicBezTo>
                    <a:pt x="116586" y="37535"/>
                    <a:pt x="126111" y="45905"/>
                    <a:pt x="140363" y="49774"/>
                  </a:cubicBezTo>
                  <a:cubicBezTo>
                    <a:pt x="145461" y="51162"/>
                    <a:pt x="150287" y="51777"/>
                    <a:pt x="154911" y="51777"/>
                  </a:cubicBezTo>
                  <a:cubicBezTo>
                    <a:pt x="171899" y="51777"/>
                    <a:pt x="186153" y="43484"/>
                    <a:pt x="201061" y="34808"/>
                  </a:cubicBezTo>
                  <a:cubicBezTo>
                    <a:pt x="204228" y="32963"/>
                    <a:pt x="207503" y="31058"/>
                    <a:pt x="210836" y="29212"/>
                  </a:cubicBezTo>
                  <a:cubicBezTo>
                    <a:pt x="217522" y="25512"/>
                    <a:pt x="227422" y="21326"/>
                    <a:pt x="237978" y="21326"/>
                  </a:cubicBezTo>
                  <a:cubicBezTo>
                    <a:pt x="247122" y="21326"/>
                    <a:pt x="256758" y="24467"/>
                    <a:pt x="265224" y="33784"/>
                  </a:cubicBezTo>
                  <a:lnTo>
                    <a:pt x="265498" y="33546"/>
                  </a:lnTo>
                  <a:cubicBezTo>
                    <a:pt x="258247" y="25569"/>
                    <a:pt x="249377" y="21354"/>
                    <a:pt x="239149" y="21033"/>
                  </a:cubicBezTo>
                  <a:cubicBezTo>
                    <a:pt x="238730" y="21019"/>
                    <a:pt x="238308" y="21012"/>
                    <a:pt x="237884" y="21012"/>
                  </a:cubicBezTo>
                  <a:cubicBezTo>
                    <a:pt x="229391" y="21012"/>
                    <a:pt x="220013" y="23731"/>
                    <a:pt x="210658" y="28903"/>
                  </a:cubicBezTo>
                  <a:cubicBezTo>
                    <a:pt x="207324" y="30748"/>
                    <a:pt x="204050" y="32653"/>
                    <a:pt x="200871" y="34498"/>
                  </a:cubicBezTo>
                  <a:cubicBezTo>
                    <a:pt x="186013" y="43140"/>
                    <a:pt x="171810" y="51406"/>
                    <a:pt x="154899" y="51406"/>
                  </a:cubicBezTo>
                  <a:cubicBezTo>
                    <a:pt x="150304" y="51406"/>
                    <a:pt x="145509" y="50796"/>
                    <a:pt x="140447" y="49417"/>
                  </a:cubicBezTo>
                  <a:cubicBezTo>
                    <a:pt x="126290" y="45571"/>
                    <a:pt x="116789" y="37237"/>
                    <a:pt x="106740" y="28402"/>
                  </a:cubicBezTo>
                  <a:cubicBezTo>
                    <a:pt x="100537" y="22961"/>
                    <a:pt x="94131" y="17342"/>
                    <a:pt x="86499" y="12817"/>
                  </a:cubicBezTo>
                  <a:cubicBezTo>
                    <a:pt x="73295" y="4995"/>
                    <a:pt x="55841" y="89"/>
                    <a:pt x="40958" y="6"/>
                  </a:cubicBezTo>
                  <a:cubicBezTo>
                    <a:pt x="40396" y="3"/>
                    <a:pt x="39839" y="1"/>
                    <a:pt x="392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10"/>
            <p:cNvSpPr/>
            <p:nvPr/>
          </p:nvSpPr>
          <p:spPr>
            <a:xfrm>
              <a:off x="649475" y="2235200"/>
              <a:ext cx="6624950" cy="1345700"/>
            </a:xfrm>
            <a:custGeom>
              <a:rect b="b" l="l" r="r" t="t"/>
              <a:pathLst>
                <a:path extrusionOk="0" h="53828" w="264998">
                  <a:moveTo>
                    <a:pt x="35160" y="0"/>
                  </a:moveTo>
                  <a:cubicBezTo>
                    <a:pt x="17419" y="0"/>
                    <a:pt x="5602" y="2101"/>
                    <a:pt x="0" y="6240"/>
                  </a:cubicBezTo>
                  <a:lnTo>
                    <a:pt x="215" y="6538"/>
                  </a:lnTo>
                  <a:cubicBezTo>
                    <a:pt x="4112" y="3654"/>
                    <a:pt x="13403" y="362"/>
                    <a:pt x="35411" y="362"/>
                  </a:cubicBezTo>
                  <a:cubicBezTo>
                    <a:pt x="37206" y="362"/>
                    <a:pt x="39085" y="384"/>
                    <a:pt x="41053" y="430"/>
                  </a:cubicBezTo>
                  <a:cubicBezTo>
                    <a:pt x="55876" y="787"/>
                    <a:pt x="73176" y="5978"/>
                    <a:pt x="86202" y="13979"/>
                  </a:cubicBezTo>
                  <a:cubicBezTo>
                    <a:pt x="93726" y="18623"/>
                    <a:pt x="100025" y="24350"/>
                    <a:pt x="106109" y="29886"/>
                  </a:cubicBezTo>
                  <a:cubicBezTo>
                    <a:pt x="116039" y="38911"/>
                    <a:pt x="125421" y="47436"/>
                    <a:pt x="139601" y="51567"/>
                  </a:cubicBezTo>
                  <a:cubicBezTo>
                    <a:pt x="145004" y="53139"/>
                    <a:pt x="150116" y="53827"/>
                    <a:pt x="155015" y="53827"/>
                  </a:cubicBezTo>
                  <a:cubicBezTo>
                    <a:pt x="171610" y="53827"/>
                    <a:pt x="185768" y="45925"/>
                    <a:pt x="200549" y="37661"/>
                  </a:cubicBezTo>
                  <a:cubicBezTo>
                    <a:pt x="203752" y="35875"/>
                    <a:pt x="207062" y="34030"/>
                    <a:pt x="210420" y="32244"/>
                  </a:cubicBezTo>
                  <a:cubicBezTo>
                    <a:pt x="217020" y="28737"/>
                    <a:pt x="226700" y="24823"/>
                    <a:pt x="236995" y="24823"/>
                  </a:cubicBezTo>
                  <a:cubicBezTo>
                    <a:pt x="246347" y="24823"/>
                    <a:pt x="256206" y="28053"/>
                    <a:pt x="264724" y="37756"/>
                  </a:cubicBezTo>
                  <a:lnTo>
                    <a:pt x="264998" y="37518"/>
                  </a:lnTo>
                  <a:cubicBezTo>
                    <a:pt x="257890" y="29422"/>
                    <a:pt x="249103" y="25052"/>
                    <a:pt x="238887" y="24552"/>
                  </a:cubicBezTo>
                  <a:cubicBezTo>
                    <a:pt x="238234" y="24520"/>
                    <a:pt x="237575" y="24503"/>
                    <a:pt x="236910" y="24503"/>
                  </a:cubicBezTo>
                  <a:cubicBezTo>
                    <a:pt x="228589" y="24503"/>
                    <a:pt x="219426" y="27049"/>
                    <a:pt x="210253" y="31922"/>
                  </a:cubicBezTo>
                  <a:cubicBezTo>
                    <a:pt x="206883" y="33708"/>
                    <a:pt x="203574" y="35565"/>
                    <a:pt x="200371" y="37351"/>
                  </a:cubicBezTo>
                  <a:cubicBezTo>
                    <a:pt x="185637" y="45583"/>
                    <a:pt x="171528" y="53466"/>
                    <a:pt x="155004" y="53466"/>
                  </a:cubicBezTo>
                  <a:cubicBezTo>
                    <a:pt x="150137" y="53466"/>
                    <a:pt x="145060" y="52782"/>
                    <a:pt x="139696" y="51222"/>
                  </a:cubicBezTo>
                  <a:cubicBezTo>
                    <a:pt x="125599" y="47114"/>
                    <a:pt x="116253" y="38613"/>
                    <a:pt x="106359" y="29612"/>
                  </a:cubicBezTo>
                  <a:cubicBezTo>
                    <a:pt x="100251" y="24064"/>
                    <a:pt x="93941" y="18325"/>
                    <a:pt x="86392" y="13682"/>
                  </a:cubicBezTo>
                  <a:cubicBezTo>
                    <a:pt x="73331" y="5633"/>
                    <a:pt x="55960" y="418"/>
                    <a:pt x="41077" y="73"/>
                  </a:cubicBezTo>
                  <a:cubicBezTo>
                    <a:pt x="39037" y="25"/>
                    <a:pt x="37064" y="0"/>
                    <a:pt x="35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0"/>
            <p:cNvSpPr/>
            <p:nvPr/>
          </p:nvSpPr>
          <p:spPr>
            <a:xfrm>
              <a:off x="664050" y="2134250"/>
              <a:ext cx="6610375" cy="1399125"/>
            </a:xfrm>
            <a:custGeom>
              <a:rect b="b" l="l" r="r" t="t"/>
              <a:pathLst>
                <a:path extrusionOk="0" h="55965" w="264415">
                  <a:moveTo>
                    <a:pt x="31658" y="1"/>
                  </a:moveTo>
                  <a:cubicBezTo>
                    <a:pt x="15910" y="1"/>
                    <a:pt x="5285" y="1898"/>
                    <a:pt x="1" y="5671"/>
                  </a:cubicBezTo>
                  <a:lnTo>
                    <a:pt x="215" y="5968"/>
                  </a:lnTo>
                  <a:cubicBezTo>
                    <a:pt x="3941" y="3311"/>
                    <a:pt x="12454" y="374"/>
                    <a:pt x="31865" y="374"/>
                  </a:cubicBezTo>
                  <a:cubicBezTo>
                    <a:pt x="34721" y="374"/>
                    <a:pt x="37813" y="437"/>
                    <a:pt x="41161" y="575"/>
                  </a:cubicBezTo>
                  <a:cubicBezTo>
                    <a:pt x="55972" y="1182"/>
                    <a:pt x="73177" y="6671"/>
                    <a:pt x="86047" y="14910"/>
                  </a:cubicBezTo>
                  <a:cubicBezTo>
                    <a:pt x="93489" y="19684"/>
                    <a:pt x="99692" y="25518"/>
                    <a:pt x="105681" y="31162"/>
                  </a:cubicBezTo>
                  <a:cubicBezTo>
                    <a:pt x="115456" y="40365"/>
                    <a:pt x="124683" y="49045"/>
                    <a:pt x="138792" y="53427"/>
                  </a:cubicBezTo>
                  <a:cubicBezTo>
                    <a:pt x="144499" y="55196"/>
                    <a:pt x="149895" y="55964"/>
                    <a:pt x="155070" y="55964"/>
                  </a:cubicBezTo>
                  <a:cubicBezTo>
                    <a:pt x="171272" y="55964"/>
                    <a:pt x="185312" y="48439"/>
                    <a:pt x="199966" y="40580"/>
                  </a:cubicBezTo>
                  <a:cubicBezTo>
                    <a:pt x="203205" y="38853"/>
                    <a:pt x="206539" y="37056"/>
                    <a:pt x="209932" y="35329"/>
                  </a:cubicBezTo>
                  <a:cubicBezTo>
                    <a:pt x="216438" y="32021"/>
                    <a:pt x="225885" y="28376"/>
                    <a:pt x="235908" y="28376"/>
                  </a:cubicBezTo>
                  <a:cubicBezTo>
                    <a:pt x="245474" y="28376"/>
                    <a:pt x="255565" y="31695"/>
                    <a:pt x="264129" y="41794"/>
                  </a:cubicBezTo>
                  <a:lnTo>
                    <a:pt x="264415" y="41568"/>
                  </a:lnTo>
                  <a:cubicBezTo>
                    <a:pt x="257438" y="33341"/>
                    <a:pt x="248734" y="28828"/>
                    <a:pt x="238519" y="28138"/>
                  </a:cubicBezTo>
                  <a:cubicBezTo>
                    <a:pt x="237634" y="28078"/>
                    <a:pt x="236737" y="28048"/>
                    <a:pt x="235830" y="28048"/>
                  </a:cubicBezTo>
                  <a:cubicBezTo>
                    <a:pt x="227710" y="28048"/>
                    <a:pt x="218762" y="30434"/>
                    <a:pt x="209765" y="35008"/>
                  </a:cubicBezTo>
                  <a:cubicBezTo>
                    <a:pt x="206372" y="36734"/>
                    <a:pt x="203026" y="38532"/>
                    <a:pt x="199800" y="40258"/>
                  </a:cubicBezTo>
                  <a:cubicBezTo>
                    <a:pt x="185191" y="48086"/>
                    <a:pt x="171191" y="55586"/>
                    <a:pt x="155054" y="55586"/>
                  </a:cubicBezTo>
                  <a:cubicBezTo>
                    <a:pt x="149912" y="55586"/>
                    <a:pt x="144552" y="54824"/>
                    <a:pt x="138887" y="53069"/>
                  </a:cubicBezTo>
                  <a:cubicBezTo>
                    <a:pt x="124862" y="48724"/>
                    <a:pt x="115658" y="40068"/>
                    <a:pt x="105931" y="30900"/>
                  </a:cubicBezTo>
                  <a:cubicBezTo>
                    <a:pt x="99918" y="25245"/>
                    <a:pt x="93715" y="19387"/>
                    <a:pt x="86238" y="14612"/>
                  </a:cubicBezTo>
                  <a:cubicBezTo>
                    <a:pt x="73320" y="6337"/>
                    <a:pt x="56055" y="813"/>
                    <a:pt x="41173" y="206"/>
                  </a:cubicBezTo>
                  <a:cubicBezTo>
                    <a:pt x="37818" y="69"/>
                    <a:pt x="34646" y="1"/>
                    <a:pt x="316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40" name="Google Shape;240;p10"/>
          <p:cNvPicPr preferRelativeResize="0"/>
          <p:nvPr/>
        </p:nvPicPr>
        <p:blipFill rotWithShape="1">
          <a:blip r:embed="rId2">
            <a:alphaModFix/>
          </a:blip>
          <a:srcRect b="2866" l="0" r="0" t="2856"/>
          <a:stretch/>
        </p:blipFill>
        <p:spPr>
          <a:xfrm>
            <a:off x="-621187" y="3736900"/>
            <a:ext cx="1554929" cy="1406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10"/>
          <p:cNvPicPr preferRelativeResize="0"/>
          <p:nvPr/>
        </p:nvPicPr>
        <p:blipFill rotWithShape="1">
          <a:blip r:embed="rId3">
            <a:alphaModFix/>
          </a:blip>
          <a:srcRect b="2866" l="0" r="0" t="2856"/>
          <a:stretch/>
        </p:blipFill>
        <p:spPr>
          <a:xfrm>
            <a:off x="8195425" y="1851175"/>
            <a:ext cx="719125" cy="650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10"/>
          <p:cNvPicPr preferRelativeResize="0"/>
          <p:nvPr/>
        </p:nvPicPr>
        <p:blipFill rotWithShape="1">
          <a:blip r:embed="rId4">
            <a:alphaModFix/>
          </a:blip>
          <a:srcRect b="7653" l="3721" r="45158" t="10143"/>
          <a:stretch/>
        </p:blipFill>
        <p:spPr>
          <a:xfrm>
            <a:off x="7266562" y="242825"/>
            <a:ext cx="1328727" cy="1201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338"/>
            <a:ext cx="9143998" cy="51408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5" name="Google Shape;245;p11"/>
          <p:cNvGrpSpPr/>
          <p:nvPr/>
        </p:nvGrpSpPr>
        <p:grpSpPr>
          <a:xfrm rot="4538395">
            <a:off x="5092632" y="1909940"/>
            <a:ext cx="7214336" cy="2256720"/>
            <a:chOff x="603050" y="2134250"/>
            <a:chExt cx="6671375" cy="1887675"/>
          </a:xfrm>
        </p:grpSpPr>
        <p:sp>
          <p:nvSpPr>
            <p:cNvPr id="246" name="Google Shape;246;p11"/>
            <p:cNvSpPr/>
            <p:nvPr/>
          </p:nvSpPr>
          <p:spPr>
            <a:xfrm>
              <a:off x="608100" y="2949275"/>
              <a:ext cx="6665750" cy="1072650"/>
            </a:xfrm>
            <a:custGeom>
              <a:rect b="b" l="l" r="r" t="t"/>
              <a:pathLst>
                <a:path extrusionOk="0" h="42906" w="266630">
                  <a:moveTo>
                    <a:pt x="242926" y="0"/>
                  </a:moveTo>
                  <a:cubicBezTo>
                    <a:pt x="241564" y="0"/>
                    <a:pt x="240185" y="76"/>
                    <a:pt x="238792" y="228"/>
                  </a:cubicBezTo>
                  <a:cubicBezTo>
                    <a:pt x="230005" y="1168"/>
                    <a:pt x="220635" y="5240"/>
                    <a:pt x="211670" y="11979"/>
                  </a:cubicBezTo>
                  <a:cubicBezTo>
                    <a:pt x="208634" y="14265"/>
                    <a:pt x="205645" y="16611"/>
                    <a:pt x="202764" y="18885"/>
                  </a:cubicBezTo>
                  <a:cubicBezTo>
                    <a:pt x="187340" y="31016"/>
                    <a:pt x="172685" y="42543"/>
                    <a:pt x="152232" y="42543"/>
                  </a:cubicBezTo>
                  <a:cubicBezTo>
                    <a:pt x="149902" y="42543"/>
                    <a:pt x="147497" y="42394"/>
                    <a:pt x="145007" y="42078"/>
                  </a:cubicBezTo>
                  <a:cubicBezTo>
                    <a:pt x="130433" y="40233"/>
                    <a:pt x="119873" y="33291"/>
                    <a:pt x="108693" y="25957"/>
                  </a:cubicBezTo>
                  <a:cubicBezTo>
                    <a:pt x="101799" y="21433"/>
                    <a:pt x="94667" y="16754"/>
                    <a:pt x="86476" y="13337"/>
                  </a:cubicBezTo>
                  <a:cubicBezTo>
                    <a:pt x="75578" y="8791"/>
                    <a:pt x="62424" y="6298"/>
                    <a:pt x="50215" y="6298"/>
                  </a:cubicBezTo>
                  <a:cubicBezTo>
                    <a:pt x="46564" y="6298"/>
                    <a:pt x="42997" y="6521"/>
                    <a:pt x="39601" y="6979"/>
                  </a:cubicBezTo>
                  <a:cubicBezTo>
                    <a:pt x="18729" y="9788"/>
                    <a:pt x="5418" y="14003"/>
                    <a:pt x="0" y="19504"/>
                  </a:cubicBezTo>
                  <a:lnTo>
                    <a:pt x="262" y="19766"/>
                  </a:lnTo>
                  <a:cubicBezTo>
                    <a:pt x="3941" y="16015"/>
                    <a:pt x="13764" y="10824"/>
                    <a:pt x="39648" y="7348"/>
                  </a:cubicBezTo>
                  <a:cubicBezTo>
                    <a:pt x="43028" y="6893"/>
                    <a:pt x="46578" y="6672"/>
                    <a:pt x="50211" y="6672"/>
                  </a:cubicBezTo>
                  <a:cubicBezTo>
                    <a:pt x="62374" y="6672"/>
                    <a:pt x="75481" y="9153"/>
                    <a:pt x="86345" y="13682"/>
                  </a:cubicBezTo>
                  <a:cubicBezTo>
                    <a:pt x="94500" y="17075"/>
                    <a:pt x="101620" y="21742"/>
                    <a:pt x="108502" y="26255"/>
                  </a:cubicBezTo>
                  <a:cubicBezTo>
                    <a:pt x="119718" y="33625"/>
                    <a:pt x="130314" y="40578"/>
                    <a:pt x="144959" y="42435"/>
                  </a:cubicBezTo>
                  <a:cubicBezTo>
                    <a:pt x="147474" y="42754"/>
                    <a:pt x="149902" y="42906"/>
                    <a:pt x="152253" y="42906"/>
                  </a:cubicBezTo>
                  <a:cubicBezTo>
                    <a:pt x="172815" y="42906"/>
                    <a:pt x="187519" y="31340"/>
                    <a:pt x="202990" y="19171"/>
                  </a:cubicBezTo>
                  <a:cubicBezTo>
                    <a:pt x="205871" y="16908"/>
                    <a:pt x="208860" y="14563"/>
                    <a:pt x="211896" y="12277"/>
                  </a:cubicBezTo>
                  <a:cubicBezTo>
                    <a:pt x="219006" y="6920"/>
                    <a:pt x="230335" y="312"/>
                    <a:pt x="242921" y="312"/>
                  </a:cubicBezTo>
                  <a:cubicBezTo>
                    <a:pt x="250504" y="312"/>
                    <a:pt x="258543" y="2711"/>
                    <a:pt x="266391" y="9229"/>
                  </a:cubicBezTo>
                  <a:lnTo>
                    <a:pt x="266629" y="8943"/>
                  </a:lnTo>
                  <a:cubicBezTo>
                    <a:pt x="259467" y="3004"/>
                    <a:pt x="251508" y="0"/>
                    <a:pt x="2429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1"/>
            <p:cNvSpPr/>
            <p:nvPr/>
          </p:nvSpPr>
          <p:spPr>
            <a:xfrm>
              <a:off x="604525" y="2938825"/>
              <a:ext cx="6669025" cy="1033425"/>
            </a:xfrm>
            <a:custGeom>
              <a:rect b="b" l="l" r="r" t="t"/>
              <a:pathLst>
                <a:path extrusionOk="0" h="41337" w="266761">
                  <a:moveTo>
                    <a:pt x="242560" y="0"/>
                  </a:moveTo>
                  <a:cubicBezTo>
                    <a:pt x="241419" y="0"/>
                    <a:pt x="240266" y="53"/>
                    <a:pt x="239102" y="158"/>
                  </a:cubicBezTo>
                  <a:cubicBezTo>
                    <a:pt x="230303" y="955"/>
                    <a:pt x="220850" y="4861"/>
                    <a:pt x="211765" y="11445"/>
                  </a:cubicBezTo>
                  <a:cubicBezTo>
                    <a:pt x="208693" y="13683"/>
                    <a:pt x="205669" y="15969"/>
                    <a:pt x="202752" y="18184"/>
                  </a:cubicBezTo>
                  <a:cubicBezTo>
                    <a:pt x="187359" y="29863"/>
                    <a:pt x="172728" y="40966"/>
                    <a:pt x="152762" y="40966"/>
                  </a:cubicBezTo>
                  <a:cubicBezTo>
                    <a:pt x="150135" y="40966"/>
                    <a:pt x="147416" y="40773"/>
                    <a:pt x="144590" y="40365"/>
                  </a:cubicBezTo>
                  <a:cubicBezTo>
                    <a:pt x="130064" y="38269"/>
                    <a:pt x="119623" y="31150"/>
                    <a:pt x="108574" y="23613"/>
                  </a:cubicBezTo>
                  <a:cubicBezTo>
                    <a:pt x="101751" y="18969"/>
                    <a:pt x="94703" y="14171"/>
                    <a:pt x="86571" y="10611"/>
                  </a:cubicBezTo>
                  <a:cubicBezTo>
                    <a:pt x="75309" y="5677"/>
                    <a:pt x="61560" y="2931"/>
                    <a:pt x="48931" y="2931"/>
                  </a:cubicBezTo>
                  <a:cubicBezTo>
                    <a:pt x="45806" y="2931"/>
                    <a:pt x="42749" y="3099"/>
                    <a:pt x="39815" y="3444"/>
                  </a:cubicBezTo>
                  <a:cubicBezTo>
                    <a:pt x="18908" y="5885"/>
                    <a:pt x="5513" y="9861"/>
                    <a:pt x="1" y="15279"/>
                  </a:cubicBezTo>
                  <a:lnTo>
                    <a:pt x="251" y="15529"/>
                  </a:lnTo>
                  <a:cubicBezTo>
                    <a:pt x="4001" y="11850"/>
                    <a:pt x="13919" y="6825"/>
                    <a:pt x="39851" y="3801"/>
                  </a:cubicBezTo>
                  <a:cubicBezTo>
                    <a:pt x="42768" y="3459"/>
                    <a:pt x="45807" y="3292"/>
                    <a:pt x="48914" y="3292"/>
                  </a:cubicBezTo>
                  <a:cubicBezTo>
                    <a:pt x="61497" y="3292"/>
                    <a:pt x="75199" y="6027"/>
                    <a:pt x="86428" y="10945"/>
                  </a:cubicBezTo>
                  <a:cubicBezTo>
                    <a:pt x="94524" y="14493"/>
                    <a:pt x="101561" y="19279"/>
                    <a:pt x="108359" y="23922"/>
                  </a:cubicBezTo>
                  <a:cubicBezTo>
                    <a:pt x="119456" y="31471"/>
                    <a:pt x="129922" y="38615"/>
                    <a:pt x="144542" y="40734"/>
                  </a:cubicBezTo>
                  <a:cubicBezTo>
                    <a:pt x="147384" y="41144"/>
                    <a:pt x="150118" y="41337"/>
                    <a:pt x="152759" y="41337"/>
                  </a:cubicBezTo>
                  <a:cubicBezTo>
                    <a:pt x="172836" y="41337"/>
                    <a:pt x="187520" y="30193"/>
                    <a:pt x="202966" y="18481"/>
                  </a:cubicBezTo>
                  <a:cubicBezTo>
                    <a:pt x="205883" y="16267"/>
                    <a:pt x="208908" y="13969"/>
                    <a:pt x="211979" y="11742"/>
                  </a:cubicBezTo>
                  <a:cubicBezTo>
                    <a:pt x="219066" y="6599"/>
                    <a:pt x="230260" y="308"/>
                    <a:pt x="242600" y="308"/>
                  </a:cubicBezTo>
                  <a:cubicBezTo>
                    <a:pt x="250370" y="308"/>
                    <a:pt x="258594" y="2802"/>
                    <a:pt x="266534" y="9647"/>
                  </a:cubicBezTo>
                  <a:lnTo>
                    <a:pt x="266760" y="9373"/>
                  </a:lnTo>
                  <a:cubicBezTo>
                    <a:pt x="259527" y="3141"/>
                    <a:pt x="251396" y="0"/>
                    <a:pt x="242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1"/>
            <p:cNvSpPr/>
            <p:nvPr/>
          </p:nvSpPr>
          <p:spPr>
            <a:xfrm>
              <a:off x="603050" y="2916775"/>
              <a:ext cx="6670800" cy="1005800"/>
            </a:xfrm>
            <a:custGeom>
              <a:rect b="b" l="l" r="r" t="t"/>
              <a:pathLst>
                <a:path extrusionOk="0" h="40232" w="266832">
                  <a:moveTo>
                    <a:pt x="47581" y="0"/>
                  </a:moveTo>
                  <a:cubicBezTo>
                    <a:pt x="44993" y="0"/>
                    <a:pt x="42457" y="119"/>
                    <a:pt x="40005" y="361"/>
                  </a:cubicBezTo>
                  <a:cubicBezTo>
                    <a:pt x="19062" y="2445"/>
                    <a:pt x="5608" y="6183"/>
                    <a:pt x="0" y="11505"/>
                  </a:cubicBezTo>
                  <a:lnTo>
                    <a:pt x="250" y="11767"/>
                  </a:lnTo>
                  <a:cubicBezTo>
                    <a:pt x="4060" y="8148"/>
                    <a:pt x="14061" y="3302"/>
                    <a:pt x="40041" y="730"/>
                  </a:cubicBezTo>
                  <a:cubicBezTo>
                    <a:pt x="42490" y="487"/>
                    <a:pt x="45023" y="368"/>
                    <a:pt x="47608" y="368"/>
                  </a:cubicBezTo>
                  <a:cubicBezTo>
                    <a:pt x="60603" y="368"/>
                    <a:pt x="74908" y="3370"/>
                    <a:pt x="86487" y="8683"/>
                  </a:cubicBezTo>
                  <a:cubicBezTo>
                    <a:pt x="94524" y="12362"/>
                    <a:pt x="101477" y="17292"/>
                    <a:pt x="108192" y="22042"/>
                  </a:cubicBezTo>
                  <a:cubicBezTo>
                    <a:pt x="119146" y="29793"/>
                    <a:pt x="129504" y="37116"/>
                    <a:pt x="144078" y="39473"/>
                  </a:cubicBezTo>
                  <a:cubicBezTo>
                    <a:pt x="147258" y="39990"/>
                    <a:pt x="150307" y="40232"/>
                    <a:pt x="153246" y="40232"/>
                  </a:cubicBezTo>
                  <a:cubicBezTo>
                    <a:pt x="172829" y="40232"/>
                    <a:pt x="187478" y="29509"/>
                    <a:pt x="202883" y="18256"/>
                  </a:cubicBezTo>
                  <a:cubicBezTo>
                    <a:pt x="205835" y="16089"/>
                    <a:pt x="208895" y="13851"/>
                    <a:pt x="212015" y="11672"/>
                  </a:cubicBezTo>
                  <a:cubicBezTo>
                    <a:pt x="219065" y="6740"/>
                    <a:pt x="230090" y="772"/>
                    <a:pt x="242173" y="772"/>
                  </a:cubicBezTo>
                  <a:cubicBezTo>
                    <a:pt x="250128" y="772"/>
                    <a:pt x="258541" y="3359"/>
                    <a:pt x="266581" y="10529"/>
                  </a:cubicBezTo>
                  <a:lnTo>
                    <a:pt x="266831" y="10255"/>
                  </a:lnTo>
                  <a:cubicBezTo>
                    <a:pt x="259528" y="3740"/>
                    <a:pt x="251234" y="461"/>
                    <a:pt x="242138" y="461"/>
                  </a:cubicBezTo>
                  <a:cubicBezTo>
                    <a:pt x="241209" y="461"/>
                    <a:pt x="240272" y="495"/>
                    <a:pt x="239328" y="563"/>
                  </a:cubicBezTo>
                  <a:cubicBezTo>
                    <a:pt x="230517" y="1206"/>
                    <a:pt x="220992" y="4945"/>
                    <a:pt x="211800" y="11374"/>
                  </a:cubicBezTo>
                  <a:cubicBezTo>
                    <a:pt x="208681" y="13553"/>
                    <a:pt x="205621" y="15791"/>
                    <a:pt x="202668" y="17958"/>
                  </a:cubicBezTo>
                  <a:cubicBezTo>
                    <a:pt x="187317" y="29187"/>
                    <a:pt x="172706" y="39865"/>
                    <a:pt x="153219" y="39865"/>
                  </a:cubicBezTo>
                  <a:cubicBezTo>
                    <a:pt x="150307" y="39865"/>
                    <a:pt x="147286" y="39627"/>
                    <a:pt x="144137" y="39116"/>
                  </a:cubicBezTo>
                  <a:cubicBezTo>
                    <a:pt x="129635" y="36770"/>
                    <a:pt x="119325" y="29472"/>
                    <a:pt x="108406" y="21745"/>
                  </a:cubicBezTo>
                  <a:cubicBezTo>
                    <a:pt x="101679" y="16982"/>
                    <a:pt x="94702" y="12053"/>
                    <a:pt x="86642" y="8350"/>
                  </a:cubicBezTo>
                  <a:cubicBezTo>
                    <a:pt x="75006" y="3014"/>
                    <a:pt x="60634" y="0"/>
                    <a:pt x="475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1"/>
            <p:cNvSpPr/>
            <p:nvPr/>
          </p:nvSpPr>
          <p:spPr>
            <a:xfrm>
              <a:off x="603625" y="2820875"/>
              <a:ext cx="6670225" cy="1052250"/>
            </a:xfrm>
            <a:custGeom>
              <a:rect b="b" l="l" r="r" t="t"/>
              <a:pathLst>
                <a:path extrusionOk="0" h="42090" w="266809">
                  <a:moveTo>
                    <a:pt x="46344" y="0"/>
                  </a:moveTo>
                  <a:cubicBezTo>
                    <a:pt x="44253" y="0"/>
                    <a:pt x="42198" y="80"/>
                    <a:pt x="40196" y="244"/>
                  </a:cubicBezTo>
                  <a:cubicBezTo>
                    <a:pt x="19218" y="1959"/>
                    <a:pt x="5692" y="5471"/>
                    <a:pt x="1" y="10686"/>
                  </a:cubicBezTo>
                  <a:lnTo>
                    <a:pt x="239" y="10948"/>
                  </a:lnTo>
                  <a:cubicBezTo>
                    <a:pt x="4120" y="7400"/>
                    <a:pt x="14193" y="2721"/>
                    <a:pt x="40220" y="601"/>
                  </a:cubicBezTo>
                  <a:cubicBezTo>
                    <a:pt x="42208" y="440"/>
                    <a:pt x="44249" y="360"/>
                    <a:pt x="46327" y="360"/>
                  </a:cubicBezTo>
                  <a:cubicBezTo>
                    <a:pt x="59706" y="360"/>
                    <a:pt x="74600" y="3646"/>
                    <a:pt x="86524" y="9376"/>
                  </a:cubicBezTo>
                  <a:cubicBezTo>
                    <a:pt x="94501" y="13198"/>
                    <a:pt x="101359" y="18234"/>
                    <a:pt x="107991" y="23104"/>
                  </a:cubicBezTo>
                  <a:cubicBezTo>
                    <a:pt x="118813" y="31046"/>
                    <a:pt x="129029" y="38546"/>
                    <a:pt x="143566" y="41166"/>
                  </a:cubicBezTo>
                  <a:cubicBezTo>
                    <a:pt x="147069" y="41797"/>
                    <a:pt x="150419" y="42090"/>
                    <a:pt x="153641" y="42090"/>
                  </a:cubicBezTo>
                  <a:cubicBezTo>
                    <a:pt x="172769" y="42090"/>
                    <a:pt x="187383" y="31783"/>
                    <a:pt x="202729" y="20961"/>
                  </a:cubicBezTo>
                  <a:cubicBezTo>
                    <a:pt x="205729" y="18854"/>
                    <a:pt x="208825" y="16663"/>
                    <a:pt x="211980" y="14543"/>
                  </a:cubicBezTo>
                  <a:cubicBezTo>
                    <a:pt x="218983" y="9825"/>
                    <a:pt x="229850" y="4171"/>
                    <a:pt x="241687" y="4171"/>
                  </a:cubicBezTo>
                  <a:cubicBezTo>
                    <a:pt x="249833" y="4171"/>
                    <a:pt x="258438" y="6849"/>
                    <a:pt x="266558" y="14353"/>
                  </a:cubicBezTo>
                  <a:lnTo>
                    <a:pt x="266808" y="14091"/>
                  </a:lnTo>
                  <a:cubicBezTo>
                    <a:pt x="259457" y="7303"/>
                    <a:pt x="251007" y="3862"/>
                    <a:pt x="241659" y="3862"/>
                  </a:cubicBezTo>
                  <a:cubicBezTo>
                    <a:pt x="240939" y="3862"/>
                    <a:pt x="240214" y="3882"/>
                    <a:pt x="239483" y="3923"/>
                  </a:cubicBezTo>
                  <a:cubicBezTo>
                    <a:pt x="230661" y="4411"/>
                    <a:pt x="221076" y="7971"/>
                    <a:pt x="211777" y="14246"/>
                  </a:cubicBezTo>
                  <a:cubicBezTo>
                    <a:pt x="208622" y="16365"/>
                    <a:pt x="205515" y="18556"/>
                    <a:pt x="202526" y="20663"/>
                  </a:cubicBezTo>
                  <a:cubicBezTo>
                    <a:pt x="187233" y="31450"/>
                    <a:pt x="172655" y="41722"/>
                    <a:pt x="153612" y="41722"/>
                  </a:cubicBezTo>
                  <a:cubicBezTo>
                    <a:pt x="150417" y="41722"/>
                    <a:pt x="147097" y="41433"/>
                    <a:pt x="143626" y="40809"/>
                  </a:cubicBezTo>
                  <a:cubicBezTo>
                    <a:pt x="129172" y="38201"/>
                    <a:pt x="118992" y="30724"/>
                    <a:pt x="108205" y="22806"/>
                  </a:cubicBezTo>
                  <a:cubicBezTo>
                    <a:pt x="101561" y="17925"/>
                    <a:pt x="94679" y="12877"/>
                    <a:pt x="86678" y="9043"/>
                  </a:cubicBezTo>
                  <a:cubicBezTo>
                    <a:pt x="74718" y="3305"/>
                    <a:pt x="59772" y="0"/>
                    <a:pt x="463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1"/>
            <p:cNvSpPr/>
            <p:nvPr/>
          </p:nvSpPr>
          <p:spPr>
            <a:xfrm>
              <a:off x="606025" y="2724425"/>
              <a:ext cx="6667825" cy="1099375"/>
            </a:xfrm>
            <a:custGeom>
              <a:rect b="b" l="l" r="r" t="t"/>
              <a:pathLst>
                <a:path extrusionOk="0" h="43975" w="266713">
                  <a:moveTo>
                    <a:pt x="45120" y="1"/>
                  </a:moveTo>
                  <a:cubicBezTo>
                    <a:pt x="43512" y="1"/>
                    <a:pt x="41927" y="50"/>
                    <a:pt x="40374" y="149"/>
                  </a:cubicBezTo>
                  <a:cubicBezTo>
                    <a:pt x="19372" y="1495"/>
                    <a:pt x="5787" y="4769"/>
                    <a:pt x="0" y="9889"/>
                  </a:cubicBezTo>
                  <a:lnTo>
                    <a:pt x="250" y="10150"/>
                  </a:lnTo>
                  <a:cubicBezTo>
                    <a:pt x="4191" y="6674"/>
                    <a:pt x="14335" y="2185"/>
                    <a:pt x="40410" y="518"/>
                  </a:cubicBezTo>
                  <a:cubicBezTo>
                    <a:pt x="41956" y="419"/>
                    <a:pt x="43534" y="370"/>
                    <a:pt x="45136" y="370"/>
                  </a:cubicBezTo>
                  <a:cubicBezTo>
                    <a:pt x="58853" y="370"/>
                    <a:pt x="74318" y="3961"/>
                    <a:pt x="86547" y="10091"/>
                  </a:cubicBezTo>
                  <a:cubicBezTo>
                    <a:pt x="94441" y="14044"/>
                    <a:pt x="101227" y="19211"/>
                    <a:pt x="107776" y="24188"/>
                  </a:cubicBezTo>
                  <a:cubicBezTo>
                    <a:pt x="118432" y="32332"/>
                    <a:pt x="128528" y="39999"/>
                    <a:pt x="143018" y="42869"/>
                  </a:cubicBezTo>
                  <a:cubicBezTo>
                    <a:pt x="146843" y="43627"/>
                    <a:pt x="150492" y="43975"/>
                    <a:pt x="153996" y="43975"/>
                  </a:cubicBezTo>
                  <a:cubicBezTo>
                    <a:pt x="172677" y="43975"/>
                    <a:pt x="187246" y="34086"/>
                    <a:pt x="202525" y="23700"/>
                  </a:cubicBezTo>
                  <a:cubicBezTo>
                    <a:pt x="205562" y="21640"/>
                    <a:pt x="208693" y="19509"/>
                    <a:pt x="211884" y="17449"/>
                  </a:cubicBezTo>
                  <a:cubicBezTo>
                    <a:pt x="218840" y="12936"/>
                    <a:pt x="229526" y="7594"/>
                    <a:pt x="241107" y="7594"/>
                  </a:cubicBezTo>
                  <a:cubicBezTo>
                    <a:pt x="249447" y="7594"/>
                    <a:pt x="258252" y="10365"/>
                    <a:pt x="266462" y="18211"/>
                  </a:cubicBezTo>
                  <a:lnTo>
                    <a:pt x="266712" y="17949"/>
                  </a:lnTo>
                  <a:cubicBezTo>
                    <a:pt x="259310" y="10864"/>
                    <a:pt x="250693" y="7276"/>
                    <a:pt x="241074" y="7276"/>
                  </a:cubicBezTo>
                  <a:cubicBezTo>
                    <a:pt x="240574" y="7276"/>
                    <a:pt x="240071" y="7285"/>
                    <a:pt x="239566" y="7305"/>
                  </a:cubicBezTo>
                  <a:cubicBezTo>
                    <a:pt x="230731" y="7638"/>
                    <a:pt x="221099" y="11043"/>
                    <a:pt x="211681" y="17139"/>
                  </a:cubicBezTo>
                  <a:cubicBezTo>
                    <a:pt x="208490" y="19211"/>
                    <a:pt x="205359" y="21342"/>
                    <a:pt x="202323" y="23402"/>
                  </a:cubicBezTo>
                  <a:cubicBezTo>
                    <a:pt x="187090" y="33751"/>
                    <a:pt x="172575" y="43610"/>
                    <a:pt x="153990" y="43610"/>
                  </a:cubicBezTo>
                  <a:cubicBezTo>
                    <a:pt x="150510" y="43610"/>
                    <a:pt x="146887" y="43265"/>
                    <a:pt x="143089" y="42512"/>
                  </a:cubicBezTo>
                  <a:cubicBezTo>
                    <a:pt x="128683" y="39654"/>
                    <a:pt x="118622" y="31998"/>
                    <a:pt x="107990" y="23902"/>
                  </a:cubicBezTo>
                  <a:cubicBezTo>
                    <a:pt x="101418" y="18913"/>
                    <a:pt x="94631" y="13734"/>
                    <a:pt x="86701" y="9758"/>
                  </a:cubicBezTo>
                  <a:cubicBezTo>
                    <a:pt x="74419" y="3595"/>
                    <a:pt x="58900" y="1"/>
                    <a:pt x="45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1"/>
            <p:cNvSpPr/>
            <p:nvPr/>
          </p:nvSpPr>
          <p:spPr>
            <a:xfrm>
              <a:off x="610775" y="2627700"/>
              <a:ext cx="6663075" cy="1147100"/>
            </a:xfrm>
            <a:custGeom>
              <a:rect b="b" l="l" r="r" t="t"/>
              <a:pathLst>
                <a:path extrusionOk="0" h="45884" w="266523">
                  <a:moveTo>
                    <a:pt x="43919" y="0"/>
                  </a:moveTo>
                  <a:cubicBezTo>
                    <a:pt x="42779" y="0"/>
                    <a:pt x="41652" y="26"/>
                    <a:pt x="40541" y="77"/>
                  </a:cubicBezTo>
                  <a:cubicBezTo>
                    <a:pt x="19515" y="1054"/>
                    <a:pt x="5870" y="4090"/>
                    <a:pt x="1" y="9102"/>
                  </a:cubicBezTo>
                  <a:lnTo>
                    <a:pt x="239" y="9376"/>
                  </a:lnTo>
                  <a:cubicBezTo>
                    <a:pt x="4227" y="5971"/>
                    <a:pt x="14467" y="1649"/>
                    <a:pt x="40553" y="434"/>
                  </a:cubicBezTo>
                  <a:cubicBezTo>
                    <a:pt x="41663" y="383"/>
                    <a:pt x="42788" y="357"/>
                    <a:pt x="43926" y="357"/>
                  </a:cubicBezTo>
                  <a:cubicBezTo>
                    <a:pt x="57980" y="357"/>
                    <a:pt x="73989" y="4252"/>
                    <a:pt x="86523" y="10817"/>
                  </a:cubicBezTo>
                  <a:cubicBezTo>
                    <a:pt x="94346" y="14912"/>
                    <a:pt x="101037" y="20187"/>
                    <a:pt x="107502" y="25283"/>
                  </a:cubicBezTo>
                  <a:cubicBezTo>
                    <a:pt x="118039" y="33593"/>
                    <a:pt x="127981" y="41451"/>
                    <a:pt x="142411" y="44571"/>
                  </a:cubicBezTo>
                  <a:cubicBezTo>
                    <a:pt x="146566" y="45473"/>
                    <a:pt x="150520" y="45883"/>
                    <a:pt x="154313" y="45883"/>
                  </a:cubicBezTo>
                  <a:cubicBezTo>
                    <a:pt x="172548" y="45883"/>
                    <a:pt x="187052" y="36397"/>
                    <a:pt x="202240" y="26461"/>
                  </a:cubicBezTo>
                  <a:cubicBezTo>
                    <a:pt x="205312" y="24449"/>
                    <a:pt x="208491" y="22378"/>
                    <a:pt x="211706" y="20365"/>
                  </a:cubicBezTo>
                  <a:cubicBezTo>
                    <a:pt x="218611" y="16054"/>
                    <a:pt x="229117" y="11007"/>
                    <a:pt x="240446" y="11007"/>
                  </a:cubicBezTo>
                  <a:cubicBezTo>
                    <a:pt x="248983" y="11007"/>
                    <a:pt x="257988" y="13873"/>
                    <a:pt x="266272" y="22080"/>
                  </a:cubicBezTo>
                  <a:lnTo>
                    <a:pt x="266522" y="21818"/>
                  </a:lnTo>
                  <a:cubicBezTo>
                    <a:pt x="259063" y="14429"/>
                    <a:pt x="250259" y="10690"/>
                    <a:pt x="240352" y="10690"/>
                  </a:cubicBezTo>
                  <a:cubicBezTo>
                    <a:pt x="240091" y="10690"/>
                    <a:pt x="239829" y="10692"/>
                    <a:pt x="239566" y="10698"/>
                  </a:cubicBezTo>
                  <a:cubicBezTo>
                    <a:pt x="230732" y="10876"/>
                    <a:pt x="221040" y="14115"/>
                    <a:pt x="211515" y="20056"/>
                  </a:cubicBezTo>
                  <a:cubicBezTo>
                    <a:pt x="208300" y="22068"/>
                    <a:pt x="205122" y="24152"/>
                    <a:pt x="202050" y="26152"/>
                  </a:cubicBezTo>
                  <a:cubicBezTo>
                    <a:pt x="186888" y="36065"/>
                    <a:pt x="172430" y="45521"/>
                    <a:pt x="154274" y="45521"/>
                  </a:cubicBezTo>
                  <a:cubicBezTo>
                    <a:pt x="150515" y="45521"/>
                    <a:pt x="146598" y="45116"/>
                    <a:pt x="142483" y="44226"/>
                  </a:cubicBezTo>
                  <a:cubicBezTo>
                    <a:pt x="128136" y="41118"/>
                    <a:pt x="118218" y="33284"/>
                    <a:pt x="107716" y="24997"/>
                  </a:cubicBezTo>
                  <a:cubicBezTo>
                    <a:pt x="101239" y="19889"/>
                    <a:pt x="94548" y="14603"/>
                    <a:pt x="86690" y="10495"/>
                  </a:cubicBezTo>
                  <a:cubicBezTo>
                    <a:pt x="74109" y="3907"/>
                    <a:pt x="58032" y="0"/>
                    <a:pt x="439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1"/>
            <p:cNvSpPr/>
            <p:nvPr/>
          </p:nvSpPr>
          <p:spPr>
            <a:xfrm>
              <a:off x="617325" y="2530375"/>
              <a:ext cx="6656525" cy="1195600"/>
            </a:xfrm>
            <a:custGeom>
              <a:rect b="b" l="l" r="r" t="t"/>
              <a:pathLst>
                <a:path extrusionOk="0" h="47824" w="266261">
                  <a:moveTo>
                    <a:pt x="42753" y="0"/>
                  </a:moveTo>
                  <a:cubicBezTo>
                    <a:pt x="42062" y="0"/>
                    <a:pt x="41376" y="10"/>
                    <a:pt x="40696" y="29"/>
                  </a:cubicBezTo>
                  <a:cubicBezTo>
                    <a:pt x="19646" y="637"/>
                    <a:pt x="5966" y="3435"/>
                    <a:pt x="1" y="8352"/>
                  </a:cubicBezTo>
                  <a:lnTo>
                    <a:pt x="227" y="8626"/>
                  </a:lnTo>
                  <a:cubicBezTo>
                    <a:pt x="4287" y="5292"/>
                    <a:pt x="14598" y="1149"/>
                    <a:pt x="40696" y="387"/>
                  </a:cubicBezTo>
                  <a:cubicBezTo>
                    <a:pt x="41375" y="367"/>
                    <a:pt x="42061" y="357"/>
                    <a:pt x="42751" y="357"/>
                  </a:cubicBezTo>
                  <a:cubicBezTo>
                    <a:pt x="57119" y="357"/>
                    <a:pt x="73684" y="4580"/>
                    <a:pt x="86476" y="11566"/>
                  </a:cubicBezTo>
                  <a:cubicBezTo>
                    <a:pt x="94239" y="15805"/>
                    <a:pt x="100823" y="21199"/>
                    <a:pt x="107193" y="26402"/>
                  </a:cubicBezTo>
                  <a:cubicBezTo>
                    <a:pt x="117587" y="34903"/>
                    <a:pt x="127397" y="42927"/>
                    <a:pt x="141768" y="46297"/>
                  </a:cubicBezTo>
                  <a:cubicBezTo>
                    <a:pt x="146242" y="47349"/>
                    <a:pt x="150491" y="47823"/>
                    <a:pt x="154562" y="47823"/>
                  </a:cubicBezTo>
                  <a:cubicBezTo>
                    <a:pt x="172376" y="47823"/>
                    <a:pt x="186800" y="38740"/>
                    <a:pt x="201919" y="29223"/>
                  </a:cubicBezTo>
                  <a:cubicBezTo>
                    <a:pt x="205014" y="27271"/>
                    <a:pt x="208229" y="25259"/>
                    <a:pt x="211479" y="23306"/>
                  </a:cubicBezTo>
                  <a:cubicBezTo>
                    <a:pt x="218321" y="19200"/>
                    <a:pt x="228632" y="14450"/>
                    <a:pt x="239705" y="14450"/>
                  </a:cubicBezTo>
                  <a:cubicBezTo>
                    <a:pt x="248443" y="14450"/>
                    <a:pt x="257655" y="17408"/>
                    <a:pt x="266010" y="25973"/>
                  </a:cubicBezTo>
                  <a:lnTo>
                    <a:pt x="266260" y="25711"/>
                  </a:lnTo>
                  <a:cubicBezTo>
                    <a:pt x="258758" y="18019"/>
                    <a:pt x="249789" y="14126"/>
                    <a:pt x="239600" y="14126"/>
                  </a:cubicBezTo>
                  <a:cubicBezTo>
                    <a:pt x="239569" y="14126"/>
                    <a:pt x="239538" y="14126"/>
                    <a:pt x="239507" y="14126"/>
                  </a:cubicBezTo>
                  <a:cubicBezTo>
                    <a:pt x="230672" y="14150"/>
                    <a:pt x="220921" y="17222"/>
                    <a:pt x="211301" y="22996"/>
                  </a:cubicBezTo>
                  <a:cubicBezTo>
                    <a:pt x="208038" y="24949"/>
                    <a:pt x="204824" y="26973"/>
                    <a:pt x="201728" y="28926"/>
                  </a:cubicBezTo>
                  <a:cubicBezTo>
                    <a:pt x="186657" y="38411"/>
                    <a:pt x="172266" y="47461"/>
                    <a:pt x="154532" y="47461"/>
                  </a:cubicBezTo>
                  <a:cubicBezTo>
                    <a:pt x="150494" y="47461"/>
                    <a:pt x="146283" y="46992"/>
                    <a:pt x="141852" y="45952"/>
                  </a:cubicBezTo>
                  <a:cubicBezTo>
                    <a:pt x="127564" y="42594"/>
                    <a:pt x="117777" y="34593"/>
                    <a:pt x="107431" y="26128"/>
                  </a:cubicBezTo>
                  <a:cubicBezTo>
                    <a:pt x="101037" y="20901"/>
                    <a:pt x="94441" y="15507"/>
                    <a:pt x="86654" y="11245"/>
                  </a:cubicBezTo>
                  <a:cubicBezTo>
                    <a:pt x="73804" y="4235"/>
                    <a:pt x="57180" y="0"/>
                    <a:pt x="427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1"/>
            <p:cNvSpPr/>
            <p:nvPr/>
          </p:nvSpPr>
          <p:spPr>
            <a:xfrm>
              <a:off x="625950" y="2432750"/>
              <a:ext cx="6647900" cy="1244800"/>
            </a:xfrm>
            <a:custGeom>
              <a:rect b="b" l="l" r="r" t="t"/>
              <a:pathLst>
                <a:path extrusionOk="0" h="49792" w="265916">
                  <a:moveTo>
                    <a:pt x="41667" y="0"/>
                  </a:moveTo>
                  <a:cubicBezTo>
                    <a:pt x="41386" y="0"/>
                    <a:pt x="41106" y="2"/>
                    <a:pt x="40827" y="5"/>
                  </a:cubicBezTo>
                  <a:cubicBezTo>
                    <a:pt x="19777" y="243"/>
                    <a:pt x="6049" y="2803"/>
                    <a:pt x="1" y="7613"/>
                  </a:cubicBezTo>
                  <a:lnTo>
                    <a:pt x="227" y="7899"/>
                  </a:lnTo>
                  <a:cubicBezTo>
                    <a:pt x="4335" y="4625"/>
                    <a:pt x="14717" y="672"/>
                    <a:pt x="40827" y="362"/>
                  </a:cubicBezTo>
                  <a:cubicBezTo>
                    <a:pt x="41089" y="360"/>
                    <a:pt x="41350" y="358"/>
                    <a:pt x="41613" y="358"/>
                  </a:cubicBezTo>
                  <a:cubicBezTo>
                    <a:pt x="56276" y="358"/>
                    <a:pt x="73363" y="4913"/>
                    <a:pt x="86405" y="12340"/>
                  </a:cubicBezTo>
                  <a:cubicBezTo>
                    <a:pt x="94096" y="16710"/>
                    <a:pt x="100585" y="22210"/>
                    <a:pt x="106871" y="27532"/>
                  </a:cubicBezTo>
                  <a:cubicBezTo>
                    <a:pt x="117111" y="36212"/>
                    <a:pt x="126779" y="44404"/>
                    <a:pt x="141078" y="48035"/>
                  </a:cubicBezTo>
                  <a:cubicBezTo>
                    <a:pt x="145866" y="49249"/>
                    <a:pt x="150405" y="49792"/>
                    <a:pt x="154753" y="49792"/>
                  </a:cubicBezTo>
                  <a:cubicBezTo>
                    <a:pt x="172149" y="49792"/>
                    <a:pt x="186490" y="41108"/>
                    <a:pt x="201502" y="32021"/>
                  </a:cubicBezTo>
                  <a:cubicBezTo>
                    <a:pt x="204645" y="30116"/>
                    <a:pt x="207884" y="28152"/>
                    <a:pt x="211182" y="26258"/>
                  </a:cubicBezTo>
                  <a:cubicBezTo>
                    <a:pt x="217949" y="22353"/>
                    <a:pt x="228064" y="17884"/>
                    <a:pt x="238884" y="17884"/>
                  </a:cubicBezTo>
                  <a:cubicBezTo>
                    <a:pt x="247824" y="17884"/>
                    <a:pt x="257244" y="20936"/>
                    <a:pt x="265653" y="29878"/>
                  </a:cubicBezTo>
                  <a:lnTo>
                    <a:pt x="265915" y="29628"/>
                  </a:lnTo>
                  <a:cubicBezTo>
                    <a:pt x="258521" y="21770"/>
                    <a:pt x="249592" y="17722"/>
                    <a:pt x="239364" y="17567"/>
                  </a:cubicBezTo>
                  <a:cubicBezTo>
                    <a:pt x="239173" y="17564"/>
                    <a:pt x="238981" y="17563"/>
                    <a:pt x="238788" y="17563"/>
                  </a:cubicBezTo>
                  <a:cubicBezTo>
                    <a:pt x="230104" y="17563"/>
                    <a:pt x="220508" y="20451"/>
                    <a:pt x="211003" y="25937"/>
                  </a:cubicBezTo>
                  <a:cubicBezTo>
                    <a:pt x="207717" y="27842"/>
                    <a:pt x="204467" y="29807"/>
                    <a:pt x="201336" y="31700"/>
                  </a:cubicBezTo>
                  <a:cubicBezTo>
                    <a:pt x="186364" y="40762"/>
                    <a:pt x="172056" y="49421"/>
                    <a:pt x="154743" y="49421"/>
                  </a:cubicBezTo>
                  <a:cubicBezTo>
                    <a:pt x="150426" y="49421"/>
                    <a:pt x="145921" y="48883"/>
                    <a:pt x="141173" y="47678"/>
                  </a:cubicBezTo>
                  <a:cubicBezTo>
                    <a:pt x="126945" y="44082"/>
                    <a:pt x="117301" y="35903"/>
                    <a:pt x="107098" y="27259"/>
                  </a:cubicBezTo>
                  <a:cubicBezTo>
                    <a:pt x="100799" y="21925"/>
                    <a:pt x="94298" y="16412"/>
                    <a:pt x="86583" y="12031"/>
                  </a:cubicBezTo>
                  <a:cubicBezTo>
                    <a:pt x="73509" y="4577"/>
                    <a:pt x="56377" y="0"/>
                    <a:pt x="416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1"/>
            <p:cNvSpPr/>
            <p:nvPr/>
          </p:nvSpPr>
          <p:spPr>
            <a:xfrm>
              <a:off x="636675" y="2334800"/>
              <a:ext cx="6637450" cy="1294425"/>
            </a:xfrm>
            <a:custGeom>
              <a:rect b="b" l="l" r="r" t="t"/>
              <a:pathLst>
                <a:path extrusionOk="0" h="51777" w="265498">
                  <a:moveTo>
                    <a:pt x="39287" y="1"/>
                  </a:moveTo>
                  <a:cubicBezTo>
                    <a:pt x="19177" y="1"/>
                    <a:pt x="5968" y="2322"/>
                    <a:pt x="0" y="6900"/>
                  </a:cubicBezTo>
                  <a:lnTo>
                    <a:pt x="227" y="7186"/>
                  </a:lnTo>
                  <a:cubicBezTo>
                    <a:pt x="4311" y="4047"/>
                    <a:pt x="14422" y="359"/>
                    <a:pt x="39404" y="359"/>
                  </a:cubicBezTo>
                  <a:cubicBezTo>
                    <a:pt x="39912" y="359"/>
                    <a:pt x="40426" y="360"/>
                    <a:pt x="40946" y="363"/>
                  </a:cubicBezTo>
                  <a:cubicBezTo>
                    <a:pt x="55781" y="447"/>
                    <a:pt x="73164" y="5340"/>
                    <a:pt x="86309" y="13127"/>
                  </a:cubicBezTo>
                  <a:cubicBezTo>
                    <a:pt x="93917" y="17639"/>
                    <a:pt x="100311" y="23247"/>
                    <a:pt x="106502" y="28676"/>
                  </a:cubicBezTo>
                  <a:cubicBezTo>
                    <a:pt x="116586" y="37535"/>
                    <a:pt x="126111" y="45905"/>
                    <a:pt x="140363" y="49774"/>
                  </a:cubicBezTo>
                  <a:cubicBezTo>
                    <a:pt x="145461" y="51162"/>
                    <a:pt x="150287" y="51777"/>
                    <a:pt x="154911" y="51777"/>
                  </a:cubicBezTo>
                  <a:cubicBezTo>
                    <a:pt x="171899" y="51777"/>
                    <a:pt x="186153" y="43484"/>
                    <a:pt x="201061" y="34808"/>
                  </a:cubicBezTo>
                  <a:cubicBezTo>
                    <a:pt x="204228" y="32963"/>
                    <a:pt x="207503" y="31058"/>
                    <a:pt x="210836" y="29212"/>
                  </a:cubicBezTo>
                  <a:cubicBezTo>
                    <a:pt x="217522" y="25512"/>
                    <a:pt x="227422" y="21326"/>
                    <a:pt x="237978" y="21326"/>
                  </a:cubicBezTo>
                  <a:cubicBezTo>
                    <a:pt x="247122" y="21326"/>
                    <a:pt x="256758" y="24467"/>
                    <a:pt x="265224" y="33784"/>
                  </a:cubicBezTo>
                  <a:lnTo>
                    <a:pt x="265498" y="33546"/>
                  </a:lnTo>
                  <a:cubicBezTo>
                    <a:pt x="258247" y="25569"/>
                    <a:pt x="249377" y="21354"/>
                    <a:pt x="239149" y="21033"/>
                  </a:cubicBezTo>
                  <a:cubicBezTo>
                    <a:pt x="238730" y="21019"/>
                    <a:pt x="238308" y="21012"/>
                    <a:pt x="237884" y="21012"/>
                  </a:cubicBezTo>
                  <a:cubicBezTo>
                    <a:pt x="229391" y="21012"/>
                    <a:pt x="220013" y="23731"/>
                    <a:pt x="210658" y="28903"/>
                  </a:cubicBezTo>
                  <a:cubicBezTo>
                    <a:pt x="207324" y="30748"/>
                    <a:pt x="204050" y="32653"/>
                    <a:pt x="200871" y="34498"/>
                  </a:cubicBezTo>
                  <a:cubicBezTo>
                    <a:pt x="186013" y="43140"/>
                    <a:pt x="171810" y="51406"/>
                    <a:pt x="154899" y="51406"/>
                  </a:cubicBezTo>
                  <a:cubicBezTo>
                    <a:pt x="150304" y="51406"/>
                    <a:pt x="145509" y="50796"/>
                    <a:pt x="140447" y="49417"/>
                  </a:cubicBezTo>
                  <a:cubicBezTo>
                    <a:pt x="126290" y="45571"/>
                    <a:pt x="116789" y="37237"/>
                    <a:pt x="106740" y="28402"/>
                  </a:cubicBezTo>
                  <a:cubicBezTo>
                    <a:pt x="100537" y="22961"/>
                    <a:pt x="94131" y="17342"/>
                    <a:pt x="86499" y="12817"/>
                  </a:cubicBezTo>
                  <a:cubicBezTo>
                    <a:pt x="73295" y="4995"/>
                    <a:pt x="55841" y="89"/>
                    <a:pt x="40958" y="6"/>
                  </a:cubicBezTo>
                  <a:cubicBezTo>
                    <a:pt x="40396" y="3"/>
                    <a:pt x="39839" y="1"/>
                    <a:pt x="392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1"/>
            <p:cNvSpPr/>
            <p:nvPr/>
          </p:nvSpPr>
          <p:spPr>
            <a:xfrm>
              <a:off x="649475" y="2235200"/>
              <a:ext cx="6624950" cy="1345700"/>
            </a:xfrm>
            <a:custGeom>
              <a:rect b="b" l="l" r="r" t="t"/>
              <a:pathLst>
                <a:path extrusionOk="0" h="53828" w="264998">
                  <a:moveTo>
                    <a:pt x="35160" y="0"/>
                  </a:moveTo>
                  <a:cubicBezTo>
                    <a:pt x="17419" y="0"/>
                    <a:pt x="5602" y="2101"/>
                    <a:pt x="0" y="6240"/>
                  </a:cubicBezTo>
                  <a:lnTo>
                    <a:pt x="215" y="6538"/>
                  </a:lnTo>
                  <a:cubicBezTo>
                    <a:pt x="4112" y="3654"/>
                    <a:pt x="13403" y="362"/>
                    <a:pt x="35411" y="362"/>
                  </a:cubicBezTo>
                  <a:cubicBezTo>
                    <a:pt x="37206" y="362"/>
                    <a:pt x="39085" y="384"/>
                    <a:pt x="41053" y="430"/>
                  </a:cubicBezTo>
                  <a:cubicBezTo>
                    <a:pt x="55876" y="787"/>
                    <a:pt x="73176" y="5978"/>
                    <a:pt x="86202" y="13979"/>
                  </a:cubicBezTo>
                  <a:cubicBezTo>
                    <a:pt x="93726" y="18623"/>
                    <a:pt x="100025" y="24350"/>
                    <a:pt x="106109" y="29886"/>
                  </a:cubicBezTo>
                  <a:cubicBezTo>
                    <a:pt x="116039" y="38911"/>
                    <a:pt x="125421" y="47436"/>
                    <a:pt x="139601" y="51567"/>
                  </a:cubicBezTo>
                  <a:cubicBezTo>
                    <a:pt x="145004" y="53139"/>
                    <a:pt x="150116" y="53827"/>
                    <a:pt x="155015" y="53827"/>
                  </a:cubicBezTo>
                  <a:cubicBezTo>
                    <a:pt x="171610" y="53827"/>
                    <a:pt x="185768" y="45925"/>
                    <a:pt x="200549" y="37661"/>
                  </a:cubicBezTo>
                  <a:cubicBezTo>
                    <a:pt x="203752" y="35875"/>
                    <a:pt x="207062" y="34030"/>
                    <a:pt x="210420" y="32244"/>
                  </a:cubicBezTo>
                  <a:cubicBezTo>
                    <a:pt x="217020" y="28737"/>
                    <a:pt x="226700" y="24823"/>
                    <a:pt x="236995" y="24823"/>
                  </a:cubicBezTo>
                  <a:cubicBezTo>
                    <a:pt x="246347" y="24823"/>
                    <a:pt x="256206" y="28053"/>
                    <a:pt x="264724" y="37756"/>
                  </a:cubicBezTo>
                  <a:lnTo>
                    <a:pt x="264998" y="37518"/>
                  </a:lnTo>
                  <a:cubicBezTo>
                    <a:pt x="257890" y="29422"/>
                    <a:pt x="249103" y="25052"/>
                    <a:pt x="238887" y="24552"/>
                  </a:cubicBezTo>
                  <a:cubicBezTo>
                    <a:pt x="238234" y="24520"/>
                    <a:pt x="237575" y="24503"/>
                    <a:pt x="236910" y="24503"/>
                  </a:cubicBezTo>
                  <a:cubicBezTo>
                    <a:pt x="228589" y="24503"/>
                    <a:pt x="219426" y="27049"/>
                    <a:pt x="210253" y="31922"/>
                  </a:cubicBezTo>
                  <a:cubicBezTo>
                    <a:pt x="206883" y="33708"/>
                    <a:pt x="203574" y="35565"/>
                    <a:pt x="200371" y="37351"/>
                  </a:cubicBezTo>
                  <a:cubicBezTo>
                    <a:pt x="185637" y="45583"/>
                    <a:pt x="171528" y="53466"/>
                    <a:pt x="155004" y="53466"/>
                  </a:cubicBezTo>
                  <a:cubicBezTo>
                    <a:pt x="150137" y="53466"/>
                    <a:pt x="145060" y="52782"/>
                    <a:pt x="139696" y="51222"/>
                  </a:cubicBezTo>
                  <a:cubicBezTo>
                    <a:pt x="125599" y="47114"/>
                    <a:pt x="116253" y="38613"/>
                    <a:pt x="106359" y="29612"/>
                  </a:cubicBezTo>
                  <a:cubicBezTo>
                    <a:pt x="100251" y="24064"/>
                    <a:pt x="93941" y="18325"/>
                    <a:pt x="86392" y="13682"/>
                  </a:cubicBezTo>
                  <a:cubicBezTo>
                    <a:pt x="73331" y="5633"/>
                    <a:pt x="55960" y="418"/>
                    <a:pt x="41077" y="73"/>
                  </a:cubicBezTo>
                  <a:cubicBezTo>
                    <a:pt x="39037" y="25"/>
                    <a:pt x="37064" y="0"/>
                    <a:pt x="35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1"/>
            <p:cNvSpPr/>
            <p:nvPr/>
          </p:nvSpPr>
          <p:spPr>
            <a:xfrm>
              <a:off x="664050" y="2134250"/>
              <a:ext cx="6610375" cy="1399125"/>
            </a:xfrm>
            <a:custGeom>
              <a:rect b="b" l="l" r="r" t="t"/>
              <a:pathLst>
                <a:path extrusionOk="0" h="55965" w="264415">
                  <a:moveTo>
                    <a:pt x="31658" y="1"/>
                  </a:moveTo>
                  <a:cubicBezTo>
                    <a:pt x="15910" y="1"/>
                    <a:pt x="5285" y="1898"/>
                    <a:pt x="1" y="5671"/>
                  </a:cubicBezTo>
                  <a:lnTo>
                    <a:pt x="215" y="5968"/>
                  </a:lnTo>
                  <a:cubicBezTo>
                    <a:pt x="3941" y="3311"/>
                    <a:pt x="12454" y="374"/>
                    <a:pt x="31865" y="374"/>
                  </a:cubicBezTo>
                  <a:cubicBezTo>
                    <a:pt x="34721" y="374"/>
                    <a:pt x="37813" y="437"/>
                    <a:pt x="41161" y="575"/>
                  </a:cubicBezTo>
                  <a:cubicBezTo>
                    <a:pt x="55972" y="1182"/>
                    <a:pt x="73177" y="6671"/>
                    <a:pt x="86047" y="14910"/>
                  </a:cubicBezTo>
                  <a:cubicBezTo>
                    <a:pt x="93489" y="19684"/>
                    <a:pt x="99692" y="25518"/>
                    <a:pt x="105681" y="31162"/>
                  </a:cubicBezTo>
                  <a:cubicBezTo>
                    <a:pt x="115456" y="40365"/>
                    <a:pt x="124683" y="49045"/>
                    <a:pt x="138792" y="53427"/>
                  </a:cubicBezTo>
                  <a:cubicBezTo>
                    <a:pt x="144499" y="55196"/>
                    <a:pt x="149895" y="55964"/>
                    <a:pt x="155070" y="55964"/>
                  </a:cubicBezTo>
                  <a:cubicBezTo>
                    <a:pt x="171272" y="55964"/>
                    <a:pt x="185312" y="48439"/>
                    <a:pt x="199966" y="40580"/>
                  </a:cubicBezTo>
                  <a:cubicBezTo>
                    <a:pt x="203205" y="38853"/>
                    <a:pt x="206539" y="37056"/>
                    <a:pt x="209932" y="35329"/>
                  </a:cubicBezTo>
                  <a:cubicBezTo>
                    <a:pt x="216438" y="32021"/>
                    <a:pt x="225885" y="28376"/>
                    <a:pt x="235908" y="28376"/>
                  </a:cubicBezTo>
                  <a:cubicBezTo>
                    <a:pt x="245474" y="28376"/>
                    <a:pt x="255565" y="31695"/>
                    <a:pt x="264129" y="41794"/>
                  </a:cubicBezTo>
                  <a:lnTo>
                    <a:pt x="264415" y="41568"/>
                  </a:lnTo>
                  <a:cubicBezTo>
                    <a:pt x="257438" y="33341"/>
                    <a:pt x="248734" y="28828"/>
                    <a:pt x="238519" y="28138"/>
                  </a:cubicBezTo>
                  <a:cubicBezTo>
                    <a:pt x="237634" y="28078"/>
                    <a:pt x="236737" y="28048"/>
                    <a:pt x="235830" y="28048"/>
                  </a:cubicBezTo>
                  <a:cubicBezTo>
                    <a:pt x="227710" y="28048"/>
                    <a:pt x="218762" y="30434"/>
                    <a:pt x="209765" y="35008"/>
                  </a:cubicBezTo>
                  <a:cubicBezTo>
                    <a:pt x="206372" y="36734"/>
                    <a:pt x="203026" y="38532"/>
                    <a:pt x="199800" y="40258"/>
                  </a:cubicBezTo>
                  <a:cubicBezTo>
                    <a:pt x="185191" y="48086"/>
                    <a:pt x="171191" y="55586"/>
                    <a:pt x="155054" y="55586"/>
                  </a:cubicBezTo>
                  <a:cubicBezTo>
                    <a:pt x="149912" y="55586"/>
                    <a:pt x="144552" y="54824"/>
                    <a:pt x="138887" y="53069"/>
                  </a:cubicBezTo>
                  <a:cubicBezTo>
                    <a:pt x="124862" y="48724"/>
                    <a:pt x="115658" y="40068"/>
                    <a:pt x="105931" y="30900"/>
                  </a:cubicBezTo>
                  <a:cubicBezTo>
                    <a:pt x="99918" y="25245"/>
                    <a:pt x="93715" y="19387"/>
                    <a:pt x="86238" y="14612"/>
                  </a:cubicBezTo>
                  <a:cubicBezTo>
                    <a:pt x="73320" y="6337"/>
                    <a:pt x="56055" y="813"/>
                    <a:pt x="41173" y="206"/>
                  </a:cubicBezTo>
                  <a:cubicBezTo>
                    <a:pt x="37818" y="69"/>
                    <a:pt x="34646" y="1"/>
                    <a:pt x="316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57" name="Google Shape;257;p11"/>
          <p:cNvPicPr preferRelativeResize="0"/>
          <p:nvPr/>
        </p:nvPicPr>
        <p:blipFill rotWithShape="1">
          <a:blip r:embed="rId3">
            <a:alphaModFix/>
          </a:blip>
          <a:srcRect b="700" l="0" r="0" t="700"/>
          <a:stretch/>
        </p:blipFill>
        <p:spPr>
          <a:xfrm>
            <a:off x="227450" y="3245000"/>
            <a:ext cx="433501" cy="410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11"/>
          <p:cNvPicPr preferRelativeResize="0"/>
          <p:nvPr/>
        </p:nvPicPr>
        <p:blipFill rotWithShape="1">
          <a:blip r:embed="rId3">
            <a:alphaModFix/>
          </a:blip>
          <a:srcRect b="700" l="0" r="0" t="700"/>
          <a:stretch/>
        </p:blipFill>
        <p:spPr>
          <a:xfrm>
            <a:off x="7343787" y="664500"/>
            <a:ext cx="433501" cy="410095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1"/>
          <p:cNvSpPr txBox="1"/>
          <p:nvPr>
            <p:ph hasCustomPrompt="1" type="title"/>
          </p:nvPr>
        </p:nvSpPr>
        <p:spPr>
          <a:xfrm>
            <a:off x="1563750" y="1449300"/>
            <a:ext cx="6016500" cy="184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b="1"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60" name="Google Shape;260;p11"/>
          <p:cNvSpPr txBox="1"/>
          <p:nvPr>
            <p:ph idx="1" type="subTitle"/>
          </p:nvPr>
        </p:nvSpPr>
        <p:spPr>
          <a:xfrm>
            <a:off x="1563750" y="3369800"/>
            <a:ext cx="6016500" cy="4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261" name="Google Shape;261;p11"/>
          <p:cNvGrpSpPr/>
          <p:nvPr/>
        </p:nvGrpSpPr>
        <p:grpSpPr>
          <a:xfrm flipH="1" rot="-4538395">
            <a:off x="-3162968" y="1909940"/>
            <a:ext cx="7214336" cy="2256720"/>
            <a:chOff x="603050" y="2134250"/>
            <a:chExt cx="6671375" cy="1887675"/>
          </a:xfrm>
        </p:grpSpPr>
        <p:sp>
          <p:nvSpPr>
            <p:cNvPr id="262" name="Google Shape;262;p11"/>
            <p:cNvSpPr/>
            <p:nvPr/>
          </p:nvSpPr>
          <p:spPr>
            <a:xfrm>
              <a:off x="608100" y="2949275"/>
              <a:ext cx="6665750" cy="1072650"/>
            </a:xfrm>
            <a:custGeom>
              <a:rect b="b" l="l" r="r" t="t"/>
              <a:pathLst>
                <a:path extrusionOk="0" h="42906" w="266630">
                  <a:moveTo>
                    <a:pt x="242926" y="0"/>
                  </a:moveTo>
                  <a:cubicBezTo>
                    <a:pt x="241564" y="0"/>
                    <a:pt x="240185" y="76"/>
                    <a:pt x="238792" y="228"/>
                  </a:cubicBezTo>
                  <a:cubicBezTo>
                    <a:pt x="230005" y="1168"/>
                    <a:pt x="220635" y="5240"/>
                    <a:pt x="211670" y="11979"/>
                  </a:cubicBezTo>
                  <a:cubicBezTo>
                    <a:pt x="208634" y="14265"/>
                    <a:pt x="205645" y="16611"/>
                    <a:pt x="202764" y="18885"/>
                  </a:cubicBezTo>
                  <a:cubicBezTo>
                    <a:pt x="187340" y="31016"/>
                    <a:pt x="172685" y="42543"/>
                    <a:pt x="152232" y="42543"/>
                  </a:cubicBezTo>
                  <a:cubicBezTo>
                    <a:pt x="149902" y="42543"/>
                    <a:pt x="147497" y="42394"/>
                    <a:pt x="145007" y="42078"/>
                  </a:cubicBezTo>
                  <a:cubicBezTo>
                    <a:pt x="130433" y="40233"/>
                    <a:pt x="119873" y="33291"/>
                    <a:pt x="108693" y="25957"/>
                  </a:cubicBezTo>
                  <a:cubicBezTo>
                    <a:pt x="101799" y="21433"/>
                    <a:pt x="94667" y="16754"/>
                    <a:pt x="86476" y="13337"/>
                  </a:cubicBezTo>
                  <a:cubicBezTo>
                    <a:pt x="75578" y="8791"/>
                    <a:pt x="62424" y="6298"/>
                    <a:pt x="50215" y="6298"/>
                  </a:cubicBezTo>
                  <a:cubicBezTo>
                    <a:pt x="46564" y="6298"/>
                    <a:pt x="42997" y="6521"/>
                    <a:pt x="39601" y="6979"/>
                  </a:cubicBezTo>
                  <a:cubicBezTo>
                    <a:pt x="18729" y="9788"/>
                    <a:pt x="5418" y="14003"/>
                    <a:pt x="0" y="19504"/>
                  </a:cubicBezTo>
                  <a:lnTo>
                    <a:pt x="262" y="19766"/>
                  </a:lnTo>
                  <a:cubicBezTo>
                    <a:pt x="3941" y="16015"/>
                    <a:pt x="13764" y="10824"/>
                    <a:pt x="39648" y="7348"/>
                  </a:cubicBezTo>
                  <a:cubicBezTo>
                    <a:pt x="43028" y="6893"/>
                    <a:pt x="46578" y="6672"/>
                    <a:pt x="50211" y="6672"/>
                  </a:cubicBezTo>
                  <a:cubicBezTo>
                    <a:pt x="62374" y="6672"/>
                    <a:pt x="75481" y="9153"/>
                    <a:pt x="86345" y="13682"/>
                  </a:cubicBezTo>
                  <a:cubicBezTo>
                    <a:pt x="94500" y="17075"/>
                    <a:pt x="101620" y="21742"/>
                    <a:pt x="108502" y="26255"/>
                  </a:cubicBezTo>
                  <a:cubicBezTo>
                    <a:pt x="119718" y="33625"/>
                    <a:pt x="130314" y="40578"/>
                    <a:pt x="144959" y="42435"/>
                  </a:cubicBezTo>
                  <a:cubicBezTo>
                    <a:pt x="147474" y="42754"/>
                    <a:pt x="149902" y="42906"/>
                    <a:pt x="152253" y="42906"/>
                  </a:cubicBezTo>
                  <a:cubicBezTo>
                    <a:pt x="172815" y="42906"/>
                    <a:pt x="187519" y="31340"/>
                    <a:pt x="202990" y="19171"/>
                  </a:cubicBezTo>
                  <a:cubicBezTo>
                    <a:pt x="205871" y="16908"/>
                    <a:pt x="208860" y="14563"/>
                    <a:pt x="211896" y="12277"/>
                  </a:cubicBezTo>
                  <a:cubicBezTo>
                    <a:pt x="219006" y="6920"/>
                    <a:pt x="230335" y="312"/>
                    <a:pt x="242921" y="312"/>
                  </a:cubicBezTo>
                  <a:cubicBezTo>
                    <a:pt x="250504" y="312"/>
                    <a:pt x="258543" y="2711"/>
                    <a:pt x="266391" y="9229"/>
                  </a:cubicBezTo>
                  <a:lnTo>
                    <a:pt x="266629" y="8943"/>
                  </a:lnTo>
                  <a:cubicBezTo>
                    <a:pt x="259467" y="3004"/>
                    <a:pt x="251508" y="0"/>
                    <a:pt x="2429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1"/>
            <p:cNvSpPr/>
            <p:nvPr/>
          </p:nvSpPr>
          <p:spPr>
            <a:xfrm>
              <a:off x="604525" y="2938825"/>
              <a:ext cx="6669025" cy="1033425"/>
            </a:xfrm>
            <a:custGeom>
              <a:rect b="b" l="l" r="r" t="t"/>
              <a:pathLst>
                <a:path extrusionOk="0" h="41337" w="266761">
                  <a:moveTo>
                    <a:pt x="242560" y="0"/>
                  </a:moveTo>
                  <a:cubicBezTo>
                    <a:pt x="241419" y="0"/>
                    <a:pt x="240266" y="53"/>
                    <a:pt x="239102" y="158"/>
                  </a:cubicBezTo>
                  <a:cubicBezTo>
                    <a:pt x="230303" y="955"/>
                    <a:pt x="220850" y="4861"/>
                    <a:pt x="211765" y="11445"/>
                  </a:cubicBezTo>
                  <a:cubicBezTo>
                    <a:pt x="208693" y="13683"/>
                    <a:pt x="205669" y="15969"/>
                    <a:pt x="202752" y="18184"/>
                  </a:cubicBezTo>
                  <a:cubicBezTo>
                    <a:pt x="187359" y="29863"/>
                    <a:pt x="172728" y="40966"/>
                    <a:pt x="152762" y="40966"/>
                  </a:cubicBezTo>
                  <a:cubicBezTo>
                    <a:pt x="150135" y="40966"/>
                    <a:pt x="147416" y="40773"/>
                    <a:pt x="144590" y="40365"/>
                  </a:cubicBezTo>
                  <a:cubicBezTo>
                    <a:pt x="130064" y="38269"/>
                    <a:pt x="119623" y="31150"/>
                    <a:pt x="108574" y="23613"/>
                  </a:cubicBezTo>
                  <a:cubicBezTo>
                    <a:pt x="101751" y="18969"/>
                    <a:pt x="94703" y="14171"/>
                    <a:pt x="86571" y="10611"/>
                  </a:cubicBezTo>
                  <a:cubicBezTo>
                    <a:pt x="75309" y="5677"/>
                    <a:pt x="61560" y="2931"/>
                    <a:pt x="48931" y="2931"/>
                  </a:cubicBezTo>
                  <a:cubicBezTo>
                    <a:pt x="45806" y="2931"/>
                    <a:pt x="42749" y="3099"/>
                    <a:pt x="39815" y="3444"/>
                  </a:cubicBezTo>
                  <a:cubicBezTo>
                    <a:pt x="18908" y="5885"/>
                    <a:pt x="5513" y="9861"/>
                    <a:pt x="1" y="15279"/>
                  </a:cubicBezTo>
                  <a:lnTo>
                    <a:pt x="251" y="15529"/>
                  </a:lnTo>
                  <a:cubicBezTo>
                    <a:pt x="4001" y="11850"/>
                    <a:pt x="13919" y="6825"/>
                    <a:pt x="39851" y="3801"/>
                  </a:cubicBezTo>
                  <a:cubicBezTo>
                    <a:pt x="42768" y="3459"/>
                    <a:pt x="45807" y="3292"/>
                    <a:pt x="48914" y="3292"/>
                  </a:cubicBezTo>
                  <a:cubicBezTo>
                    <a:pt x="61497" y="3292"/>
                    <a:pt x="75199" y="6027"/>
                    <a:pt x="86428" y="10945"/>
                  </a:cubicBezTo>
                  <a:cubicBezTo>
                    <a:pt x="94524" y="14493"/>
                    <a:pt x="101561" y="19279"/>
                    <a:pt x="108359" y="23922"/>
                  </a:cubicBezTo>
                  <a:cubicBezTo>
                    <a:pt x="119456" y="31471"/>
                    <a:pt x="129922" y="38615"/>
                    <a:pt x="144542" y="40734"/>
                  </a:cubicBezTo>
                  <a:cubicBezTo>
                    <a:pt x="147384" y="41144"/>
                    <a:pt x="150118" y="41337"/>
                    <a:pt x="152759" y="41337"/>
                  </a:cubicBezTo>
                  <a:cubicBezTo>
                    <a:pt x="172836" y="41337"/>
                    <a:pt x="187520" y="30193"/>
                    <a:pt x="202966" y="18481"/>
                  </a:cubicBezTo>
                  <a:cubicBezTo>
                    <a:pt x="205883" y="16267"/>
                    <a:pt x="208908" y="13969"/>
                    <a:pt x="211979" y="11742"/>
                  </a:cubicBezTo>
                  <a:cubicBezTo>
                    <a:pt x="219066" y="6599"/>
                    <a:pt x="230260" y="308"/>
                    <a:pt x="242600" y="308"/>
                  </a:cubicBezTo>
                  <a:cubicBezTo>
                    <a:pt x="250370" y="308"/>
                    <a:pt x="258594" y="2802"/>
                    <a:pt x="266534" y="9647"/>
                  </a:cubicBezTo>
                  <a:lnTo>
                    <a:pt x="266760" y="9373"/>
                  </a:lnTo>
                  <a:cubicBezTo>
                    <a:pt x="259527" y="3141"/>
                    <a:pt x="251396" y="0"/>
                    <a:pt x="242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1"/>
            <p:cNvSpPr/>
            <p:nvPr/>
          </p:nvSpPr>
          <p:spPr>
            <a:xfrm>
              <a:off x="603050" y="2916775"/>
              <a:ext cx="6670800" cy="1005800"/>
            </a:xfrm>
            <a:custGeom>
              <a:rect b="b" l="l" r="r" t="t"/>
              <a:pathLst>
                <a:path extrusionOk="0" h="40232" w="266832">
                  <a:moveTo>
                    <a:pt x="47581" y="0"/>
                  </a:moveTo>
                  <a:cubicBezTo>
                    <a:pt x="44993" y="0"/>
                    <a:pt x="42457" y="119"/>
                    <a:pt x="40005" y="361"/>
                  </a:cubicBezTo>
                  <a:cubicBezTo>
                    <a:pt x="19062" y="2445"/>
                    <a:pt x="5608" y="6183"/>
                    <a:pt x="0" y="11505"/>
                  </a:cubicBezTo>
                  <a:lnTo>
                    <a:pt x="250" y="11767"/>
                  </a:lnTo>
                  <a:cubicBezTo>
                    <a:pt x="4060" y="8148"/>
                    <a:pt x="14061" y="3302"/>
                    <a:pt x="40041" y="730"/>
                  </a:cubicBezTo>
                  <a:cubicBezTo>
                    <a:pt x="42490" y="487"/>
                    <a:pt x="45023" y="368"/>
                    <a:pt x="47608" y="368"/>
                  </a:cubicBezTo>
                  <a:cubicBezTo>
                    <a:pt x="60603" y="368"/>
                    <a:pt x="74908" y="3370"/>
                    <a:pt x="86487" y="8683"/>
                  </a:cubicBezTo>
                  <a:cubicBezTo>
                    <a:pt x="94524" y="12362"/>
                    <a:pt x="101477" y="17292"/>
                    <a:pt x="108192" y="22042"/>
                  </a:cubicBezTo>
                  <a:cubicBezTo>
                    <a:pt x="119146" y="29793"/>
                    <a:pt x="129504" y="37116"/>
                    <a:pt x="144078" y="39473"/>
                  </a:cubicBezTo>
                  <a:cubicBezTo>
                    <a:pt x="147258" y="39990"/>
                    <a:pt x="150307" y="40232"/>
                    <a:pt x="153246" y="40232"/>
                  </a:cubicBezTo>
                  <a:cubicBezTo>
                    <a:pt x="172829" y="40232"/>
                    <a:pt x="187478" y="29509"/>
                    <a:pt x="202883" y="18256"/>
                  </a:cubicBezTo>
                  <a:cubicBezTo>
                    <a:pt x="205835" y="16089"/>
                    <a:pt x="208895" y="13851"/>
                    <a:pt x="212015" y="11672"/>
                  </a:cubicBezTo>
                  <a:cubicBezTo>
                    <a:pt x="219065" y="6740"/>
                    <a:pt x="230090" y="772"/>
                    <a:pt x="242173" y="772"/>
                  </a:cubicBezTo>
                  <a:cubicBezTo>
                    <a:pt x="250128" y="772"/>
                    <a:pt x="258541" y="3359"/>
                    <a:pt x="266581" y="10529"/>
                  </a:cubicBezTo>
                  <a:lnTo>
                    <a:pt x="266831" y="10255"/>
                  </a:lnTo>
                  <a:cubicBezTo>
                    <a:pt x="259528" y="3740"/>
                    <a:pt x="251234" y="461"/>
                    <a:pt x="242138" y="461"/>
                  </a:cubicBezTo>
                  <a:cubicBezTo>
                    <a:pt x="241209" y="461"/>
                    <a:pt x="240272" y="495"/>
                    <a:pt x="239328" y="563"/>
                  </a:cubicBezTo>
                  <a:cubicBezTo>
                    <a:pt x="230517" y="1206"/>
                    <a:pt x="220992" y="4945"/>
                    <a:pt x="211800" y="11374"/>
                  </a:cubicBezTo>
                  <a:cubicBezTo>
                    <a:pt x="208681" y="13553"/>
                    <a:pt x="205621" y="15791"/>
                    <a:pt x="202668" y="17958"/>
                  </a:cubicBezTo>
                  <a:cubicBezTo>
                    <a:pt x="187317" y="29187"/>
                    <a:pt x="172706" y="39865"/>
                    <a:pt x="153219" y="39865"/>
                  </a:cubicBezTo>
                  <a:cubicBezTo>
                    <a:pt x="150307" y="39865"/>
                    <a:pt x="147286" y="39627"/>
                    <a:pt x="144137" y="39116"/>
                  </a:cubicBezTo>
                  <a:cubicBezTo>
                    <a:pt x="129635" y="36770"/>
                    <a:pt x="119325" y="29472"/>
                    <a:pt x="108406" y="21745"/>
                  </a:cubicBezTo>
                  <a:cubicBezTo>
                    <a:pt x="101679" y="16982"/>
                    <a:pt x="94702" y="12053"/>
                    <a:pt x="86642" y="8350"/>
                  </a:cubicBezTo>
                  <a:cubicBezTo>
                    <a:pt x="75006" y="3014"/>
                    <a:pt x="60634" y="0"/>
                    <a:pt x="475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1"/>
            <p:cNvSpPr/>
            <p:nvPr/>
          </p:nvSpPr>
          <p:spPr>
            <a:xfrm>
              <a:off x="603625" y="2820875"/>
              <a:ext cx="6670225" cy="1052250"/>
            </a:xfrm>
            <a:custGeom>
              <a:rect b="b" l="l" r="r" t="t"/>
              <a:pathLst>
                <a:path extrusionOk="0" h="42090" w="266809">
                  <a:moveTo>
                    <a:pt x="46344" y="0"/>
                  </a:moveTo>
                  <a:cubicBezTo>
                    <a:pt x="44253" y="0"/>
                    <a:pt x="42198" y="80"/>
                    <a:pt x="40196" y="244"/>
                  </a:cubicBezTo>
                  <a:cubicBezTo>
                    <a:pt x="19218" y="1959"/>
                    <a:pt x="5692" y="5471"/>
                    <a:pt x="1" y="10686"/>
                  </a:cubicBezTo>
                  <a:lnTo>
                    <a:pt x="239" y="10948"/>
                  </a:lnTo>
                  <a:cubicBezTo>
                    <a:pt x="4120" y="7400"/>
                    <a:pt x="14193" y="2721"/>
                    <a:pt x="40220" y="601"/>
                  </a:cubicBezTo>
                  <a:cubicBezTo>
                    <a:pt x="42208" y="440"/>
                    <a:pt x="44249" y="360"/>
                    <a:pt x="46327" y="360"/>
                  </a:cubicBezTo>
                  <a:cubicBezTo>
                    <a:pt x="59706" y="360"/>
                    <a:pt x="74600" y="3646"/>
                    <a:pt x="86524" y="9376"/>
                  </a:cubicBezTo>
                  <a:cubicBezTo>
                    <a:pt x="94501" y="13198"/>
                    <a:pt x="101359" y="18234"/>
                    <a:pt x="107991" y="23104"/>
                  </a:cubicBezTo>
                  <a:cubicBezTo>
                    <a:pt x="118813" y="31046"/>
                    <a:pt x="129029" y="38546"/>
                    <a:pt x="143566" y="41166"/>
                  </a:cubicBezTo>
                  <a:cubicBezTo>
                    <a:pt x="147069" y="41797"/>
                    <a:pt x="150419" y="42090"/>
                    <a:pt x="153641" y="42090"/>
                  </a:cubicBezTo>
                  <a:cubicBezTo>
                    <a:pt x="172769" y="42090"/>
                    <a:pt x="187383" y="31783"/>
                    <a:pt x="202729" y="20961"/>
                  </a:cubicBezTo>
                  <a:cubicBezTo>
                    <a:pt x="205729" y="18854"/>
                    <a:pt x="208825" y="16663"/>
                    <a:pt x="211980" y="14543"/>
                  </a:cubicBezTo>
                  <a:cubicBezTo>
                    <a:pt x="218983" y="9825"/>
                    <a:pt x="229850" y="4171"/>
                    <a:pt x="241687" y="4171"/>
                  </a:cubicBezTo>
                  <a:cubicBezTo>
                    <a:pt x="249833" y="4171"/>
                    <a:pt x="258438" y="6849"/>
                    <a:pt x="266558" y="14353"/>
                  </a:cubicBezTo>
                  <a:lnTo>
                    <a:pt x="266808" y="14091"/>
                  </a:lnTo>
                  <a:cubicBezTo>
                    <a:pt x="259457" y="7303"/>
                    <a:pt x="251007" y="3862"/>
                    <a:pt x="241659" y="3862"/>
                  </a:cubicBezTo>
                  <a:cubicBezTo>
                    <a:pt x="240939" y="3862"/>
                    <a:pt x="240214" y="3882"/>
                    <a:pt x="239483" y="3923"/>
                  </a:cubicBezTo>
                  <a:cubicBezTo>
                    <a:pt x="230661" y="4411"/>
                    <a:pt x="221076" y="7971"/>
                    <a:pt x="211777" y="14246"/>
                  </a:cubicBezTo>
                  <a:cubicBezTo>
                    <a:pt x="208622" y="16365"/>
                    <a:pt x="205515" y="18556"/>
                    <a:pt x="202526" y="20663"/>
                  </a:cubicBezTo>
                  <a:cubicBezTo>
                    <a:pt x="187233" y="31450"/>
                    <a:pt x="172655" y="41722"/>
                    <a:pt x="153612" y="41722"/>
                  </a:cubicBezTo>
                  <a:cubicBezTo>
                    <a:pt x="150417" y="41722"/>
                    <a:pt x="147097" y="41433"/>
                    <a:pt x="143626" y="40809"/>
                  </a:cubicBezTo>
                  <a:cubicBezTo>
                    <a:pt x="129172" y="38201"/>
                    <a:pt x="118992" y="30724"/>
                    <a:pt x="108205" y="22806"/>
                  </a:cubicBezTo>
                  <a:cubicBezTo>
                    <a:pt x="101561" y="17925"/>
                    <a:pt x="94679" y="12877"/>
                    <a:pt x="86678" y="9043"/>
                  </a:cubicBezTo>
                  <a:cubicBezTo>
                    <a:pt x="74718" y="3305"/>
                    <a:pt x="59772" y="0"/>
                    <a:pt x="463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11"/>
            <p:cNvSpPr/>
            <p:nvPr/>
          </p:nvSpPr>
          <p:spPr>
            <a:xfrm>
              <a:off x="606025" y="2724425"/>
              <a:ext cx="6667825" cy="1099375"/>
            </a:xfrm>
            <a:custGeom>
              <a:rect b="b" l="l" r="r" t="t"/>
              <a:pathLst>
                <a:path extrusionOk="0" h="43975" w="266713">
                  <a:moveTo>
                    <a:pt x="45120" y="1"/>
                  </a:moveTo>
                  <a:cubicBezTo>
                    <a:pt x="43512" y="1"/>
                    <a:pt x="41927" y="50"/>
                    <a:pt x="40374" y="149"/>
                  </a:cubicBezTo>
                  <a:cubicBezTo>
                    <a:pt x="19372" y="1495"/>
                    <a:pt x="5787" y="4769"/>
                    <a:pt x="0" y="9889"/>
                  </a:cubicBezTo>
                  <a:lnTo>
                    <a:pt x="250" y="10150"/>
                  </a:lnTo>
                  <a:cubicBezTo>
                    <a:pt x="4191" y="6674"/>
                    <a:pt x="14335" y="2185"/>
                    <a:pt x="40410" y="518"/>
                  </a:cubicBezTo>
                  <a:cubicBezTo>
                    <a:pt x="41956" y="419"/>
                    <a:pt x="43534" y="370"/>
                    <a:pt x="45136" y="370"/>
                  </a:cubicBezTo>
                  <a:cubicBezTo>
                    <a:pt x="58853" y="370"/>
                    <a:pt x="74318" y="3961"/>
                    <a:pt x="86547" y="10091"/>
                  </a:cubicBezTo>
                  <a:cubicBezTo>
                    <a:pt x="94441" y="14044"/>
                    <a:pt x="101227" y="19211"/>
                    <a:pt x="107776" y="24188"/>
                  </a:cubicBezTo>
                  <a:cubicBezTo>
                    <a:pt x="118432" y="32332"/>
                    <a:pt x="128528" y="39999"/>
                    <a:pt x="143018" y="42869"/>
                  </a:cubicBezTo>
                  <a:cubicBezTo>
                    <a:pt x="146843" y="43627"/>
                    <a:pt x="150492" y="43975"/>
                    <a:pt x="153996" y="43975"/>
                  </a:cubicBezTo>
                  <a:cubicBezTo>
                    <a:pt x="172677" y="43975"/>
                    <a:pt x="187246" y="34086"/>
                    <a:pt x="202525" y="23700"/>
                  </a:cubicBezTo>
                  <a:cubicBezTo>
                    <a:pt x="205562" y="21640"/>
                    <a:pt x="208693" y="19509"/>
                    <a:pt x="211884" y="17449"/>
                  </a:cubicBezTo>
                  <a:cubicBezTo>
                    <a:pt x="218840" y="12936"/>
                    <a:pt x="229526" y="7594"/>
                    <a:pt x="241107" y="7594"/>
                  </a:cubicBezTo>
                  <a:cubicBezTo>
                    <a:pt x="249447" y="7594"/>
                    <a:pt x="258252" y="10365"/>
                    <a:pt x="266462" y="18211"/>
                  </a:cubicBezTo>
                  <a:lnTo>
                    <a:pt x="266712" y="17949"/>
                  </a:lnTo>
                  <a:cubicBezTo>
                    <a:pt x="259310" y="10864"/>
                    <a:pt x="250693" y="7276"/>
                    <a:pt x="241074" y="7276"/>
                  </a:cubicBezTo>
                  <a:cubicBezTo>
                    <a:pt x="240574" y="7276"/>
                    <a:pt x="240071" y="7285"/>
                    <a:pt x="239566" y="7305"/>
                  </a:cubicBezTo>
                  <a:cubicBezTo>
                    <a:pt x="230731" y="7638"/>
                    <a:pt x="221099" y="11043"/>
                    <a:pt x="211681" y="17139"/>
                  </a:cubicBezTo>
                  <a:cubicBezTo>
                    <a:pt x="208490" y="19211"/>
                    <a:pt x="205359" y="21342"/>
                    <a:pt x="202323" y="23402"/>
                  </a:cubicBezTo>
                  <a:cubicBezTo>
                    <a:pt x="187090" y="33751"/>
                    <a:pt x="172575" y="43610"/>
                    <a:pt x="153990" y="43610"/>
                  </a:cubicBezTo>
                  <a:cubicBezTo>
                    <a:pt x="150510" y="43610"/>
                    <a:pt x="146887" y="43265"/>
                    <a:pt x="143089" y="42512"/>
                  </a:cubicBezTo>
                  <a:cubicBezTo>
                    <a:pt x="128683" y="39654"/>
                    <a:pt x="118622" y="31998"/>
                    <a:pt x="107990" y="23902"/>
                  </a:cubicBezTo>
                  <a:cubicBezTo>
                    <a:pt x="101418" y="18913"/>
                    <a:pt x="94631" y="13734"/>
                    <a:pt x="86701" y="9758"/>
                  </a:cubicBezTo>
                  <a:cubicBezTo>
                    <a:pt x="74419" y="3595"/>
                    <a:pt x="58900" y="1"/>
                    <a:pt x="45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11"/>
            <p:cNvSpPr/>
            <p:nvPr/>
          </p:nvSpPr>
          <p:spPr>
            <a:xfrm>
              <a:off x="610775" y="2627700"/>
              <a:ext cx="6663075" cy="1147100"/>
            </a:xfrm>
            <a:custGeom>
              <a:rect b="b" l="l" r="r" t="t"/>
              <a:pathLst>
                <a:path extrusionOk="0" h="45884" w="266523">
                  <a:moveTo>
                    <a:pt x="43919" y="0"/>
                  </a:moveTo>
                  <a:cubicBezTo>
                    <a:pt x="42779" y="0"/>
                    <a:pt x="41652" y="26"/>
                    <a:pt x="40541" y="77"/>
                  </a:cubicBezTo>
                  <a:cubicBezTo>
                    <a:pt x="19515" y="1054"/>
                    <a:pt x="5870" y="4090"/>
                    <a:pt x="1" y="9102"/>
                  </a:cubicBezTo>
                  <a:lnTo>
                    <a:pt x="239" y="9376"/>
                  </a:lnTo>
                  <a:cubicBezTo>
                    <a:pt x="4227" y="5971"/>
                    <a:pt x="14467" y="1649"/>
                    <a:pt x="40553" y="434"/>
                  </a:cubicBezTo>
                  <a:cubicBezTo>
                    <a:pt x="41663" y="383"/>
                    <a:pt x="42788" y="357"/>
                    <a:pt x="43926" y="357"/>
                  </a:cubicBezTo>
                  <a:cubicBezTo>
                    <a:pt x="57980" y="357"/>
                    <a:pt x="73989" y="4252"/>
                    <a:pt x="86523" y="10817"/>
                  </a:cubicBezTo>
                  <a:cubicBezTo>
                    <a:pt x="94346" y="14912"/>
                    <a:pt x="101037" y="20187"/>
                    <a:pt x="107502" y="25283"/>
                  </a:cubicBezTo>
                  <a:cubicBezTo>
                    <a:pt x="118039" y="33593"/>
                    <a:pt x="127981" y="41451"/>
                    <a:pt x="142411" y="44571"/>
                  </a:cubicBezTo>
                  <a:cubicBezTo>
                    <a:pt x="146566" y="45473"/>
                    <a:pt x="150520" y="45883"/>
                    <a:pt x="154313" y="45883"/>
                  </a:cubicBezTo>
                  <a:cubicBezTo>
                    <a:pt x="172548" y="45883"/>
                    <a:pt x="187052" y="36397"/>
                    <a:pt x="202240" y="26461"/>
                  </a:cubicBezTo>
                  <a:cubicBezTo>
                    <a:pt x="205312" y="24449"/>
                    <a:pt x="208491" y="22378"/>
                    <a:pt x="211706" y="20365"/>
                  </a:cubicBezTo>
                  <a:cubicBezTo>
                    <a:pt x="218611" y="16054"/>
                    <a:pt x="229117" y="11007"/>
                    <a:pt x="240446" y="11007"/>
                  </a:cubicBezTo>
                  <a:cubicBezTo>
                    <a:pt x="248983" y="11007"/>
                    <a:pt x="257988" y="13873"/>
                    <a:pt x="266272" y="22080"/>
                  </a:cubicBezTo>
                  <a:lnTo>
                    <a:pt x="266522" y="21818"/>
                  </a:lnTo>
                  <a:cubicBezTo>
                    <a:pt x="259063" y="14429"/>
                    <a:pt x="250259" y="10690"/>
                    <a:pt x="240352" y="10690"/>
                  </a:cubicBezTo>
                  <a:cubicBezTo>
                    <a:pt x="240091" y="10690"/>
                    <a:pt x="239829" y="10692"/>
                    <a:pt x="239566" y="10698"/>
                  </a:cubicBezTo>
                  <a:cubicBezTo>
                    <a:pt x="230732" y="10876"/>
                    <a:pt x="221040" y="14115"/>
                    <a:pt x="211515" y="20056"/>
                  </a:cubicBezTo>
                  <a:cubicBezTo>
                    <a:pt x="208300" y="22068"/>
                    <a:pt x="205122" y="24152"/>
                    <a:pt x="202050" y="26152"/>
                  </a:cubicBezTo>
                  <a:cubicBezTo>
                    <a:pt x="186888" y="36065"/>
                    <a:pt x="172430" y="45521"/>
                    <a:pt x="154274" y="45521"/>
                  </a:cubicBezTo>
                  <a:cubicBezTo>
                    <a:pt x="150515" y="45521"/>
                    <a:pt x="146598" y="45116"/>
                    <a:pt x="142483" y="44226"/>
                  </a:cubicBezTo>
                  <a:cubicBezTo>
                    <a:pt x="128136" y="41118"/>
                    <a:pt x="118218" y="33284"/>
                    <a:pt x="107716" y="24997"/>
                  </a:cubicBezTo>
                  <a:cubicBezTo>
                    <a:pt x="101239" y="19889"/>
                    <a:pt x="94548" y="14603"/>
                    <a:pt x="86690" y="10495"/>
                  </a:cubicBezTo>
                  <a:cubicBezTo>
                    <a:pt x="74109" y="3907"/>
                    <a:pt x="58032" y="0"/>
                    <a:pt x="439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1"/>
            <p:cNvSpPr/>
            <p:nvPr/>
          </p:nvSpPr>
          <p:spPr>
            <a:xfrm>
              <a:off x="617325" y="2530375"/>
              <a:ext cx="6656525" cy="1195600"/>
            </a:xfrm>
            <a:custGeom>
              <a:rect b="b" l="l" r="r" t="t"/>
              <a:pathLst>
                <a:path extrusionOk="0" h="47824" w="266261">
                  <a:moveTo>
                    <a:pt x="42753" y="0"/>
                  </a:moveTo>
                  <a:cubicBezTo>
                    <a:pt x="42062" y="0"/>
                    <a:pt x="41376" y="10"/>
                    <a:pt x="40696" y="29"/>
                  </a:cubicBezTo>
                  <a:cubicBezTo>
                    <a:pt x="19646" y="637"/>
                    <a:pt x="5966" y="3435"/>
                    <a:pt x="1" y="8352"/>
                  </a:cubicBezTo>
                  <a:lnTo>
                    <a:pt x="227" y="8626"/>
                  </a:lnTo>
                  <a:cubicBezTo>
                    <a:pt x="4287" y="5292"/>
                    <a:pt x="14598" y="1149"/>
                    <a:pt x="40696" y="387"/>
                  </a:cubicBezTo>
                  <a:cubicBezTo>
                    <a:pt x="41375" y="367"/>
                    <a:pt x="42061" y="357"/>
                    <a:pt x="42751" y="357"/>
                  </a:cubicBezTo>
                  <a:cubicBezTo>
                    <a:pt x="57119" y="357"/>
                    <a:pt x="73684" y="4580"/>
                    <a:pt x="86476" y="11566"/>
                  </a:cubicBezTo>
                  <a:cubicBezTo>
                    <a:pt x="94239" y="15805"/>
                    <a:pt x="100823" y="21199"/>
                    <a:pt x="107193" y="26402"/>
                  </a:cubicBezTo>
                  <a:cubicBezTo>
                    <a:pt x="117587" y="34903"/>
                    <a:pt x="127397" y="42927"/>
                    <a:pt x="141768" y="46297"/>
                  </a:cubicBezTo>
                  <a:cubicBezTo>
                    <a:pt x="146242" y="47349"/>
                    <a:pt x="150491" y="47823"/>
                    <a:pt x="154562" y="47823"/>
                  </a:cubicBezTo>
                  <a:cubicBezTo>
                    <a:pt x="172376" y="47823"/>
                    <a:pt x="186800" y="38740"/>
                    <a:pt x="201919" y="29223"/>
                  </a:cubicBezTo>
                  <a:cubicBezTo>
                    <a:pt x="205014" y="27271"/>
                    <a:pt x="208229" y="25259"/>
                    <a:pt x="211479" y="23306"/>
                  </a:cubicBezTo>
                  <a:cubicBezTo>
                    <a:pt x="218321" y="19200"/>
                    <a:pt x="228632" y="14450"/>
                    <a:pt x="239705" y="14450"/>
                  </a:cubicBezTo>
                  <a:cubicBezTo>
                    <a:pt x="248443" y="14450"/>
                    <a:pt x="257655" y="17408"/>
                    <a:pt x="266010" y="25973"/>
                  </a:cubicBezTo>
                  <a:lnTo>
                    <a:pt x="266260" y="25711"/>
                  </a:lnTo>
                  <a:cubicBezTo>
                    <a:pt x="258758" y="18019"/>
                    <a:pt x="249789" y="14126"/>
                    <a:pt x="239600" y="14126"/>
                  </a:cubicBezTo>
                  <a:cubicBezTo>
                    <a:pt x="239569" y="14126"/>
                    <a:pt x="239538" y="14126"/>
                    <a:pt x="239507" y="14126"/>
                  </a:cubicBezTo>
                  <a:cubicBezTo>
                    <a:pt x="230672" y="14150"/>
                    <a:pt x="220921" y="17222"/>
                    <a:pt x="211301" y="22996"/>
                  </a:cubicBezTo>
                  <a:cubicBezTo>
                    <a:pt x="208038" y="24949"/>
                    <a:pt x="204824" y="26973"/>
                    <a:pt x="201728" y="28926"/>
                  </a:cubicBezTo>
                  <a:cubicBezTo>
                    <a:pt x="186657" y="38411"/>
                    <a:pt x="172266" y="47461"/>
                    <a:pt x="154532" y="47461"/>
                  </a:cubicBezTo>
                  <a:cubicBezTo>
                    <a:pt x="150494" y="47461"/>
                    <a:pt x="146283" y="46992"/>
                    <a:pt x="141852" y="45952"/>
                  </a:cubicBezTo>
                  <a:cubicBezTo>
                    <a:pt x="127564" y="42594"/>
                    <a:pt x="117777" y="34593"/>
                    <a:pt x="107431" y="26128"/>
                  </a:cubicBezTo>
                  <a:cubicBezTo>
                    <a:pt x="101037" y="20901"/>
                    <a:pt x="94441" y="15507"/>
                    <a:pt x="86654" y="11245"/>
                  </a:cubicBezTo>
                  <a:cubicBezTo>
                    <a:pt x="73804" y="4235"/>
                    <a:pt x="57180" y="0"/>
                    <a:pt x="427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11"/>
            <p:cNvSpPr/>
            <p:nvPr/>
          </p:nvSpPr>
          <p:spPr>
            <a:xfrm>
              <a:off x="625950" y="2432750"/>
              <a:ext cx="6647900" cy="1244800"/>
            </a:xfrm>
            <a:custGeom>
              <a:rect b="b" l="l" r="r" t="t"/>
              <a:pathLst>
                <a:path extrusionOk="0" h="49792" w="265916">
                  <a:moveTo>
                    <a:pt x="41667" y="0"/>
                  </a:moveTo>
                  <a:cubicBezTo>
                    <a:pt x="41386" y="0"/>
                    <a:pt x="41106" y="2"/>
                    <a:pt x="40827" y="5"/>
                  </a:cubicBezTo>
                  <a:cubicBezTo>
                    <a:pt x="19777" y="243"/>
                    <a:pt x="6049" y="2803"/>
                    <a:pt x="1" y="7613"/>
                  </a:cubicBezTo>
                  <a:lnTo>
                    <a:pt x="227" y="7899"/>
                  </a:lnTo>
                  <a:cubicBezTo>
                    <a:pt x="4335" y="4625"/>
                    <a:pt x="14717" y="672"/>
                    <a:pt x="40827" y="362"/>
                  </a:cubicBezTo>
                  <a:cubicBezTo>
                    <a:pt x="41089" y="360"/>
                    <a:pt x="41350" y="358"/>
                    <a:pt x="41613" y="358"/>
                  </a:cubicBezTo>
                  <a:cubicBezTo>
                    <a:pt x="56276" y="358"/>
                    <a:pt x="73363" y="4913"/>
                    <a:pt x="86405" y="12340"/>
                  </a:cubicBezTo>
                  <a:cubicBezTo>
                    <a:pt x="94096" y="16710"/>
                    <a:pt x="100585" y="22210"/>
                    <a:pt x="106871" y="27532"/>
                  </a:cubicBezTo>
                  <a:cubicBezTo>
                    <a:pt x="117111" y="36212"/>
                    <a:pt x="126779" y="44404"/>
                    <a:pt x="141078" y="48035"/>
                  </a:cubicBezTo>
                  <a:cubicBezTo>
                    <a:pt x="145866" y="49249"/>
                    <a:pt x="150405" y="49792"/>
                    <a:pt x="154753" y="49792"/>
                  </a:cubicBezTo>
                  <a:cubicBezTo>
                    <a:pt x="172149" y="49792"/>
                    <a:pt x="186490" y="41108"/>
                    <a:pt x="201502" y="32021"/>
                  </a:cubicBezTo>
                  <a:cubicBezTo>
                    <a:pt x="204645" y="30116"/>
                    <a:pt x="207884" y="28152"/>
                    <a:pt x="211182" y="26258"/>
                  </a:cubicBezTo>
                  <a:cubicBezTo>
                    <a:pt x="217949" y="22353"/>
                    <a:pt x="228064" y="17884"/>
                    <a:pt x="238884" y="17884"/>
                  </a:cubicBezTo>
                  <a:cubicBezTo>
                    <a:pt x="247824" y="17884"/>
                    <a:pt x="257244" y="20936"/>
                    <a:pt x="265653" y="29878"/>
                  </a:cubicBezTo>
                  <a:lnTo>
                    <a:pt x="265915" y="29628"/>
                  </a:lnTo>
                  <a:cubicBezTo>
                    <a:pt x="258521" y="21770"/>
                    <a:pt x="249592" y="17722"/>
                    <a:pt x="239364" y="17567"/>
                  </a:cubicBezTo>
                  <a:cubicBezTo>
                    <a:pt x="239173" y="17564"/>
                    <a:pt x="238981" y="17563"/>
                    <a:pt x="238788" y="17563"/>
                  </a:cubicBezTo>
                  <a:cubicBezTo>
                    <a:pt x="230104" y="17563"/>
                    <a:pt x="220508" y="20451"/>
                    <a:pt x="211003" y="25937"/>
                  </a:cubicBezTo>
                  <a:cubicBezTo>
                    <a:pt x="207717" y="27842"/>
                    <a:pt x="204467" y="29807"/>
                    <a:pt x="201336" y="31700"/>
                  </a:cubicBezTo>
                  <a:cubicBezTo>
                    <a:pt x="186364" y="40762"/>
                    <a:pt x="172056" y="49421"/>
                    <a:pt x="154743" y="49421"/>
                  </a:cubicBezTo>
                  <a:cubicBezTo>
                    <a:pt x="150426" y="49421"/>
                    <a:pt x="145921" y="48883"/>
                    <a:pt x="141173" y="47678"/>
                  </a:cubicBezTo>
                  <a:cubicBezTo>
                    <a:pt x="126945" y="44082"/>
                    <a:pt x="117301" y="35903"/>
                    <a:pt x="107098" y="27259"/>
                  </a:cubicBezTo>
                  <a:cubicBezTo>
                    <a:pt x="100799" y="21925"/>
                    <a:pt x="94298" y="16412"/>
                    <a:pt x="86583" y="12031"/>
                  </a:cubicBezTo>
                  <a:cubicBezTo>
                    <a:pt x="73509" y="4577"/>
                    <a:pt x="56377" y="0"/>
                    <a:pt x="416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1"/>
            <p:cNvSpPr/>
            <p:nvPr/>
          </p:nvSpPr>
          <p:spPr>
            <a:xfrm>
              <a:off x="636675" y="2334800"/>
              <a:ext cx="6637450" cy="1294425"/>
            </a:xfrm>
            <a:custGeom>
              <a:rect b="b" l="l" r="r" t="t"/>
              <a:pathLst>
                <a:path extrusionOk="0" h="51777" w="265498">
                  <a:moveTo>
                    <a:pt x="39287" y="1"/>
                  </a:moveTo>
                  <a:cubicBezTo>
                    <a:pt x="19177" y="1"/>
                    <a:pt x="5968" y="2322"/>
                    <a:pt x="0" y="6900"/>
                  </a:cubicBezTo>
                  <a:lnTo>
                    <a:pt x="227" y="7186"/>
                  </a:lnTo>
                  <a:cubicBezTo>
                    <a:pt x="4311" y="4047"/>
                    <a:pt x="14422" y="359"/>
                    <a:pt x="39404" y="359"/>
                  </a:cubicBezTo>
                  <a:cubicBezTo>
                    <a:pt x="39912" y="359"/>
                    <a:pt x="40426" y="360"/>
                    <a:pt x="40946" y="363"/>
                  </a:cubicBezTo>
                  <a:cubicBezTo>
                    <a:pt x="55781" y="447"/>
                    <a:pt x="73164" y="5340"/>
                    <a:pt x="86309" y="13127"/>
                  </a:cubicBezTo>
                  <a:cubicBezTo>
                    <a:pt x="93917" y="17639"/>
                    <a:pt x="100311" y="23247"/>
                    <a:pt x="106502" y="28676"/>
                  </a:cubicBezTo>
                  <a:cubicBezTo>
                    <a:pt x="116586" y="37535"/>
                    <a:pt x="126111" y="45905"/>
                    <a:pt x="140363" y="49774"/>
                  </a:cubicBezTo>
                  <a:cubicBezTo>
                    <a:pt x="145461" y="51162"/>
                    <a:pt x="150287" y="51777"/>
                    <a:pt x="154911" y="51777"/>
                  </a:cubicBezTo>
                  <a:cubicBezTo>
                    <a:pt x="171899" y="51777"/>
                    <a:pt x="186153" y="43484"/>
                    <a:pt x="201061" y="34808"/>
                  </a:cubicBezTo>
                  <a:cubicBezTo>
                    <a:pt x="204228" y="32963"/>
                    <a:pt x="207503" y="31058"/>
                    <a:pt x="210836" y="29212"/>
                  </a:cubicBezTo>
                  <a:cubicBezTo>
                    <a:pt x="217522" y="25512"/>
                    <a:pt x="227422" y="21326"/>
                    <a:pt x="237978" y="21326"/>
                  </a:cubicBezTo>
                  <a:cubicBezTo>
                    <a:pt x="247122" y="21326"/>
                    <a:pt x="256758" y="24467"/>
                    <a:pt x="265224" y="33784"/>
                  </a:cubicBezTo>
                  <a:lnTo>
                    <a:pt x="265498" y="33546"/>
                  </a:lnTo>
                  <a:cubicBezTo>
                    <a:pt x="258247" y="25569"/>
                    <a:pt x="249377" y="21354"/>
                    <a:pt x="239149" y="21033"/>
                  </a:cubicBezTo>
                  <a:cubicBezTo>
                    <a:pt x="238730" y="21019"/>
                    <a:pt x="238308" y="21012"/>
                    <a:pt x="237884" y="21012"/>
                  </a:cubicBezTo>
                  <a:cubicBezTo>
                    <a:pt x="229391" y="21012"/>
                    <a:pt x="220013" y="23731"/>
                    <a:pt x="210658" y="28903"/>
                  </a:cubicBezTo>
                  <a:cubicBezTo>
                    <a:pt x="207324" y="30748"/>
                    <a:pt x="204050" y="32653"/>
                    <a:pt x="200871" y="34498"/>
                  </a:cubicBezTo>
                  <a:cubicBezTo>
                    <a:pt x="186013" y="43140"/>
                    <a:pt x="171810" y="51406"/>
                    <a:pt x="154899" y="51406"/>
                  </a:cubicBezTo>
                  <a:cubicBezTo>
                    <a:pt x="150304" y="51406"/>
                    <a:pt x="145509" y="50796"/>
                    <a:pt x="140447" y="49417"/>
                  </a:cubicBezTo>
                  <a:cubicBezTo>
                    <a:pt x="126290" y="45571"/>
                    <a:pt x="116789" y="37237"/>
                    <a:pt x="106740" y="28402"/>
                  </a:cubicBezTo>
                  <a:cubicBezTo>
                    <a:pt x="100537" y="22961"/>
                    <a:pt x="94131" y="17342"/>
                    <a:pt x="86499" y="12817"/>
                  </a:cubicBezTo>
                  <a:cubicBezTo>
                    <a:pt x="73295" y="4995"/>
                    <a:pt x="55841" y="89"/>
                    <a:pt x="40958" y="6"/>
                  </a:cubicBezTo>
                  <a:cubicBezTo>
                    <a:pt x="40396" y="3"/>
                    <a:pt x="39839" y="1"/>
                    <a:pt x="392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1"/>
            <p:cNvSpPr/>
            <p:nvPr/>
          </p:nvSpPr>
          <p:spPr>
            <a:xfrm>
              <a:off x="649475" y="2235200"/>
              <a:ext cx="6624950" cy="1345700"/>
            </a:xfrm>
            <a:custGeom>
              <a:rect b="b" l="l" r="r" t="t"/>
              <a:pathLst>
                <a:path extrusionOk="0" h="53828" w="264998">
                  <a:moveTo>
                    <a:pt x="35160" y="0"/>
                  </a:moveTo>
                  <a:cubicBezTo>
                    <a:pt x="17419" y="0"/>
                    <a:pt x="5602" y="2101"/>
                    <a:pt x="0" y="6240"/>
                  </a:cubicBezTo>
                  <a:lnTo>
                    <a:pt x="215" y="6538"/>
                  </a:lnTo>
                  <a:cubicBezTo>
                    <a:pt x="4112" y="3654"/>
                    <a:pt x="13403" y="362"/>
                    <a:pt x="35411" y="362"/>
                  </a:cubicBezTo>
                  <a:cubicBezTo>
                    <a:pt x="37206" y="362"/>
                    <a:pt x="39085" y="384"/>
                    <a:pt x="41053" y="430"/>
                  </a:cubicBezTo>
                  <a:cubicBezTo>
                    <a:pt x="55876" y="787"/>
                    <a:pt x="73176" y="5978"/>
                    <a:pt x="86202" y="13979"/>
                  </a:cubicBezTo>
                  <a:cubicBezTo>
                    <a:pt x="93726" y="18623"/>
                    <a:pt x="100025" y="24350"/>
                    <a:pt x="106109" y="29886"/>
                  </a:cubicBezTo>
                  <a:cubicBezTo>
                    <a:pt x="116039" y="38911"/>
                    <a:pt x="125421" y="47436"/>
                    <a:pt x="139601" y="51567"/>
                  </a:cubicBezTo>
                  <a:cubicBezTo>
                    <a:pt x="145004" y="53139"/>
                    <a:pt x="150116" y="53827"/>
                    <a:pt x="155015" y="53827"/>
                  </a:cubicBezTo>
                  <a:cubicBezTo>
                    <a:pt x="171610" y="53827"/>
                    <a:pt x="185768" y="45925"/>
                    <a:pt x="200549" y="37661"/>
                  </a:cubicBezTo>
                  <a:cubicBezTo>
                    <a:pt x="203752" y="35875"/>
                    <a:pt x="207062" y="34030"/>
                    <a:pt x="210420" y="32244"/>
                  </a:cubicBezTo>
                  <a:cubicBezTo>
                    <a:pt x="217020" y="28737"/>
                    <a:pt x="226700" y="24823"/>
                    <a:pt x="236995" y="24823"/>
                  </a:cubicBezTo>
                  <a:cubicBezTo>
                    <a:pt x="246347" y="24823"/>
                    <a:pt x="256206" y="28053"/>
                    <a:pt x="264724" y="37756"/>
                  </a:cubicBezTo>
                  <a:lnTo>
                    <a:pt x="264998" y="37518"/>
                  </a:lnTo>
                  <a:cubicBezTo>
                    <a:pt x="257890" y="29422"/>
                    <a:pt x="249103" y="25052"/>
                    <a:pt x="238887" y="24552"/>
                  </a:cubicBezTo>
                  <a:cubicBezTo>
                    <a:pt x="238234" y="24520"/>
                    <a:pt x="237575" y="24503"/>
                    <a:pt x="236910" y="24503"/>
                  </a:cubicBezTo>
                  <a:cubicBezTo>
                    <a:pt x="228589" y="24503"/>
                    <a:pt x="219426" y="27049"/>
                    <a:pt x="210253" y="31922"/>
                  </a:cubicBezTo>
                  <a:cubicBezTo>
                    <a:pt x="206883" y="33708"/>
                    <a:pt x="203574" y="35565"/>
                    <a:pt x="200371" y="37351"/>
                  </a:cubicBezTo>
                  <a:cubicBezTo>
                    <a:pt x="185637" y="45583"/>
                    <a:pt x="171528" y="53466"/>
                    <a:pt x="155004" y="53466"/>
                  </a:cubicBezTo>
                  <a:cubicBezTo>
                    <a:pt x="150137" y="53466"/>
                    <a:pt x="145060" y="52782"/>
                    <a:pt x="139696" y="51222"/>
                  </a:cubicBezTo>
                  <a:cubicBezTo>
                    <a:pt x="125599" y="47114"/>
                    <a:pt x="116253" y="38613"/>
                    <a:pt x="106359" y="29612"/>
                  </a:cubicBezTo>
                  <a:cubicBezTo>
                    <a:pt x="100251" y="24064"/>
                    <a:pt x="93941" y="18325"/>
                    <a:pt x="86392" y="13682"/>
                  </a:cubicBezTo>
                  <a:cubicBezTo>
                    <a:pt x="73331" y="5633"/>
                    <a:pt x="55960" y="418"/>
                    <a:pt x="41077" y="73"/>
                  </a:cubicBezTo>
                  <a:cubicBezTo>
                    <a:pt x="39037" y="25"/>
                    <a:pt x="37064" y="0"/>
                    <a:pt x="35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11"/>
            <p:cNvSpPr/>
            <p:nvPr/>
          </p:nvSpPr>
          <p:spPr>
            <a:xfrm>
              <a:off x="664050" y="2134250"/>
              <a:ext cx="6610375" cy="1399125"/>
            </a:xfrm>
            <a:custGeom>
              <a:rect b="b" l="l" r="r" t="t"/>
              <a:pathLst>
                <a:path extrusionOk="0" h="55965" w="264415">
                  <a:moveTo>
                    <a:pt x="31658" y="1"/>
                  </a:moveTo>
                  <a:cubicBezTo>
                    <a:pt x="15910" y="1"/>
                    <a:pt x="5285" y="1898"/>
                    <a:pt x="1" y="5671"/>
                  </a:cubicBezTo>
                  <a:lnTo>
                    <a:pt x="215" y="5968"/>
                  </a:lnTo>
                  <a:cubicBezTo>
                    <a:pt x="3941" y="3311"/>
                    <a:pt x="12454" y="374"/>
                    <a:pt x="31865" y="374"/>
                  </a:cubicBezTo>
                  <a:cubicBezTo>
                    <a:pt x="34721" y="374"/>
                    <a:pt x="37813" y="437"/>
                    <a:pt x="41161" y="575"/>
                  </a:cubicBezTo>
                  <a:cubicBezTo>
                    <a:pt x="55972" y="1182"/>
                    <a:pt x="73177" y="6671"/>
                    <a:pt x="86047" y="14910"/>
                  </a:cubicBezTo>
                  <a:cubicBezTo>
                    <a:pt x="93489" y="19684"/>
                    <a:pt x="99692" y="25518"/>
                    <a:pt x="105681" y="31162"/>
                  </a:cubicBezTo>
                  <a:cubicBezTo>
                    <a:pt x="115456" y="40365"/>
                    <a:pt x="124683" y="49045"/>
                    <a:pt x="138792" y="53427"/>
                  </a:cubicBezTo>
                  <a:cubicBezTo>
                    <a:pt x="144499" y="55196"/>
                    <a:pt x="149895" y="55964"/>
                    <a:pt x="155070" y="55964"/>
                  </a:cubicBezTo>
                  <a:cubicBezTo>
                    <a:pt x="171272" y="55964"/>
                    <a:pt x="185312" y="48439"/>
                    <a:pt x="199966" y="40580"/>
                  </a:cubicBezTo>
                  <a:cubicBezTo>
                    <a:pt x="203205" y="38853"/>
                    <a:pt x="206539" y="37056"/>
                    <a:pt x="209932" y="35329"/>
                  </a:cubicBezTo>
                  <a:cubicBezTo>
                    <a:pt x="216438" y="32021"/>
                    <a:pt x="225885" y="28376"/>
                    <a:pt x="235908" y="28376"/>
                  </a:cubicBezTo>
                  <a:cubicBezTo>
                    <a:pt x="245474" y="28376"/>
                    <a:pt x="255565" y="31695"/>
                    <a:pt x="264129" y="41794"/>
                  </a:cubicBezTo>
                  <a:lnTo>
                    <a:pt x="264415" y="41568"/>
                  </a:lnTo>
                  <a:cubicBezTo>
                    <a:pt x="257438" y="33341"/>
                    <a:pt x="248734" y="28828"/>
                    <a:pt x="238519" y="28138"/>
                  </a:cubicBezTo>
                  <a:cubicBezTo>
                    <a:pt x="237634" y="28078"/>
                    <a:pt x="236737" y="28048"/>
                    <a:pt x="235830" y="28048"/>
                  </a:cubicBezTo>
                  <a:cubicBezTo>
                    <a:pt x="227710" y="28048"/>
                    <a:pt x="218762" y="30434"/>
                    <a:pt x="209765" y="35008"/>
                  </a:cubicBezTo>
                  <a:cubicBezTo>
                    <a:pt x="206372" y="36734"/>
                    <a:pt x="203026" y="38532"/>
                    <a:pt x="199800" y="40258"/>
                  </a:cubicBezTo>
                  <a:cubicBezTo>
                    <a:pt x="185191" y="48086"/>
                    <a:pt x="171191" y="55586"/>
                    <a:pt x="155054" y="55586"/>
                  </a:cubicBezTo>
                  <a:cubicBezTo>
                    <a:pt x="149912" y="55586"/>
                    <a:pt x="144552" y="54824"/>
                    <a:pt x="138887" y="53069"/>
                  </a:cubicBezTo>
                  <a:cubicBezTo>
                    <a:pt x="124862" y="48724"/>
                    <a:pt x="115658" y="40068"/>
                    <a:pt x="105931" y="30900"/>
                  </a:cubicBezTo>
                  <a:cubicBezTo>
                    <a:pt x="99918" y="25245"/>
                    <a:pt x="93715" y="19387"/>
                    <a:pt x="86238" y="14612"/>
                  </a:cubicBezTo>
                  <a:cubicBezTo>
                    <a:pt x="73320" y="6337"/>
                    <a:pt x="56055" y="813"/>
                    <a:pt x="41173" y="206"/>
                  </a:cubicBezTo>
                  <a:cubicBezTo>
                    <a:pt x="37818" y="69"/>
                    <a:pt x="34646" y="1"/>
                    <a:pt x="316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2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3"/>
          <p:cNvSpPr txBox="1"/>
          <p:nvPr>
            <p:ph hasCustomPrompt="1" type="title"/>
          </p:nvPr>
        </p:nvSpPr>
        <p:spPr>
          <a:xfrm>
            <a:off x="641350" y="1181700"/>
            <a:ext cx="1275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77" name="Google Shape;277;p13"/>
          <p:cNvSpPr txBox="1"/>
          <p:nvPr>
            <p:ph idx="1" type="subTitle"/>
          </p:nvPr>
        </p:nvSpPr>
        <p:spPr>
          <a:xfrm>
            <a:off x="641350" y="2178375"/>
            <a:ext cx="23442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8" name="Google Shape;278;p13"/>
          <p:cNvSpPr txBox="1"/>
          <p:nvPr>
            <p:ph hasCustomPrompt="1" idx="2" type="title"/>
          </p:nvPr>
        </p:nvSpPr>
        <p:spPr>
          <a:xfrm>
            <a:off x="3399900" y="1181700"/>
            <a:ext cx="1275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79" name="Google Shape;279;p13"/>
          <p:cNvSpPr txBox="1"/>
          <p:nvPr>
            <p:ph idx="3" type="subTitle"/>
          </p:nvPr>
        </p:nvSpPr>
        <p:spPr>
          <a:xfrm>
            <a:off x="3399900" y="2178375"/>
            <a:ext cx="23442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0" name="Google Shape;280;p13"/>
          <p:cNvSpPr txBox="1"/>
          <p:nvPr>
            <p:ph hasCustomPrompt="1" idx="4" type="title"/>
          </p:nvPr>
        </p:nvSpPr>
        <p:spPr>
          <a:xfrm>
            <a:off x="641350" y="3058325"/>
            <a:ext cx="1275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81" name="Google Shape;281;p13"/>
          <p:cNvSpPr txBox="1"/>
          <p:nvPr>
            <p:ph idx="5" type="subTitle"/>
          </p:nvPr>
        </p:nvSpPr>
        <p:spPr>
          <a:xfrm>
            <a:off x="641350" y="4056525"/>
            <a:ext cx="23442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13"/>
          <p:cNvSpPr txBox="1"/>
          <p:nvPr>
            <p:ph hasCustomPrompt="1" idx="6" type="title"/>
          </p:nvPr>
        </p:nvSpPr>
        <p:spPr>
          <a:xfrm>
            <a:off x="3399900" y="3058325"/>
            <a:ext cx="1275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83" name="Google Shape;283;p13"/>
          <p:cNvSpPr txBox="1"/>
          <p:nvPr>
            <p:ph idx="7" type="subTitle"/>
          </p:nvPr>
        </p:nvSpPr>
        <p:spPr>
          <a:xfrm>
            <a:off x="3399900" y="4056525"/>
            <a:ext cx="23442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4" name="Google Shape;284;p13"/>
          <p:cNvSpPr txBox="1"/>
          <p:nvPr>
            <p:ph idx="8" type="subTitle"/>
          </p:nvPr>
        </p:nvSpPr>
        <p:spPr>
          <a:xfrm>
            <a:off x="641350" y="1796350"/>
            <a:ext cx="2344200" cy="449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latin typeface="Coda"/>
                <a:ea typeface="Coda"/>
                <a:cs typeface="Coda"/>
                <a:sym typeface="Cod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85" name="Google Shape;285;p13"/>
          <p:cNvSpPr txBox="1"/>
          <p:nvPr>
            <p:ph idx="9" type="subTitle"/>
          </p:nvPr>
        </p:nvSpPr>
        <p:spPr>
          <a:xfrm>
            <a:off x="3399900" y="1796350"/>
            <a:ext cx="2344200" cy="449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latin typeface="Coda"/>
                <a:ea typeface="Coda"/>
                <a:cs typeface="Coda"/>
                <a:sym typeface="Cod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86" name="Google Shape;286;p13"/>
          <p:cNvSpPr txBox="1"/>
          <p:nvPr>
            <p:ph idx="13" type="subTitle"/>
          </p:nvPr>
        </p:nvSpPr>
        <p:spPr>
          <a:xfrm>
            <a:off x="641350" y="3678725"/>
            <a:ext cx="2344200" cy="449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latin typeface="Coda"/>
                <a:ea typeface="Coda"/>
                <a:cs typeface="Coda"/>
                <a:sym typeface="Cod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87" name="Google Shape;287;p13"/>
          <p:cNvSpPr txBox="1"/>
          <p:nvPr>
            <p:ph idx="14" type="subTitle"/>
          </p:nvPr>
        </p:nvSpPr>
        <p:spPr>
          <a:xfrm>
            <a:off x="3399900" y="3678725"/>
            <a:ext cx="2344200" cy="449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latin typeface="Coda"/>
                <a:ea typeface="Coda"/>
                <a:cs typeface="Coda"/>
                <a:sym typeface="Cod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88" name="Google Shape;288;p13"/>
          <p:cNvSpPr txBox="1"/>
          <p:nvPr>
            <p:ph idx="15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9" name="Google Shape;289;p13"/>
          <p:cNvSpPr txBox="1"/>
          <p:nvPr>
            <p:ph hasCustomPrompt="1" idx="16" type="title"/>
          </p:nvPr>
        </p:nvSpPr>
        <p:spPr>
          <a:xfrm>
            <a:off x="6087600" y="1181700"/>
            <a:ext cx="1275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0" name="Google Shape;290;p13"/>
          <p:cNvSpPr txBox="1"/>
          <p:nvPr>
            <p:ph idx="17" type="subTitle"/>
          </p:nvPr>
        </p:nvSpPr>
        <p:spPr>
          <a:xfrm>
            <a:off x="6087600" y="2178375"/>
            <a:ext cx="23442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1" name="Google Shape;291;p13"/>
          <p:cNvSpPr txBox="1"/>
          <p:nvPr>
            <p:ph hasCustomPrompt="1" idx="18" type="title"/>
          </p:nvPr>
        </p:nvSpPr>
        <p:spPr>
          <a:xfrm>
            <a:off x="6087600" y="3058325"/>
            <a:ext cx="1275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2" name="Google Shape;292;p13"/>
          <p:cNvSpPr txBox="1"/>
          <p:nvPr>
            <p:ph idx="19" type="subTitle"/>
          </p:nvPr>
        </p:nvSpPr>
        <p:spPr>
          <a:xfrm>
            <a:off x="6087600" y="4056525"/>
            <a:ext cx="23442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3" name="Google Shape;293;p13"/>
          <p:cNvSpPr txBox="1"/>
          <p:nvPr>
            <p:ph idx="20" type="subTitle"/>
          </p:nvPr>
        </p:nvSpPr>
        <p:spPr>
          <a:xfrm>
            <a:off x="6087600" y="1796350"/>
            <a:ext cx="2344200" cy="449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latin typeface="Coda"/>
                <a:ea typeface="Coda"/>
                <a:cs typeface="Coda"/>
                <a:sym typeface="Cod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94" name="Google Shape;294;p13"/>
          <p:cNvSpPr txBox="1"/>
          <p:nvPr>
            <p:ph idx="21" type="subTitle"/>
          </p:nvPr>
        </p:nvSpPr>
        <p:spPr>
          <a:xfrm>
            <a:off x="6087600" y="3678725"/>
            <a:ext cx="2344200" cy="449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latin typeface="Coda"/>
                <a:ea typeface="Coda"/>
                <a:cs typeface="Coda"/>
                <a:sym typeface="Cod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295" name="Google Shape;295;p13"/>
          <p:cNvGrpSpPr/>
          <p:nvPr/>
        </p:nvGrpSpPr>
        <p:grpSpPr>
          <a:xfrm rot="-2699504">
            <a:off x="6673633" y="4030119"/>
            <a:ext cx="3269612" cy="1022714"/>
            <a:chOff x="603050" y="2134250"/>
            <a:chExt cx="6671375" cy="1887675"/>
          </a:xfrm>
        </p:grpSpPr>
        <p:sp>
          <p:nvSpPr>
            <p:cNvPr id="296" name="Google Shape;296;p13"/>
            <p:cNvSpPr/>
            <p:nvPr/>
          </p:nvSpPr>
          <p:spPr>
            <a:xfrm>
              <a:off x="608100" y="2949275"/>
              <a:ext cx="6665750" cy="1072650"/>
            </a:xfrm>
            <a:custGeom>
              <a:rect b="b" l="l" r="r" t="t"/>
              <a:pathLst>
                <a:path extrusionOk="0" h="42906" w="266630">
                  <a:moveTo>
                    <a:pt x="242926" y="0"/>
                  </a:moveTo>
                  <a:cubicBezTo>
                    <a:pt x="241564" y="0"/>
                    <a:pt x="240185" y="76"/>
                    <a:pt x="238792" y="228"/>
                  </a:cubicBezTo>
                  <a:cubicBezTo>
                    <a:pt x="230005" y="1168"/>
                    <a:pt x="220635" y="5240"/>
                    <a:pt x="211670" y="11979"/>
                  </a:cubicBezTo>
                  <a:cubicBezTo>
                    <a:pt x="208634" y="14265"/>
                    <a:pt x="205645" y="16611"/>
                    <a:pt x="202764" y="18885"/>
                  </a:cubicBezTo>
                  <a:cubicBezTo>
                    <a:pt x="187340" y="31016"/>
                    <a:pt x="172685" y="42543"/>
                    <a:pt x="152232" y="42543"/>
                  </a:cubicBezTo>
                  <a:cubicBezTo>
                    <a:pt x="149902" y="42543"/>
                    <a:pt x="147497" y="42394"/>
                    <a:pt x="145007" y="42078"/>
                  </a:cubicBezTo>
                  <a:cubicBezTo>
                    <a:pt x="130433" y="40233"/>
                    <a:pt x="119873" y="33291"/>
                    <a:pt x="108693" y="25957"/>
                  </a:cubicBezTo>
                  <a:cubicBezTo>
                    <a:pt x="101799" y="21433"/>
                    <a:pt x="94667" y="16754"/>
                    <a:pt x="86476" y="13337"/>
                  </a:cubicBezTo>
                  <a:cubicBezTo>
                    <a:pt x="75578" y="8791"/>
                    <a:pt x="62424" y="6298"/>
                    <a:pt x="50215" y="6298"/>
                  </a:cubicBezTo>
                  <a:cubicBezTo>
                    <a:pt x="46564" y="6298"/>
                    <a:pt x="42997" y="6521"/>
                    <a:pt x="39601" y="6979"/>
                  </a:cubicBezTo>
                  <a:cubicBezTo>
                    <a:pt x="18729" y="9788"/>
                    <a:pt x="5418" y="14003"/>
                    <a:pt x="0" y="19504"/>
                  </a:cubicBezTo>
                  <a:lnTo>
                    <a:pt x="262" y="19766"/>
                  </a:lnTo>
                  <a:cubicBezTo>
                    <a:pt x="3941" y="16015"/>
                    <a:pt x="13764" y="10824"/>
                    <a:pt x="39648" y="7348"/>
                  </a:cubicBezTo>
                  <a:cubicBezTo>
                    <a:pt x="43028" y="6893"/>
                    <a:pt x="46578" y="6672"/>
                    <a:pt x="50211" y="6672"/>
                  </a:cubicBezTo>
                  <a:cubicBezTo>
                    <a:pt x="62374" y="6672"/>
                    <a:pt x="75481" y="9153"/>
                    <a:pt x="86345" y="13682"/>
                  </a:cubicBezTo>
                  <a:cubicBezTo>
                    <a:pt x="94500" y="17075"/>
                    <a:pt x="101620" y="21742"/>
                    <a:pt x="108502" y="26255"/>
                  </a:cubicBezTo>
                  <a:cubicBezTo>
                    <a:pt x="119718" y="33625"/>
                    <a:pt x="130314" y="40578"/>
                    <a:pt x="144959" y="42435"/>
                  </a:cubicBezTo>
                  <a:cubicBezTo>
                    <a:pt x="147474" y="42754"/>
                    <a:pt x="149902" y="42906"/>
                    <a:pt x="152253" y="42906"/>
                  </a:cubicBezTo>
                  <a:cubicBezTo>
                    <a:pt x="172815" y="42906"/>
                    <a:pt x="187519" y="31340"/>
                    <a:pt x="202990" y="19171"/>
                  </a:cubicBezTo>
                  <a:cubicBezTo>
                    <a:pt x="205871" y="16908"/>
                    <a:pt x="208860" y="14563"/>
                    <a:pt x="211896" y="12277"/>
                  </a:cubicBezTo>
                  <a:cubicBezTo>
                    <a:pt x="219006" y="6920"/>
                    <a:pt x="230335" y="312"/>
                    <a:pt x="242921" y="312"/>
                  </a:cubicBezTo>
                  <a:cubicBezTo>
                    <a:pt x="250504" y="312"/>
                    <a:pt x="258543" y="2711"/>
                    <a:pt x="266391" y="9229"/>
                  </a:cubicBezTo>
                  <a:lnTo>
                    <a:pt x="266629" y="8943"/>
                  </a:lnTo>
                  <a:cubicBezTo>
                    <a:pt x="259467" y="3004"/>
                    <a:pt x="251508" y="0"/>
                    <a:pt x="2429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13"/>
            <p:cNvSpPr/>
            <p:nvPr/>
          </p:nvSpPr>
          <p:spPr>
            <a:xfrm>
              <a:off x="604525" y="2938825"/>
              <a:ext cx="6669025" cy="1033425"/>
            </a:xfrm>
            <a:custGeom>
              <a:rect b="b" l="l" r="r" t="t"/>
              <a:pathLst>
                <a:path extrusionOk="0" h="41337" w="266761">
                  <a:moveTo>
                    <a:pt x="242560" y="0"/>
                  </a:moveTo>
                  <a:cubicBezTo>
                    <a:pt x="241419" y="0"/>
                    <a:pt x="240266" y="53"/>
                    <a:pt x="239102" y="158"/>
                  </a:cubicBezTo>
                  <a:cubicBezTo>
                    <a:pt x="230303" y="955"/>
                    <a:pt x="220850" y="4861"/>
                    <a:pt x="211765" y="11445"/>
                  </a:cubicBezTo>
                  <a:cubicBezTo>
                    <a:pt x="208693" y="13683"/>
                    <a:pt x="205669" y="15969"/>
                    <a:pt x="202752" y="18184"/>
                  </a:cubicBezTo>
                  <a:cubicBezTo>
                    <a:pt x="187359" y="29863"/>
                    <a:pt x="172728" y="40966"/>
                    <a:pt x="152762" y="40966"/>
                  </a:cubicBezTo>
                  <a:cubicBezTo>
                    <a:pt x="150135" y="40966"/>
                    <a:pt x="147416" y="40773"/>
                    <a:pt x="144590" y="40365"/>
                  </a:cubicBezTo>
                  <a:cubicBezTo>
                    <a:pt x="130064" y="38269"/>
                    <a:pt x="119623" y="31150"/>
                    <a:pt x="108574" y="23613"/>
                  </a:cubicBezTo>
                  <a:cubicBezTo>
                    <a:pt x="101751" y="18969"/>
                    <a:pt x="94703" y="14171"/>
                    <a:pt x="86571" y="10611"/>
                  </a:cubicBezTo>
                  <a:cubicBezTo>
                    <a:pt x="75309" y="5677"/>
                    <a:pt x="61560" y="2931"/>
                    <a:pt x="48931" y="2931"/>
                  </a:cubicBezTo>
                  <a:cubicBezTo>
                    <a:pt x="45806" y="2931"/>
                    <a:pt x="42749" y="3099"/>
                    <a:pt x="39815" y="3444"/>
                  </a:cubicBezTo>
                  <a:cubicBezTo>
                    <a:pt x="18908" y="5885"/>
                    <a:pt x="5513" y="9861"/>
                    <a:pt x="1" y="15279"/>
                  </a:cubicBezTo>
                  <a:lnTo>
                    <a:pt x="251" y="15529"/>
                  </a:lnTo>
                  <a:cubicBezTo>
                    <a:pt x="4001" y="11850"/>
                    <a:pt x="13919" y="6825"/>
                    <a:pt x="39851" y="3801"/>
                  </a:cubicBezTo>
                  <a:cubicBezTo>
                    <a:pt x="42768" y="3459"/>
                    <a:pt x="45807" y="3292"/>
                    <a:pt x="48914" y="3292"/>
                  </a:cubicBezTo>
                  <a:cubicBezTo>
                    <a:pt x="61497" y="3292"/>
                    <a:pt x="75199" y="6027"/>
                    <a:pt x="86428" y="10945"/>
                  </a:cubicBezTo>
                  <a:cubicBezTo>
                    <a:pt x="94524" y="14493"/>
                    <a:pt x="101561" y="19279"/>
                    <a:pt x="108359" y="23922"/>
                  </a:cubicBezTo>
                  <a:cubicBezTo>
                    <a:pt x="119456" y="31471"/>
                    <a:pt x="129922" y="38615"/>
                    <a:pt x="144542" y="40734"/>
                  </a:cubicBezTo>
                  <a:cubicBezTo>
                    <a:pt x="147384" y="41144"/>
                    <a:pt x="150118" y="41337"/>
                    <a:pt x="152759" y="41337"/>
                  </a:cubicBezTo>
                  <a:cubicBezTo>
                    <a:pt x="172836" y="41337"/>
                    <a:pt x="187520" y="30193"/>
                    <a:pt x="202966" y="18481"/>
                  </a:cubicBezTo>
                  <a:cubicBezTo>
                    <a:pt x="205883" y="16267"/>
                    <a:pt x="208908" y="13969"/>
                    <a:pt x="211979" y="11742"/>
                  </a:cubicBezTo>
                  <a:cubicBezTo>
                    <a:pt x="219066" y="6599"/>
                    <a:pt x="230260" y="308"/>
                    <a:pt x="242600" y="308"/>
                  </a:cubicBezTo>
                  <a:cubicBezTo>
                    <a:pt x="250370" y="308"/>
                    <a:pt x="258594" y="2802"/>
                    <a:pt x="266534" y="9647"/>
                  </a:cubicBezTo>
                  <a:lnTo>
                    <a:pt x="266760" y="9373"/>
                  </a:lnTo>
                  <a:cubicBezTo>
                    <a:pt x="259527" y="3141"/>
                    <a:pt x="251396" y="0"/>
                    <a:pt x="242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13"/>
            <p:cNvSpPr/>
            <p:nvPr/>
          </p:nvSpPr>
          <p:spPr>
            <a:xfrm>
              <a:off x="603050" y="2916775"/>
              <a:ext cx="6670800" cy="1005800"/>
            </a:xfrm>
            <a:custGeom>
              <a:rect b="b" l="l" r="r" t="t"/>
              <a:pathLst>
                <a:path extrusionOk="0" h="40232" w="266832">
                  <a:moveTo>
                    <a:pt x="47581" y="0"/>
                  </a:moveTo>
                  <a:cubicBezTo>
                    <a:pt x="44993" y="0"/>
                    <a:pt x="42457" y="119"/>
                    <a:pt x="40005" y="361"/>
                  </a:cubicBezTo>
                  <a:cubicBezTo>
                    <a:pt x="19062" y="2445"/>
                    <a:pt x="5608" y="6183"/>
                    <a:pt x="0" y="11505"/>
                  </a:cubicBezTo>
                  <a:lnTo>
                    <a:pt x="250" y="11767"/>
                  </a:lnTo>
                  <a:cubicBezTo>
                    <a:pt x="4060" y="8148"/>
                    <a:pt x="14061" y="3302"/>
                    <a:pt x="40041" y="730"/>
                  </a:cubicBezTo>
                  <a:cubicBezTo>
                    <a:pt x="42490" y="487"/>
                    <a:pt x="45023" y="368"/>
                    <a:pt x="47608" y="368"/>
                  </a:cubicBezTo>
                  <a:cubicBezTo>
                    <a:pt x="60603" y="368"/>
                    <a:pt x="74908" y="3370"/>
                    <a:pt x="86487" y="8683"/>
                  </a:cubicBezTo>
                  <a:cubicBezTo>
                    <a:pt x="94524" y="12362"/>
                    <a:pt x="101477" y="17292"/>
                    <a:pt x="108192" y="22042"/>
                  </a:cubicBezTo>
                  <a:cubicBezTo>
                    <a:pt x="119146" y="29793"/>
                    <a:pt x="129504" y="37116"/>
                    <a:pt x="144078" y="39473"/>
                  </a:cubicBezTo>
                  <a:cubicBezTo>
                    <a:pt x="147258" y="39990"/>
                    <a:pt x="150307" y="40232"/>
                    <a:pt x="153246" y="40232"/>
                  </a:cubicBezTo>
                  <a:cubicBezTo>
                    <a:pt x="172829" y="40232"/>
                    <a:pt x="187478" y="29509"/>
                    <a:pt x="202883" y="18256"/>
                  </a:cubicBezTo>
                  <a:cubicBezTo>
                    <a:pt x="205835" y="16089"/>
                    <a:pt x="208895" y="13851"/>
                    <a:pt x="212015" y="11672"/>
                  </a:cubicBezTo>
                  <a:cubicBezTo>
                    <a:pt x="219065" y="6740"/>
                    <a:pt x="230090" y="772"/>
                    <a:pt x="242173" y="772"/>
                  </a:cubicBezTo>
                  <a:cubicBezTo>
                    <a:pt x="250128" y="772"/>
                    <a:pt x="258541" y="3359"/>
                    <a:pt x="266581" y="10529"/>
                  </a:cubicBezTo>
                  <a:lnTo>
                    <a:pt x="266831" y="10255"/>
                  </a:lnTo>
                  <a:cubicBezTo>
                    <a:pt x="259528" y="3740"/>
                    <a:pt x="251234" y="461"/>
                    <a:pt x="242138" y="461"/>
                  </a:cubicBezTo>
                  <a:cubicBezTo>
                    <a:pt x="241209" y="461"/>
                    <a:pt x="240272" y="495"/>
                    <a:pt x="239328" y="563"/>
                  </a:cubicBezTo>
                  <a:cubicBezTo>
                    <a:pt x="230517" y="1206"/>
                    <a:pt x="220992" y="4945"/>
                    <a:pt x="211800" y="11374"/>
                  </a:cubicBezTo>
                  <a:cubicBezTo>
                    <a:pt x="208681" y="13553"/>
                    <a:pt x="205621" y="15791"/>
                    <a:pt x="202668" y="17958"/>
                  </a:cubicBezTo>
                  <a:cubicBezTo>
                    <a:pt x="187317" y="29187"/>
                    <a:pt x="172706" y="39865"/>
                    <a:pt x="153219" y="39865"/>
                  </a:cubicBezTo>
                  <a:cubicBezTo>
                    <a:pt x="150307" y="39865"/>
                    <a:pt x="147286" y="39627"/>
                    <a:pt x="144137" y="39116"/>
                  </a:cubicBezTo>
                  <a:cubicBezTo>
                    <a:pt x="129635" y="36770"/>
                    <a:pt x="119325" y="29472"/>
                    <a:pt x="108406" y="21745"/>
                  </a:cubicBezTo>
                  <a:cubicBezTo>
                    <a:pt x="101679" y="16982"/>
                    <a:pt x="94702" y="12053"/>
                    <a:pt x="86642" y="8350"/>
                  </a:cubicBezTo>
                  <a:cubicBezTo>
                    <a:pt x="75006" y="3014"/>
                    <a:pt x="60634" y="0"/>
                    <a:pt x="475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13"/>
            <p:cNvSpPr/>
            <p:nvPr/>
          </p:nvSpPr>
          <p:spPr>
            <a:xfrm>
              <a:off x="603625" y="2820875"/>
              <a:ext cx="6670225" cy="1052250"/>
            </a:xfrm>
            <a:custGeom>
              <a:rect b="b" l="l" r="r" t="t"/>
              <a:pathLst>
                <a:path extrusionOk="0" h="42090" w="266809">
                  <a:moveTo>
                    <a:pt x="46344" y="0"/>
                  </a:moveTo>
                  <a:cubicBezTo>
                    <a:pt x="44253" y="0"/>
                    <a:pt x="42198" y="80"/>
                    <a:pt x="40196" y="244"/>
                  </a:cubicBezTo>
                  <a:cubicBezTo>
                    <a:pt x="19218" y="1959"/>
                    <a:pt x="5692" y="5471"/>
                    <a:pt x="1" y="10686"/>
                  </a:cubicBezTo>
                  <a:lnTo>
                    <a:pt x="239" y="10948"/>
                  </a:lnTo>
                  <a:cubicBezTo>
                    <a:pt x="4120" y="7400"/>
                    <a:pt x="14193" y="2721"/>
                    <a:pt x="40220" y="601"/>
                  </a:cubicBezTo>
                  <a:cubicBezTo>
                    <a:pt x="42208" y="440"/>
                    <a:pt x="44249" y="360"/>
                    <a:pt x="46327" y="360"/>
                  </a:cubicBezTo>
                  <a:cubicBezTo>
                    <a:pt x="59706" y="360"/>
                    <a:pt x="74600" y="3646"/>
                    <a:pt x="86524" y="9376"/>
                  </a:cubicBezTo>
                  <a:cubicBezTo>
                    <a:pt x="94501" y="13198"/>
                    <a:pt x="101359" y="18234"/>
                    <a:pt x="107991" y="23104"/>
                  </a:cubicBezTo>
                  <a:cubicBezTo>
                    <a:pt x="118813" y="31046"/>
                    <a:pt x="129029" y="38546"/>
                    <a:pt x="143566" y="41166"/>
                  </a:cubicBezTo>
                  <a:cubicBezTo>
                    <a:pt x="147069" y="41797"/>
                    <a:pt x="150419" y="42090"/>
                    <a:pt x="153641" y="42090"/>
                  </a:cubicBezTo>
                  <a:cubicBezTo>
                    <a:pt x="172769" y="42090"/>
                    <a:pt x="187383" y="31783"/>
                    <a:pt x="202729" y="20961"/>
                  </a:cubicBezTo>
                  <a:cubicBezTo>
                    <a:pt x="205729" y="18854"/>
                    <a:pt x="208825" y="16663"/>
                    <a:pt x="211980" y="14543"/>
                  </a:cubicBezTo>
                  <a:cubicBezTo>
                    <a:pt x="218983" y="9825"/>
                    <a:pt x="229850" y="4171"/>
                    <a:pt x="241687" y="4171"/>
                  </a:cubicBezTo>
                  <a:cubicBezTo>
                    <a:pt x="249833" y="4171"/>
                    <a:pt x="258438" y="6849"/>
                    <a:pt x="266558" y="14353"/>
                  </a:cubicBezTo>
                  <a:lnTo>
                    <a:pt x="266808" y="14091"/>
                  </a:lnTo>
                  <a:cubicBezTo>
                    <a:pt x="259457" y="7303"/>
                    <a:pt x="251007" y="3862"/>
                    <a:pt x="241659" y="3862"/>
                  </a:cubicBezTo>
                  <a:cubicBezTo>
                    <a:pt x="240939" y="3862"/>
                    <a:pt x="240214" y="3882"/>
                    <a:pt x="239483" y="3923"/>
                  </a:cubicBezTo>
                  <a:cubicBezTo>
                    <a:pt x="230661" y="4411"/>
                    <a:pt x="221076" y="7971"/>
                    <a:pt x="211777" y="14246"/>
                  </a:cubicBezTo>
                  <a:cubicBezTo>
                    <a:pt x="208622" y="16365"/>
                    <a:pt x="205515" y="18556"/>
                    <a:pt x="202526" y="20663"/>
                  </a:cubicBezTo>
                  <a:cubicBezTo>
                    <a:pt x="187233" y="31450"/>
                    <a:pt x="172655" y="41722"/>
                    <a:pt x="153612" y="41722"/>
                  </a:cubicBezTo>
                  <a:cubicBezTo>
                    <a:pt x="150417" y="41722"/>
                    <a:pt x="147097" y="41433"/>
                    <a:pt x="143626" y="40809"/>
                  </a:cubicBezTo>
                  <a:cubicBezTo>
                    <a:pt x="129172" y="38201"/>
                    <a:pt x="118992" y="30724"/>
                    <a:pt x="108205" y="22806"/>
                  </a:cubicBezTo>
                  <a:cubicBezTo>
                    <a:pt x="101561" y="17925"/>
                    <a:pt x="94679" y="12877"/>
                    <a:pt x="86678" y="9043"/>
                  </a:cubicBezTo>
                  <a:cubicBezTo>
                    <a:pt x="74718" y="3305"/>
                    <a:pt x="59772" y="0"/>
                    <a:pt x="463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13"/>
            <p:cNvSpPr/>
            <p:nvPr/>
          </p:nvSpPr>
          <p:spPr>
            <a:xfrm>
              <a:off x="606025" y="2724425"/>
              <a:ext cx="6667825" cy="1099375"/>
            </a:xfrm>
            <a:custGeom>
              <a:rect b="b" l="l" r="r" t="t"/>
              <a:pathLst>
                <a:path extrusionOk="0" h="43975" w="266713">
                  <a:moveTo>
                    <a:pt x="45120" y="1"/>
                  </a:moveTo>
                  <a:cubicBezTo>
                    <a:pt x="43512" y="1"/>
                    <a:pt x="41927" y="50"/>
                    <a:pt x="40374" y="149"/>
                  </a:cubicBezTo>
                  <a:cubicBezTo>
                    <a:pt x="19372" y="1495"/>
                    <a:pt x="5787" y="4769"/>
                    <a:pt x="0" y="9889"/>
                  </a:cubicBezTo>
                  <a:lnTo>
                    <a:pt x="250" y="10150"/>
                  </a:lnTo>
                  <a:cubicBezTo>
                    <a:pt x="4191" y="6674"/>
                    <a:pt x="14335" y="2185"/>
                    <a:pt x="40410" y="518"/>
                  </a:cubicBezTo>
                  <a:cubicBezTo>
                    <a:pt x="41956" y="419"/>
                    <a:pt x="43534" y="370"/>
                    <a:pt x="45136" y="370"/>
                  </a:cubicBezTo>
                  <a:cubicBezTo>
                    <a:pt x="58853" y="370"/>
                    <a:pt x="74318" y="3961"/>
                    <a:pt x="86547" y="10091"/>
                  </a:cubicBezTo>
                  <a:cubicBezTo>
                    <a:pt x="94441" y="14044"/>
                    <a:pt x="101227" y="19211"/>
                    <a:pt x="107776" y="24188"/>
                  </a:cubicBezTo>
                  <a:cubicBezTo>
                    <a:pt x="118432" y="32332"/>
                    <a:pt x="128528" y="39999"/>
                    <a:pt x="143018" y="42869"/>
                  </a:cubicBezTo>
                  <a:cubicBezTo>
                    <a:pt x="146843" y="43627"/>
                    <a:pt x="150492" y="43975"/>
                    <a:pt x="153996" y="43975"/>
                  </a:cubicBezTo>
                  <a:cubicBezTo>
                    <a:pt x="172677" y="43975"/>
                    <a:pt x="187246" y="34086"/>
                    <a:pt x="202525" y="23700"/>
                  </a:cubicBezTo>
                  <a:cubicBezTo>
                    <a:pt x="205562" y="21640"/>
                    <a:pt x="208693" y="19509"/>
                    <a:pt x="211884" y="17449"/>
                  </a:cubicBezTo>
                  <a:cubicBezTo>
                    <a:pt x="218840" y="12936"/>
                    <a:pt x="229526" y="7594"/>
                    <a:pt x="241107" y="7594"/>
                  </a:cubicBezTo>
                  <a:cubicBezTo>
                    <a:pt x="249447" y="7594"/>
                    <a:pt x="258252" y="10365"/>
                    <a:pt x="266462" y="18211"/>
                  </a:cubicBezTo>
                  <a:lnTo>
                    <a:pt x="266712" y="17949"/>
                  </a:lnTo>
                  <a:cubicBezTo>
                    <a:pt x="259310" y="10864"/>
                    <a:pt x="250693" y="7276"/>
                    <a:pt x="241074" y="7276"/>
                  </a:cubicBezTo>
                  <a:cubicBezTo>
                    <a:pt x="240574" y="7276"/>
                    <a:pt x="240071" y="7285"/>
                    <a:pt x="239566" y="7305"/>
                  </a:cubicBezTo>
                  <a:cubicBezTo>
                    <a:pt x="230731" y="7638"/>
                    <a:pt x="221099" y="11043"/>
                    <a:pt x="211681" y="17139"/>
                  </a:cubicBezTo>
                  <a:cubicBezTo>
                    <a:pt x="208490" y="19211"/>
                    <a:pt x="205359" y="21342"/>
                    <a:pt x="202323" y="23402"/>
                  </a:cubicBezTo>
                  <a:cubicBezTo>
                    <a:pt x="187090" y="33751"/>
                    <a:pt x="172575" y="43610"/>
                    <a:pt x="153990" y="43610"/>
                  </a:cubicBezTo>
                  <a:cubicBezTo>
                    <a:pt x="150510" y="43610"/>
                    <a:pt x="146887" y="43265"/>
                    <a:pt x="143089" y="42512"/>
                  </a:cubicBezTo>
                  <a:cubicBezTo>
                    <a:pt x="128683" y="39654"/>
                    <a:pt x="118622" y="31998"/>
                    <a:pt x="107990" y="23902"/>
                  </a:cubicBezTo>
                  <a:cubicBezTo>
                    <a:pt x="101418" y="18913"/>
                    <a:pt x="94631" y="13734"/>
                    <a:pt x="86701" y="9758"/>
                  </a:cubicBezTo>
                  <a:cubicBezTo>
                    <a:pt x="74419" y="3595"/>
                    <a:pt x="58900" y="1"/>
                    <a:pt x="45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13"/>
            <p:cNvSpPr/>
            <p:nvPr/>
          </p:nvSpPr>
          <p:spPr>
            <a:xfrm>
              <a:off x="610775" y="2627700"/>
              <a:ext cx="6663075" cy="1147100"/>
            </a:xfrm>
            <a:custGeom>
              <a:rect b="b" l="l" r="r" t="t"/>
              <a:pathLst>
                <a:path extrusionOk="0" h="45884" w="266523">
                  <a:moveTo>
                    <a:pt x="43919" y="0"/>
                  </a:moveTo>
                  <a:cubicBezTo>
                    <a:pt x="42779" y="0"/>
                    <a:pt x="41652" y="26"/>
                    <a:pt x="40541" y="77"/>
                  </a:cubicBezTo>
                  <a:cubicBezTo>
                    <a:pt x="19515" y="1054"/>
                    <a:pt x="5870" y="4090"/>
                    <a:pt x="1" y="9102"/>
                  </a:cubicBezTo>
                  <a:lnTo>
                    <a:pt x="239" y="9376"/>
                  </a:lnTo>
                  <a:cubicBezTo>
                    <a:pt x="4227" y="5971"/>
                    <a:pt x="14467" y="1649"/>
                    <a:pt x="40553" y="434"/>
                  </a:cubicBezTo>
                  <a:cubicBezTo>
                    <a:pt x="41663" y="383"/>
                    <a:pt x="42788" y="357"/>
                    <a:pt x="43926" y="357"/>
                  </a:cubicBezTo>
                  <a:cubicBezTo>
                    <a:pt x="57980" y="357"/>
                    <a:pt x="73989" y="4252"/>
                    <a:pt x="86523" y="10817"/>
                  </a:cubicBezTo>
                  <a:cubicBezTo>
                    <a:pt x="94346" y="14912"/>
                    <a:pt x="101037" y="20187"/>
                    <a:pt x="107502" y="25283"/>
                  </a:cubicBezTo>
                  <a:cubicBezTo>
                    <a:pt x="118039" y="33593"/>
                    <a:pt x="127981" y="41451"/>
                    <a:pt x="142411" y="44571"/>
                  </a:cubicBezTo>
                  <a:cubicBezTo>
                    <a:pt x="146566" y="45473"/>
                    <a:pt x="150520" y="45883"/>
                    <a:pt x="154313" y="45883"/>
                  </a:cubicBezTo>
                  <a:cubicBezTo>
                    <a:pt x="172548" y="45883"/>
                    <a:pt x="187052" y="36397"/>
                    <a:pt x="202240" y="26461"/>
                  </a:cubicBezTo>
                  <a:cubicBezTo>
                    <a:pt x="205312" y="24449"/>
                    <a:pt x="208491" y="22378"/>
                    <a:pt x="211706" y="20365"/>
                  </a:cubicBezTo>
                  <a:cubicBezTo>
                    <a:pt x="218611" y="16054"/>
                    <a:pt x="229117" y="11007"/>
                    <a:pt x="240446" y="11007"/>
                  </a:cubicBezTo>
                  <a:cubicBezTo>
                    <a:pt x="248983" y="11007"/>
                    <a:pt x="257988" y="13873"/>
                    <a:pt x="266272" y="22080"/>
                  </a:cubicBezTo>
                  <a:lnTo>
                    <a:pt x="266522" y="21818"/>
                  </a:lnTo>
                  <a:cubicBezTo>
                    <a:pt x="259063" y="14429"/>
                    <a:pt x="250259" y="10690"/>
                    <a:pt x="240352" y="10690"/>
                  </a:cubicBezTo>
                  <a:cubicBezTo>
                    <a:pt x="240091" y="10690"/>
                    <a:pt x="239829" y="10692"/>
                    <a:pt x="239566" y="10698"/>
                  </a:cubicBezTo>
                  <a:cubicBezTo>
                    <a:pt x="230732" y="10876"/>
                    <a:pt x="221040" y="14115"/>
                    <a:pt x="211515" y="20056"/>
                  </a:cubicBezTo>
                  <a:cubicBezTo>
                    <a:pt x="208300" y="22068"/>
                    <a:pt x="205122" y="24152"/>
                    <a:pt x="202050" y="26152"/>
                  </a:cubicBezTo>
                  <a:cubicBezTo>
                    <a:pt x="186888" y="36065"/>
                    <a:pt x="172430" y="45521"/>
                    <a:pt x="154274" y="45521"/>
                  </a:cubicBezTo>
                  <a:cubicBezTo>
                    <a:pt x="150515" y="45521"/>
                    <a:pt x="146598" y="45116"/>
                    <a:pt x="142483" y="44226"/>
                  </a:cubicBezTo>
                  <a:cubicBezTo>
                    <a:pt x="128136" y="41118"/>
                    <a:pt x="118218" y="33284"/>
                    <a:pt x="107716" y="24997"/>
                  </a:cubicBezTo>
                  <a:cubicBezTo>
                    <a:pt x="101239" y="19889"/>
                    <a:pt x="94548" y="14603"/>
                    <a:pt x="86690" y="10495"/>
                  </a:cubicBezTo>
                  <a:cubicBezTo>
                    <a:pt x="74109" y="3907"/>
                    <a:pt x="58032" y="0"/>
                    <a:pt x="439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13"/>
            <p:cNvSpPr/>
            <p:nvPr/>
          </p:nvSpPr>
          <p:spPr>
            <a:xfrm>
              <a:off x="617325" y="2530375"/>
              <a:ext cx="6656525" cy="1195600"/>
            </a:xfrm>
            <a:custGeom>
              <a:rect b="b" l="l" r="r" t="t"/>
              <a:pathLst>
                <a:path extrusionOk="0" h="47824" w="266261">
                  <a:moveTo>
                    <a:pt x="42753" y="0"/>
                  </a:moveTo>
                  <a:cubicBezTo>
                    <a:pt x="42062" y="0"/>
                    <a:pt x="41376" y="10"/>
                    <a:pt x="40696" y="29"/>
                  </a:cubicBezTo>
                  <a:cubicBezTo>
                    <a:pt x="19646" y="637"/>
                    <a:pt x="5966" y="3435"/>
                    <a:pt x="1" y="8352"/>
                  </a:cubicBezTo>
                  <a:lnTo>
                    <a:pt x="227" y="8626"/>
                  </a:lnTo>
                  <a:cubicBezTo>
                    <a:pt x="4287" y="5292"/>
                    <a:pt x="14598" y="1149"/>
                    <a:pt x="40696" y="387"/>
                  </a:cubicBezTo>
                  <a:cubicBezTo>
                    <a:pt x="41375" y="367"/>
                    <a:pt x="42061" y="357"/>
                    <a:pt x="42751" y="357"/>
                  </a:cubicBezTo>
                  <a:cubicBezTo>
                    <a:pt x="57119" y="357"/>
                    <a:pt x="73684" y="4580"/>
                    <a:pt x="86476" y="11566"/>
                  </a:cubicBezTo>
                  <a:cubicBezTo>
                    <a:pt x="94239" y="15805"/>
                    <a:pt x="100823" y="21199"/>
                    <a:pt x="107193" y="26402"/>
                  </a:cubicBezTo>
                  <a:cubicBezTo>
                    <a:pt x="117587" y="34903"/>
                    <a:pt x="127397" y="42927"/>
                    <a:pt x="141768" y="46297"/>
                  </a:cubicBezTo>
                  <a:cubicBezTo>
                    <a:pt x="146242" y="47349"/>
                    <a:pt x="150491" y="47823"/>
                    <a:pt x="154562" y="47823"/>
                  </a:cubicBezTo>
                  <a:cubicBezTo>
                    <a:pt x="172376" y="47823"/>
                    <a:pt x="186800" y="38740"/>
                    <a:pt x="201919" y="29223"/>
                  </a:cubicBezTo>
                  <a:cubicBezTo>
                    <a:pt x="205014" y="27271"/>
                    <a:pt x="208229" y="25259"/>
                    <a:pt x="211479" y="23306"/>
                  </a:cubicBezTo>
                  <a:cubicBezTo>
                    <a:pt x="218321" y="19200"/>
                    <a:pt x="228632" y="14450"/>
                    <a:pt x="239705" y="14450"/>
                  </a:cubicBezTo>
                  <a:cubicBezTo>
                    <a:pt x="248443" y="14450"/>
                    <a:pt x="257655" y="17408"/>
                    <a:pt x="266010" y="25973"/>
                  </a:cubicBezTo>
                  <a:lnTo>
                    <a:pt x="266260" y="25711"/>
                  </a:lnTo>
                  <a:cubicBezTo>
                    <a:pt x="258758" y="18019"/>
                    <a:pt x="249789" y="14126"/>
                    <a:pt x="239600" y="14126"/>
                  </a:cubicBezTo>
                  <a:cubicBezTo>
                    <a:pt x="239569" y="14126"/>
                    <a:pt x="239538" y="14126"/>
                    <a:pt x="239507" y="14126"/>
                  </a:cubicBezTo>
                  <a:cubicBezTo>
                    <a:pt x="230672" y="14150"/>
                    <a:pt x="220921" y="17222"/>
                    <a:pt x="211301" y="22996"/>
                  </a:cubicBezTo>
                  <a:cubicBezTo>
                    <a:pt x="208038" y="24949"/>
                    <a:pt x="204824" y="26973"/>
                    <a:pt x="201728" y="28926"/>
                  </a:cubicBezTo>
                  <a:cubicBezTo>
                    <a:pt x="186657" y="38411"/>
                    <a:pt x="172266" y="47461"/>
                    <a:pt x="154532" y="47461"/>
                  </a:cubicBezTo>
                  <a:cubicBezTo>
                    <a:pt x="150494" y="47461"/>
                    <a:pt x="146283" y="46992"/>
                    <a:pt x="141852" y="45952"/>
                  </a:cubicBezTo>
                  <a:cubicBezTo>
                    <a:pt x="127564" y="42594"/>
                    <a:pt x="117777" y="34593"/>
                    <a:pt x="107431" y="26128"/>
                  </a:cubicBezTo>
                  <a:cubicBezTo>
                    <a:pt x="101037" y="20901"/>
                    <a:pt x="94441" y="15507"/>
                    <a:pt x="86654" y="11245"/>
                  </a:cubicBezTo>
                  <a:cubicBezTo>
                    <a:pt x="73804" y="4235"/>
                    <a:pt x="57180" y="0"/>
                    <a:pt x="427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3"/>
            <p:cNvSpPr/>
            <p:nvPr/>
          </p:nvSpPr>
          <p:spPr>
            <a:xfrm>
              <a:off x="625950" y="2432750"/>
              <a:ext cx="6647900" cy="1244800"/>
            </a:xfrm>
            <a:custGeom>
              <a:rect b="b" l="l" r="r" t="t"/>
              <a:pathLst>
                <a:path extrusionOk="0" h="49792" w="265916">
                  <a:moveTo>
                    <a:pt x="41667" y="0"/>
                  </a:moveTo>
                  <a:cubicBezTo>
                    <a:pt x="41386" y="0"/>
                    <a:pt x="41106" y="2"/>
                    <a:pt x="40827" y="5"/>
                  </a:cubicBezTo>
                  <a:cubicBezTo>
                    <a:pt x="19777" y="243"/>
                    <a:pt x="6049" y="2803"/>
                    <a:pt x="1" y="7613"/>
                  </a:cubicBezTo>
                  <a:lnTo>
                    <a:pt x="227" y="7899"/>
                  </a:lnTo>
                  <a:cubicBezTo>
                    <a:pt x="4335" y="4625"/>
                    <a:pt x="14717" y="672"/>
                    <a:pt x="40827" y="362"/>
                  </a:cubicBezTo>
                  <a:cubicBezTo>
                    <a:pt x="41089" y="360"/>
                    <a:pt x="41350" y="358"/>
                    <a:pt x="41613" y="358"/>
                  </a:cubicBezTo>
                  <a:cubicBezTo>
                    <a:pt x="56276" y="358"/>
                    <a:pt x="73363" y="4913"/>
                    <a:pt x="86405" y="12340"/>
                  </a:cubicBezTo>
                  <a:cubicBezTo>
                    <a:pt x="94096" y="16710"/>
                    <a:pt x="100585" y="22210"/>
                    <a:pt x="106871" y="27532"/>
                  </a:cubicBezTo>
                  <a:cubicBezTo>
                    <a:pt x="117111" y="36212"/>
                    <a:pt x="126779" y="44404"/>
                    <a:pt x="141078" y="48035"/>
                  </a:cubicBezTo>
                  <a:cubicBezTo>
                    <a:pt x="145866" y="49249"/>
                    <a:pt x="150405" y="49792"/>
                    <a:pt x="154753" y="49792"/>
                  </a:cubicBezTo>
                  <a:cubicBezTo>
                    <a:pt x="172149" y="49792"/>
                    <a:pt x="186490" y="41108"/>
                    <a:pt x="201502" y="32021"/>
                  </a:cubicBezTo>
                  <a:cubicBezTo>
                    <a:pt x="204645" y="30116"/>
                    <a:pt x="207884" y="28152"/>
                    <a:pt x="211182" y="26258"/>
                  </a:cubicBezTo>
                  <a:cubicBezTo>
                    <a:pt x="217949" y="22353"/>
                    <a:pt x="228064" y="17884"/>
                    <a:pt x="238884" y="17884"/>
                  </a:cubicBezTo>
                  <a:cubicBezTo>
                    <a:pt x="247824" y="17884"/>
                    <a:pt x="257244" y="20936"/>
                    <a:pt x="265653" y="29878"/>
                  </a:cubicBezTo>
                  <a:lnTo>
                    <a:pt x="265915" y="29628"/>
                  </a:lnTo>
                  <a:cubicBezTo>
                    <a:pt x="258521" y="21770"/>
                    <a:pt x="249592" y="17722"/>
                    <a:pt x="239364" y="17567"/>
                  </a:cubicBezTo>
                  <a:cubicBezTo>
                    <a:pt x="239173" y="17564"/>
                    <a:pt x="238981" y="17563"/>
                    <a:pt x="238788" y="17563"/>
                  </a:cubicBezTo>
                  <a:cubicBezTo>
                    <a:pt x="230104" y="17563"/>
                    <a:pt x="220508" y="20451"/>
                    <a:pt x="211003" y="25937"/>
                  </a:cubicBezTo>
                  <a:cubicBezTo>
                    <a:pt x="207717" y="27842"/>
                    <a:pt x="204467" y="29807"/>
                    <a:pt x="201336" y="31700"/>
                  </a:cubicBezTo>
                  <a:cubicBezTo>
                    <a:pt x="186364" y="40762"/>
                    <a:pt x="172056" y="49421"/>
                    <a:pt x="154743" y="49421"/>
                  </a:cubicBezTo>
                  <a:cubicBezTo>
                    <a:pt x="150426" y="49421"/>
                    <a:pt x="145921" y="48883"/>
                    <a:pt x="141173" y="47678"/>
                  </a:cubicBezTo>
                  <a:cubicBezTo>
                    <a:pt x="126945" y="44082"/>
                    <a:pt x="117301" y="35903"/>
                    <a:pt x="107098" y="27259"/>
                  </a:cubicBezTo>
                  <a:cubicBezTo>
                    <a:pt x="100799" y="21925"/>
                    <a:pt x="94298" y="16412"/>
                    <a:pt x="86583" y="12031"/>
                  </a:cubicBezTo>
                  <a:cubicBezTo>
                    <a:pt x="73509" y="4577"/>
                    <a:pt x="56377" y="0"/>
                    <a:pt x="416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3"/>
            <p:cNvSpPr/>
            <p:nvPr/>
          </p:nvSpPr>
          <p:spPr>
            <a:xfrm>
              <a:off x="636675" y="2334800"/>
              <a:ext cx="6637450" cy="1294425"/>
            </a:xfrm>
            <a:custGeom>
              <a:rect b="b" l="l" r="r" t="t"/>
              <a:pathLst>
                <a:path extrusionOk="0" h="51777" w="265498">
                  <a:moveTo>
                    <a:pt x="39287" y="1"/>
                  </a:moveTo>
                  <a:cubicBezTo>
                    <a:pt x="19177" y="1"/>
                    <a:pt x="5968" y="2322"/>
                    <a:pt x="0" y="6900"/>
                  </a:cubicBezTo>
                  <a:lnTo>
                    <a:pt x="227" y="7186"/>
                  </a:lnTo>
                  <a:cubicBezTo>
                    <a:pt x="4311" y="4047"/>
                    <a:pt x="14422" y="359"/>
                    <a:pt x="39404" y="359"/>
                  </a:cubicBezTo>
                  <a:cubicBezTo>
                    <a:pt x="39912" y="359"/>
                    <a:pt x="40426" y="360"/>
                    <a:pt x="40946" y="363"/>
                  </a:cubicBezTo>
                  <a:cubicBezTo>
                    <a:pt x="55781" y="447"/>
                    <a:pt x="73164" y="5340"/>
                    <a:pt x="86309" y="13127"/>
                  </a:cubicBezTo>
                  <a:cubicBezTo>
                    <a:pt x="93917" y="17639"/>
                    <a:pt x="100311" y="23247"/>
                    <a:pt x="106502" y="28676"/>
                  </a:cubicBezTo>
                  <a:cubicBezTo>
                    <a:pt x="116586" y="37535"/>
                    <a:pt x="126111" y="45905"/>
                    <a:pt x="140363" y="49774"/>
                  </a:cubicBezTo>
                  <a:cubicBezTo>
                    <a:pt x="145461" y="51162"/>
                    <a:pt x="150287" y="51777"/>
                    <a:pt x="154911" y="51777"/>
                  </a:cubicBezTo>
                  <a:cubicBezTo>
                    <a:pt x="171899" y="51777"/>
                    <a:pt x="186153" y="43484"/>
                    <a:pt x="201061" y="34808"/>
                  </a:cubicBezTo>
                  <a:cubicBezTo>
                    <a:pt x="204228" y="32963"/>
                    <a:pt x="207503" y="31058"/>
                    <a:pt x="210836" y="29212"/>
                  </a:cubicBezTo>
                  <a:cubicBezTo>
                    <a:pt x="217522" y="25512"/>
                    <a:pt x="227422" y="21326"/>
                    <a:pt x="237978" y="21326"/>
                  </a:cubicBezTo>
                  <a:cubicBezTo>
                    <a:pt x="247122" y="21326"/>
                    <a:pt x="256758" y="24467"/>
                    <a:pt x="265224" y="33784"/>
                  </a:cubicBezTo>
                  <a:lnTo>
                    <a:pt x="265498" y="33546"/>
                  </a:lnTo>
                  <a:cubicBezTo>
                    <a:pt x="258247" y="25569"/>
                    <a:pt x="249377" y="21354"/>
                    <a:pt x="239149" y="21033"/>
                  </a:cubicBezTo>
                  <a:cubicBezTo>
                    <a:pt x="238730" y="21019"/>
                    <a:pt x="238308" y="21012"/>
                    <a:pt x="237884" y="21012"/>
                  </a:cubicBezTo>
                  <a:cubicBezTo>
                    <a:pt x="229391" y="21012"/>
                    <a:pt x="220013" y="23731"/>
                    <a:pt x="210658" y="28903"/>
                  </a:cubicBezTo>
                  <a:cubicBezTo>
                    <a:pt x="207324" y="30748"/>
                    <a:pt x="204050" y="32653"/>
                    <a:pt x="200871" y="34498"/>
                  </a:cubicBezTo>
                  <a:cubicBezTo>
                    <a:pt x="186013" y="43140"/>
                    <a:pt x="171810" y="51406"/>
                    <a:pt x="154899" y="51406"/>
                  </a:cubicBezTo>
                  <a:cubicBezTo>
                    <a:pt x="150304" y="51406"/>
                    <a:pt x="145509" y="50796"/>
                    <a:pt x="140447" y="49417"/>
                  </a:cubicBezTo>
                  <a:cubicBezTo>
                    <a:pt x="126290" y="45571"/>
                    <a:pt x="116789" y="37237"/>
                    <a:pt x="106740" y="28402"/>
                  </a:cubicBezTo>
                  <a:cubicBezTo>
                    <a:pt x="100537" y="22961"/>
                    <a:pt x="94131" y="17342"/>
                    <a:pt x="86499" y="12817"/>
                  </a:cubicBezTo>
                  <a:cubicBezTo>
                    <a:pt x="73295" y="4995"/>
                    <a:pt x="55841" y="89"/>
                    <a:pt x="40958" y="6"/>
                  </a:cubicBezTo>
                  <a:cubicBezTo>
                    <a:pt x="40396" y="3"/>
                    <a:pt x="39839" y="1"/>
                    <a:pt x="392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3"/>
            <p:cNvSpPr/>
            <p:nvPr/>
          </p:nvSpPr>
          <p:spPr>
            <a:xfrm>
              <a:off x="649475" y="2235200"/>
              <a:ext cx="6624950" cy="1345700"/>
            </a:xfrm>
            <a:custGeom>
              <a:rect b="b" l="l" r="r" t="t"/>
              <a:pathLst>
                <a:path extrusionOk="0" h="53828" w="264998">
                  <a:moveTo>
                    <a:pt x="35160" y="0"/>
                  </a:moveTo>
                  <a:cubicBezTo>
                    <a:pt x="17419" y="0"/>
                    <a:pt x="5602" y="2101"/>
                    <a:pt x="0" y="6240"/>
                  </a:cubicBezTo>
                  <a:lnTo>
                    <a:pt x="215" y="6538"/>
                  </a:lnTo>
                  <a:cubicBezTo>
                    <a:pt x="4112" y="3654"/>
                    <a:pt x="13403" y="362"/>
                    <a:pt x="35411" y="362"/>
                  </a:cubicBezTo>
                  <a:cubicBezTo>
                    <a:pt x="37206" y="362"/>
                    <a:pt x="39085" y="384"/>
                    <a:pt x="41053" y="430"/>
                  </a:cubicBezTo>
                  <a:cubicBezTo>
                    <a:pt x="55876" y="787"/>
                    <a:pt x="73176" y="5978"/>
                    <a:pt x="86202" y="13979"/>
                  </a:cubicBezTo>
                  <a:cubicBezTo>
                    <a:pt x="93726" y="18623"/>
                    <a:pt x="100025" y="24350"/>
                    <a:pt x="106109" y="29886"/>
                  </a:cubicBezTo>
                  <a:cubicBezTo>
                    <a:pt x="116039" y="38911"/>
                    <a:pt x="125421" y="47436"/>
                    <a:pt x="139601" y="51567"/>
                  </a:cubicBezTo>
                  <a:cubicBezTo>
                    <a:pt x="145004" y="53139"/>
                    <a:pt x="150116" y="53827"/>
                    <a:pt x="155015" y="53827"/>
                  </a:cubicBezTo>
                  <a:cubicBezTo>
                    <a:pt x="171610" y="53827"/>
                    <a:pt x="185768" y="45925"/>
                    <a:pt x="200549" y="37661"/>
                  </a:cubicBezTo>
                  <a:cubicBezTo>
                    <a:pt x="203752" y="35875"/>
                    <a:pt x="207062" y="34030"/>
                    <a:pt x="210420" y="32244"/>
                  </a:cubicBezTo>
                  <a:cubicBezTo>
                    <a:pt x="217020" y="28737"/>
                    <a:pt x="226700" y="24823"/>
                    <a:pt x="236995" y="24823"/>
                  </a:cubicBezTo>
                  <a:cubicBezTo>
                    <a:pt x="246347" y="24823"/>
                    <a:pt x="256206" y="28053"/>
                    <a:pt x="264724" y="37756"/>
                  </a:cubicBezTo>
                  <a:lnTo>
                    <a:pt x="264998" y="37518"/>
                  </a:lnTo>
                  <a:cubicBezTo>
                    <a:pt x="257890" y="29422"/>
                    <a:pt x="249103" y="25052"/>
                    <a:pt x="238887" y="24552"/>
                  </a:cubicBezTo>
                  <a:cubicBezTo>
                    <a:pt x="238234" y="24520"/>
                    <a:pt x="237575" y="24503"/>
                    <a:pt x="236910" y="24503"/>
                  </a:cubicBezTo>
                  <a:cubicBezTo>
                    <a:pt x="228589" y="24503"/>
                    <a:pt x="219426" y="27049"/>
                    <a:pt x="210253" y="31922"/>
                  </a:cubicBezTo>
                  <a:cubicBezTo>
                    <a:pt x="206883" y="33708"/>
                    <a:pt x="203574" y="35565"/>
                    <a:pt x="200371" y="37351"/>
                  </a:cubicBezTo>
                  <a:cubicBezTo>
                    <a:pt x="185637" y="45583"/>
                    <a:pt x="171528" y="53466"/>
                    <a:pt x="155004" y="53466"/>
                  </a:cubicBezTo>
                  <a:cubicBezTo>
                    <a:pt x="150137" y="53466"/>
                    <a:pt x="145060" y="52782"/>
                    <a:pt x="139696" y="51222"/>
                  </a:cubicBezTo>
                  <a:cubicBezTo>
                    <a:pt x="125599" y="47114"/>
                    <a:pt x="116253" y="38613"/>
                    <a:pt x="106359" y="29612"/>
                  </a:cubicBezTo>
                  <a:cubicBezTo>
                    <a:pt x="100251" y="24064"/>
                    <a:pt x="93941" y="18325"/>
                    <a:pt x="86392" y="13682"/>
                  </a:cubicBezTo>
                  <a:cubicBezTo>
                    <a:pt x="73331" y="5633"/>
                    <a:pt x="55960" y="418"/>
                    <a:pt x="41077" y="73"/>
                  </a:cubicBezTo>
                  <a:cubicBezTo>
                    <a:pt x="39037" y="25"/>
                    <a:pt x="37064" y="0"/>
                    <a:pt x="35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13"/>
            <p:cNvSpPr/>
            <p:nvPr/>
          </p:nvSpPr>
          <p:spPr>
            <a:xfrm>
              <a:off x="664050" y="2134250"/>
              <a:ext cx="6610375" cy="1399125"/>
            </a:xfrm>
            <a:custGeom>
              <a:rect b="b" l="l" r="r" t="t"/>
              <a:pathLst>
                <a:path extrusionOk="0" h="55965" w="264415">
                  <a:moveTo>
                    <a:pt x="31658" y="1"/>
                  </a:moveTo>
                  <a:cubicBezTo>
                    <a:pt x="15910" y="1"/>
                    <a:pt x="5285" y="1898"/>
                    <a:pt x="1" y="5671"/>
                  </a:cubicBezTo>
                  <a:lnTo>
                    <a:pt x="215" y="5968"/>
                  </a:lnTo>
                  <a:cubicBezTo>
                    <a:pt x="3941" y="3311"/>
                    <a:pt x="12454" y="374"/>
                    <a:pt x="31865" y="374"/>
                  </a:cubicBezTo>
                  <a:cubicBezTo>
                    <a:pt x="34721" y="374"/>
                    <a:pt x="37813" y="437"/>
                    <a:pt x="41161" y="575"/>
                  </a:cubicBezTo>
                  <a:cubicBezTo>
                    <a:pt x="55972" y="1182"/>
                    <a:pt x="73177" y="6671"/>
                    <a:pt x="86047" y="14910"/>
                  </a:cubicBezTo>
                  <a:cubicBezTo>
                    <a:pt x="93489" y="19684"/>
                    <a:pt x="99692" y="25518"/>
                    <a:pt x="105681" y="31162"/>
                  </a:cubicBezTo>
                  <a:cubicBezTo>
                    <a:pt x="115456" y="40365"/>
                    <a:pt x="124683" y="49045"/>
                    <a:pt x="138792" y="53427"/>
                  </a:cubicBezTo>
                  <a:cubicBezTo>
                    <a:pt x="144499" y="55196"/>
                    <a:pt x="149895" y="55964"/>
                    <a:pt x="155070" y="55964"/>
                  </a:cubicBezTo>
                  <a:cubicBezTo>
                    <a:pt x="171272" y="55964"/>
                    <a:pt x="185312" y="48439"/>
                    <a:pt x="199966" y="40580"/>
                  </a:cubicBezTo>
                  <a:cubicBezTo>
                    <a:pt x="203205" y="38853"/>
                    <a:pt x="206539" y="37056"/>
                    <a:pt x="209932" y="35329"/>
                  </a:cubicBezTo>
                  <a:cubicBezTo>
                    <a:pt x="216438" y="32021"/>
                    <a:pt x="225885" y="28376"/>
                    <a:pt x="235908" y="28376"/>
                  </a:cubicBezTo>
                  <a:cubicBezTo>
                    <a:pt x="245474" y="28376"/>
                    <a:pt x="255565" y="31695"/>
                    <a:pt x="264129" y="41794"/>
                  </a:cubicBezTo>
                  <a:lnTo>
                    <a:pt x="264415" y="41568"/>
                  </a:lnTo>
                  <a:cubicBezTo>
                    <a:pt x="257438" y="33341"/>
                    <a:pt x="248734" y="28828"/>
                    <a:pt x="238519" y="28138"/>
                  </a:cubicBezTo>
                  <a:cubicBezTo>
                    <a:pt x="237634" y="28078"/>
                    <a:pt x="236737" y="28048"/>
                    <a:pt x="235830" y="28048"/>
                  </a:cubicBezTo>
                  <a:cubicBezTo>
                    <a:pt x="227710" y="28048"/>
                    <a:pt x="218762" y="30434"/>
                    <a:pt x="209765" y="35008"/>
                  </a:cubicBezTo>
                  <a:cubicBezTo>
                    <a:pt x="206372" y="36734"/>
                    <a:pt x="203026" y="38532"/>
                    <a:pt x="199800" y="40258"/>
                  </a:cubicBezTo>
                  <a:cubicBezTo>
                    <a:pt x="185191" y="48086"/>
                    <a:pt x="171191" y="55586"/>
                    <a:pt x="155054" y="55586"/>
                  </a:cubicBezTo>
                  <a:cubicBezTo>
                    <a:pt x="149912" y="55586"/>
                    <a:pt x="144552" y="54824"/>
                    <a:pt x="138887" y="53069"/>
                  </a:cubicBezTo>
                  <a:cubicBezTo>
                    <a:pt x="124862" y="48724"/>
                    <a:pt x="115658" y="40068"/>
                    <a:pt x="105931" y="30900"/>
                  </a:cubicBezTo>
                  <a:cubicBezTo>
                    <a:pt x="99918" y="25245"/>
                    <a:pt x="93715" y="19387"/>
                    <a:pt x="86238" y="14612"/>
                  </a:cubicBezTo>
                  <a:cubicBezTo>
                    <a:pt x="73320" y="6337"/>
                    <a:pt x="56055" y="813"/>
                    <a:pt x="41173" y="206"/>
                  </a:cubicBezTo>
                  <a:cubicBezTo>
                    <a:pt x="37818" y="69"/>
                    <a:pt x="34646" y="1"/>
                    <a:pt x="316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307" name="Google Shape;307;p13"/>
          <p:cNvPicPr preferRelativeResize="0"/>
          <p:nvPr/>
        </p:nvPicPr>
        <p:blipFill rotWithShape="1">
          <a:blip r:embed="rId3">
            <a:alphaModFix/>
          </a:blip>
          <a:srcRect b="709" l="0" r="0" t="699"/>
          <a:stretch/>
        </p:blipFill>
        <p:spPr>
          <a:xfrm>
            <a:off x="6006200" y="39938"/>
            <a:ext cx="470732" cy="4452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8" name="Google Shape;308;p13"/>
          <p:cNvGrpSpPr/>
          <p:nvPr/>
        </p:nvGrpSpPr>
        <p:grpSpPr>
          <a:xfrm flipH="1" rot="-3984688">
            <a:off x="-1427965" y="627795"/>
            <a:ext cx="3269287" cy="1022685"/>
            <a:chOff x="603050" y="2134250"/>
            <a:chExt cx="6671375" cy="1887675"/>
          </a:xfrm>
        </p:grpSpPr>
        <p:sp>
          <p:nvSpPr>
            <p:cNvPr id="309" name="Google Shape;309;p13"/>
            <p:cNvSpPr/>
            <p:nvPr/>
          </p:nvSpPr>
          <p:spPr>
            <a:xfrm>
              <a:off x="608100" y="2949275"/>
              <a:ext cx="6665750" cy="1072650"/>
            </a:xfrm>
            <a:custGeom>
              <a:rect b="b" l="l" r="r" t="t"/>
              <a:pathLst>
                <a:path extrusionOk="0" h="42906" w="266630">
                  <a:moveTo>
                    <a:pt x="242926" y="0"/>
                  </a:moveTo>
                  <a:cubicBezTo>
                    <a:pt x="241564" y="0"/>
                    <a:pt x="240185" y="76"/>
                    <a:pt x="238792" y="228"/>
                  </a:cubicBezTo>
                  <a:cubicBezTo>
                    <a:pt x="230005" y="1168"/>
                    <a:pt x="220635" y="5240"/>
                    <a:pt x="211670" y="11979"/>
                  </a:cubicBezTo>
                  <a:cubicBezTo>
                    <a:pt x="208634" y="14265"/>
                    <a:pt x="205645" y="16611"/>
                    <a:pt x="202764" y="18885"/>
                  </a:cubicBezTo>
                  <a:cubicBezTo>
                    <a:pt x="187340" y="31016"/>
                    <a:pt x="172685" y="42543"/>
                    <a:pt x="152232" y="42543"/>
                  </a:cubicBezTo>
                  <a:cubicBezTo>
                    <a:pt x="149902" y="42543"/>
                    <a:pt x="147497" y="42394"/>
                    <a:pt x="145007" y="42078"/>
                  </a:cubicBezTo>
                  <a:cubicBezTo>
                    <a:pt x="130433" y="40233"/>
                    <a:pt x="119873" y="33291"/>
                    <a:pt x="108693" y="25957"/>
                  </a:cubicBezTo>
                  <a:cubicBezTo>
                    <a:pt x="101799" y="21433"/>
                    <a:pt x="94667" y="16754"/>
                    <a:pt x="86476" y="13337"/>
                  </a:cubicBezTo>
                  <a:cubicBezTo>
                    <a:pt x="75578" y="8791"/>
                    <a:pt x="62424" y="6298"/>
                    <a:pt x="50215" y="6298"/>
                  </a:cubicBezTo>
                  <a:cubicBezTo>
                    <a:pt x="46564" y="6298"/>
                    <a:pt x="42997" y="6521"/>
                    <a:pt x="39601" y="6979"/>
                  </a:cubicBezTo>
                  <a:cubicBezTo>
                    <a:pt x="18729" y="9788"/>
                    <a:pt x="5418" y="14003"/>
                    <a:pt x="0" y="19504"/>
                  </a:cubicBezTo>
                  <a:lnTo>
                    <a:pt x="262" y="19766"/>
                  </a:lnTo>
                  <a:cubicBezTo>
                    <a:pt x="3941" y="16015"/>
                    <a:pt x="13764" y="10824"/>
                    <a:pt x="39648" y="7348"/>
                  </a:cubicBezTo>
                  <a:cubicBezTo>
                    <a:pt x="43028" y="6893"/>
                    <a:pt x="46578" y="6672"/>
                    <a:pt x="50211" y="6672"/>
                  </a:cubicBezTo>
                  <a:cubicBezTo>
                    <a:pt x="62374" y="6672"/>
                    <a:pt x="75481" y="9153"/>
                    <a:pt x="86345" y="13682"/>
                  </a:cubicBezTo>
                  <a:cubicBezTo>
                    <a:pt x="94500" y="17075"/>
                    <a:pt x="101620" y="21742"/>
                    <a:pt x="108502" y="26255"/>
                  </a:cubicBezTo>
                  <a:cubicBezTo>
                    <a:pt x="119718" y="33625"/>
                    <a:pt x="130314" y="40578"/>
                    <a:pt x="144959" y="42435"/>
                  </a:cubicBezTo>
                  <a:cubicBezTo>
                    <a:pt x="147474" y="42754"/>
                    <a:pt x="149902" y="42906"/>
                    <a:pt x="152253" y="42906"/>
                  </a:cubicBezTo>
                  <a:cubicBezTo>
                    <a:pt x="172815" y="42906"/>
                    <a:pt x="187519" y="31340"/>
                    <a:pt x="202990" y="19171"/>
                  </a:cubicBezTo>
                  <a:cubicBezTo>
                    <a:pt x="205871" y="16908"/>
                    <a:pt x="208860" y="14563"/>
                    <a:pt x="211896" y="12277"/>
                  </a:cubicBezTo>
                  <a:cubicBezTo>
                    <a:pt x="219006" y="6920"/>
                    <a:pt x="230335" y="312"/>
                    <a:pt x="242921" y="312"/>
                  </a:cubicBezTo>
                  <a:cubicBezTo>
                    <a:pt x="250504" y="312"/>
                    <a:pt x="258543" y="2711"/>
                    <a:pt x="266391" y="9229"/>
                  </a:cubicBezTo>
                  <a:lnTo>
                    <a:pt x="266629" y="8943"/>
                  </a:lnTo>
                  <a:cubicBezTo>
                    <a:pt x="259467" y="3004"/>
                    <a:pt x="251508" y="0"/>
                    <a:pt x="2429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13"/>
            <p:cNvSpPr/>
            <p:nvPr/>
          </p:nvSpPr>
          <p:spPr>
            <a:xfrm>
              <a:off x="604525" y="2938825"/>
              <a:ext cx="6669025" cy="1033425"/>
            </a:xfrm>
            <a:custGeom>
              <a:rect b="b" l="l" r="r" t="t"/>
              <a:pathLst>
                <a:path extrusionOk="0" h="41337" w="266761">
                  <a:moveTo>
                    <a:pt x="242560" y="0"/>
                  </a:moveTo>
                  <a:cubicBezTo>
                    <a:pt x="241419" y="0"/>
                    <a:pt x="240266" y="53"/>
                    <a:pt x="239102" y="158"/>
                  </a:cubicBezTo>
                  <a:cubicBezTo>
                    <a:pt x="230303" y="955"/>
                    <a:pt x="220850" y="4861"/>
                    <a:pt x="211765" y="11445"/>
                  </a:cubicBezTo>
                  <a:cubicBezTo>
                    <a:pt x="208693" y="13683"/>
                    <a:pt x="205669" y="15969"/>
                    <a:pt x="202752" y="18184"/>
                  </a:cubicBezTo>
                  <a:cubicBezTo>
                    <a:pt x="187359" y="29863"/>
                    <a:pt x="172728" y="40966"/>
                    <a:pt x="152762" y="40966"/>
                  </a:cubicBezTo>
                  <a:cubicBezTo>
                    <a:pt x="150135" y="40966"/>
                    <a:pt x="147416" y="40773"/>
                    <a:pt x="144590" y="40365"/>
                  </a:cubicBezTo>
                  <a:cubicBezTo>
                    <a:pt x="130064" y="38269"/>
                    <a:pt x="119623" y="31150"/>
                    <a:pt x="108574" y="23613"/>
                  </a:cubicBezTo>
                  <a:cubicBezTo>
                    <a:pt x="101751" y="18969"/>
                    <a:pt x="94703" y="14171"/>
                    <a:pt x="86571" y="10611"/>
                  </a:cubicBezTo>
                  <a:cubicBezTo>
                    <a:pt x="75309" y="5677"/>
                    <a:pt x="61560" y="2931"/>
                    <a:pt x="48931" y="2931"/>
                  </a:cubicBezTo>
                  <a:cubicBezTo>
                    <a:pt x="45806" y="2931"/>
                    <a:pt x="42749" y="3099"/>
                    <a:pt x="39815" y="3444"/>
                  </a:cubicBezTo>
                  <a:cubicBezTo>
                    <a:pt x="18908" y="5885"/>
                    <a:pt x="5513" y="9861"/>
                    <a:pt x="1" y="15279"/>
                  </a:cubicBezTo>
                  <a:lnTo>
                    <a:pt x="251" y="15529"/>
                  </a:lnTo>
                  <a:cubicBezTo>
                    <a:pt x="4001" y="11850"/>
                    <a:pt x="13919" y="6825"/>
                    <a:pt x="39851" y="3801"/>
                  </a:cubicBezTo>
                  <a:cubicBezTo>
                    <a:pt x="42768" y="3459"/>
                    <a:pt x="45807" y="3292"/>
                    <a:pt x="48914" y="3292"/>
                  </a:cubicBezTo>
                  <a:cubicBezTo>
                    <a:pt x="61497" y="3292"/>
                    <a:pt x="75199" y="6027"/>
                    <a:pt x="86428" y="10945"/>
                  </a:cubicBezTo>
                  <a:cubicBezTo>
                    <a:pt x="94524" y="14493"/>
                    <a:pt x="101561" y="19279"/>
                    <a:pt x="108359" y="23922"/>
                  </a:cubicBezTo>
                  <a:cubicBezTo>
                    <a:pt x="119456" y="31471"/>
                    <a:pt x="129922" y="38615"/>
                    <a:pt x="144542" y="40734"/>
                  </a:cubicBezTo>
                  <a:cubicBezTo>
                    <a:pt x="147384" y="41144"/>
                    <a:pt x="150118" y="41337"/>
                    <a:pt x="152759" y="41337"/>
                  </a:cubicBezTo>
                  <a:cubicBezTo>
                    <a:pt x="172836" y="41337"/>
                    <a:pt x="187520" y="30193"/>
                    <a:pt x="202966" y="18481"/>
                  </a:cubicBezTo>
                  <a:cubicBezTo>
                    <a:pt x="205883" y="16267"/>
                    <a:pt x="208908" y="13969"/>
                    <a:pt x="211979" y="11742"/>
                  </a:cubicBezTo>
                  <a:cubicBezTo>
                    <a:pt x="219066" y="6599"/>
                    <a:pt x="230260" y="308"/>
                    <a:pt x="242600" y="308"/>
                  </a:cubicBezTo>
                  <a:cubicBezTo>
                    <a:pt x="250370" y="308"/>
                    <a:pt x="258594" y="2802"/>
                    <a:pt x="266534" y="9647"/>
                  </a:cubicBezTo>
                  <a:lnTo>
                    <a:pt x="266760" y="9373"/>
                  </a:lnTo>
                  <a:cubicBezTo>
                    <a:pt x="259527" y="3141"/>
                    <a:pt x="251396" y="0"/>
                    <a:pt x="242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13"/>
            <p:cNvSpPr/>
            <p:nvPr/>
          </p:nvSpPr>
          <p:spPr>
            <a:xfrm>
              <a:off x="603050" y="2916775"/>
              <a:ext cx="6670800" cy="1005800"/>
            </a:xfrm>
            <a:custGeom>
              <a:rect b="b" l="l" r="r" t="t"/>
              <a:pathLst>
                <a:path extrusionOk="0" h="40232" w="266832">
                  <a:moveTo>
                    <a:pt x="47581" y="0"/>
                  </a:moveTo>
                  <a:cubicBezTo>
                    <a:pt x="44993" y="0"/>
                    <a:pt x="42457" y="119"/>
                    <a:pt x="40005" y="361"/>
                  </a:cubicBezTo>
                  <a:cubicBezTo>
                    <a:pt x="19062" y="2445"/>
                    <a:pt x="5608" y="6183"/>
                    <a:pt x="0" y="11505"/>
                  </a:cubicBezTo>
                  <a:lnTo>
                    <a:pt x="250" y="11767"/>
                  </a:lnTo>
                  <a:cubicBezTo>
                    <a:pt x="4060" y="8148"/>
                    <a:pt x="14061" y="3302"/>
                    <a:pt x="40041" y="730"/>
                  </a:cubicBezTo>
                  <a:cubicBezTo>
                    <a:pt x="42490" y="487"/>
                    <a:pt x="45023" y="368"/>
                    <a:pt x="47608" y="368"/>
                  </a:cubicBezTo>
                  <a:cubicBezTo>
                    <a:pt x="60603" y="368"/>
                    <a:pt x="74908" y="3370"/>
                    <a:pt x="86487" y="8683"/>
                  </a:cubicBezTo>
                  <a:cubicBezTo>
                    <a:pt x="94524" y="12362"/>
                    <a:pt x="101477" y="17292"/>
                    <a:pt x="108192" y="22042"/>
                  </a:cubicBezTo>
                  <a:cubicBezTo>
                    <a:pt x="119146" y="29793"/>
                    <a:pt x="129504" y="37116"/>
                    <a:pt x="144078" y="39473"/>
                  </a:cubicBezTo>
                  <a:cubicBezTo>
                    <a:pt x="147258" y="39990"/>
                    <a:pt x="150307" y="40232"/>
                    <a:pt x="153246" y="40232"/>
                  </a:cubicBezTo>
                  <a:cubicBezTo>
                    <a:pt x="172829" y="40232"/>
                    <a:pt x="187478" y="29509"/>
                    <a:pt x="202883" y="18256"/>
                  </a:cubicBezTo>
                  <a:cubicBezTo>
                    <a:pt x="205835" y="16089"/>
                    <a:pt x="208895" y="13851"/>
                    <a:pt x="212015" y="11672"/>
                  </a:cubicBezTo>
                  <a:cubicBezTo>
                    <a:pt x="219065" y="6740"/>
                    <a:pt x="230090" y="772"/>
                    <a:pt x="242173" y="772"/>
                  </a:cubicBezTo>
                  <a:cubicBezTo>
                    <a:pt x="250128" y="772"/>
                    <a:pt x="258541" y="3359"/>
                    <a:pt x="266581" y="10529"/>
                  </a:cubicBezTo>
                  <a:lnTo>
                    <a:pt x="266831" y="10255"/>
                  </a:lnTo>
                  <a:cubicBezTo>
                    <a:pt x="259528" y="3740"/>
                    <a:pt x="251234" y="461"/>
                    <a:pt x="242138" y="461"/>
                  </a:cubicBezTo>
                  <a:cubicBezTo>
                    <a:pt x="241209" y="461"/>
                    <a:pt x="240272" y="495"/>
                    <a:pt x="239328" y="563"/>
                  </a:cubicBezTo>
                  <a:cubicBezTo>
                    <a:pt x="230517" y="1206"/>
                    <a:pt x="220992" y="4945"/>
                    <a:pt x="211800" y="11374"/>
                  </a:cubicBezTo>
                  <a:cubicBezTo>
                    <a:pt x="208681" y="13553"/>
                    <a:pt x="205621" y="15791"/>
                    <a:pt x="202668" y="17958"/>
                  </a:cubicBezTo>
                  <a:cubicBezTo>
                    <a:pt x="187317" y="29187"/>
                    <a:pt x="172706" y="39865"/>
                    <a:pt x="153219" y="39865"/>
                  </a:cubicBezTo>
                  <a:cubicBezTo>
                    <a:pt x="150307" y="39865"/>
                    <a:pt x="147286" y="39627"/>
                    <a:pt x="144137" y="39116"/>
                  </a:cubicBezTo>
                  <a:cubicBezTo>
                    <a:pt x="129635" y="36770"/>
                    <a:pt x="119325" y="29472"/>
                    <a:pt x="108406" y="21745"/>
                  </a:cubicBezTo>
                  <a:cubicBezTo>
                    <a:pt x="101679" y="16982"/>
                    <a:pt x="94702" y="12053"/>
                    <a:pt x="86642" y="8350"/>
                  </a:cubicBezTo>
                  <a:cubicBezTo>
                    <a:pt x="75006" y="3014"/>
                    <a:pt x="60634" y="0"/>
                    <a:pt x="475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13"/>
            <p:cNvSpPr/>
            <p:nvPr/>
          </p:nvSpPr>
          <p:spPr>
            <a:xfrm>
              <a:off x="603625" y="2820875"/>
              <a:ext cx="6670225" cy="1052250"/>
            </a:xfrm>
            <a:custGeom>
              <a:rect b="b" l="l" r="r" t="t"/>
              <a:pathLst>
                <a:path extrusionOk="0" h="42090" w="266809">
                  <a:moveTo>
                    <a:pt x="46344" y="0"/>
                  </a:moveTo>
                  <a:cubicBezTo>
                    <a:pt x="44253" y="0"/>
                    <a:pt x="42198" y="80"/>
                    <a:pt x="40196" y="244"/>
                  </a:cubicBezTo>
                  <a:cubicBezTo>
                    <a:pt x="19218" y="1959"/>
                    <a:pt x="5692" y="5471"/>
                    <a:pt x="1" y="10686"/>
                  </a:cubicBezTo>
                  <a:lnTo>
                    <a:pt x="239" y="10948"/>
                  </a:lnTo>
                  <a:cubicBezTo>
                    <a:pt x="4120" y="7400"/>
                    <a:pt x="14193" y="2721"/>
                    <a:pt x="40220" y="601"/>
                  </a:cubicBezTo>
                  <a:cubicBezTo>
                    <a:pt x="42208" y="440"/>
                    <a:pt x="44249" y="360"/>
                    <a:pt x="46327" y="360"/>
                  </a:cubicBezTo>
                  <a:cubicBezTo>
                    <a:pt x="59706" y="360"/>
                    <a:pt x="74600" y="3646"/>
                    <a:pt x="86524" y="9376"/>
                  </a:cubicBezTo>
                  <a:cubicBezTo>
                    <a:pt x="94501" y="13198"/>
                    <a:pt x="101359" y="18234"/>
                    <a:pt x="107991" y="23104"/>
                  </a:cubicBezTo>
                  <a:cubicBezTo>
                    <a:pt x="118813" y="31046"/>
                    <a:pt x="129029" y="38546"/>
                    <a:pt x="143566" y="41166"/>
                  </a:cubicBezTo>
                  <a:cubicBezTo>
                    <a:pt x="147069" y="41797"/>
                    <a:pt x="150419" y="42090"/>
                    <a:pt x="153641" y="42090"/>
                  </a:cubicBezTo>
                  <a:cubicBezTo>
                    <a:pt x="172769" y="42090"/>
                    <a:pt x="187383" y="31783"/>
                    <a:pt x="202729" y="20961"/>
                  </a:cubicBezTo>
                  <a:cubicBezTo>
                    <a:pt x="205729" y="18854"/>
                    <a:pt x="208825" y="16663"/>
                    <a:pt x="211980" y="14543"/>
                  </a:cubicBezTo>
                  <a:cubicBezTo>
                    <a:pt x="218983" y="9825"/>
                    <a:pt x="229850" y="4171"/>
                    <a:pt x="241687" y="4171"/>
                  </a:cubicBezTo>
                  <a:cubicBezTo>
                    <a:pt x="249833" y="4171"/>
                    <a:pt x="258438" y="6849"/>
                    <a:pt x="266558" y="14353"/>
                  </a:cubicBezTo>
                  <a:lnTo>
                    <a:pt x="266808" y="14091"/>
                  </a:lnTo>
                  <a:cubicBezTo>
                    <a:pt x="259457" y="7303"/>
                    <a:pt x="251007" y="3862"/>
                    <a:pt x="241659" y="3862"/>
                  </a:cubicBezTo>
                  <a:cubicBezTo>
                    <a:pt x="240939" y="3862"/>
                    <a:pt x="240214" y="3882"/>
                    <a:pt x="239483" y="3923"/>
                  </a:cubicBezTo>
                  <a:cubicBezTo>
                    <a:pt x="230661" y="4411"/>
                    <a:pt x="221076" y="7971"/>
                    <a:pt x="211777" y="14246"/>
                  </a:cubicBezTo>
                  <a:cubicBezTo>
                    <a:pt x="208622" y="16365"/>
                    <a:pt x="205515" y="18556"/>
                    <a:pt x="202526" y="20663"/>
                  </a:cubicBezTo>
                  <a:cubicBezTo>
                    <a:pt x="187233" y="31450"/>
                    <a:pt x="172655" y="41722"/>
                    <a:pt x="153612" y="41722"/>
                  </a:cubicBezTo>
                  <a:cubicBezTo>
                    <a:pt x="150417" y="41722"/>
                    <a:pt x="147097" y="41433"/>
                    <a:pt x="143626" y="40809"/>
                  </a:cubicBezTo>
                  <a:cubicBezTo>
                    <a:pt x="129172" y="38201"/>
                    <a:pt x="118992" y="30724"/>
                    <a:pt x="108205" y="22806"/>
                  </a:cubicBezTo>
                  <a:cubicBezTo>
                    <a:pt x="101561" y="17925"/>
                    <a:pt x="94679" y="12877"/>
                    <a:pt x="86678" y="9043"/>
                  </a:cubicBezTo>
                  <a:cubicBezTo>
                    <a:pt x="74718" y="3305"/>
                    <a:pt x="59772" y="0"/>
                    <a:pt x="463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13"/>
            <p:cNvSpPr/>
            <p:nvPr/>
          </p:nvSpPr>
          <p:spPr>
            <a:xfrm>
              <a:off x="606025" y="2724425"/>
              <a:ext cx="6667825" cy="1099375"/>
            </a:xfrm>
            <a:custGeom>
              <a:rect b="b" l="l" r="r" t="t"/>
              <a:pathLst>
                <a:path extrusionOk="0" h="43975" w="266713">
                  <a:moveTo>
                    <a:pt x="45120" y="1"/>
                  </a:moveTo>
                  <a:cubicBezTo>
                    <a:pt x="43512" y="1"/>
                    <a:pt x="41927" y="50"/>
                    <a:pt x="40374" y="149"/>
                  </a:cubicBezTo>
                  <a:cubicBezTo>
                    <a:pt x="19372" y="1495"/>
                    <a:pt x="5787" y="4769"/>
                    <a:pt x="0" y="9889"/>
                  </a:cubicBezTo>
                  <a:lnTo>
                    <a:pt x="250" y="10150"/>
                  </a:lnTo>
                  <a:cubicBezTo>
                    <a:pt x="4191" y="6674"/>
                    <a:pt x="14335" y="2185"/>
                    <a:pt x="40410" y="518"/>
                  </a:cubicBezTo>
                  <a:cubicBezTo>
                    <a:pt x="41956" y="419"/>
                    <a:pt x="43534" y="370"/>
                    <a:pt x="45136" y="370"/>
                  </a:cubicBezTo>
                  <a:cubicBezTo>
                    <a:pt x="58853" y="370"/>
                    <a:pt x="74318" y="3961"/>
                    <a:pt x="86547" y="10091"/>
                  </a:cubicBezTo>
                  <a:cubicBezTo>
                    <a:pt x="94441" y="14044"/>
                    <a:pt x="101227" y="19211"/>
                    <a:pt x="107776" y="24188"/>
                  </a:cubicBezTo>
                  <a:cubicBezTo>
                    <a:pt x="118432" y="32332"/>
                    <a:pt x="128528" y="39999"/>
                    <a:pt x="143018" y="42869"/>
                  </a:cubicBezTo>
                  <a:cubicBezTo>
                    <a:pt x="146843" y="43627"/>
                    <a:pt x="150492" y="43975"/>
                    <a:pt x="153996" y="43975"/>
                  </a:cubicBezTo>
                  <a:cubicBezTo>
                    <a:pt x="172677" y="43975"/>
                    <a:pt x="187246" y="34086"/>
                    <a:pt x="202525" y="23700"/>
                  </a:cubicBezTo>
                  <a:cubicBezTo>
                    <a:pt x="205562" y="21640"/>
                    <a:pt x="208693" y="19509"/>
                    <a:pt x="211884" y="17449"/>
                  </a:cubicBezTo>
                  <a:cubicBezTo>
                    <a:pt x="218840" y="12936"/>
                    <a:pt x="229526" y="7594"/>
                    <a:pt x="241107" y="7594"/>
                  </a:cubicBezTo>
                  <a:cubicBezTo>
                    <a:pt x="249447" y="7594"/>
                    <a:pt x="258252" y="10365"/>
                    <a:pt x="266462" y="18211"/>
                  </a:cubicBezTo>
                  <a:lnTo>
                    <a:pt x="266712" y="17949"/>
                  </a:lnTo>
                  <a:cubicBezTo>
                    <a:pt x="259310" y="10864"/>
                    <a:pt x="250693" y="7276"/>
                    <a:pt x="241074" y="7276"/>
                  </a:cubicBezTo>
                  <a:cubicBezTo>
                    <a:pt x="240574" y="7276"/>
                    <a:pt x="240071" y="7285"/>
                    <a:pt x="239566" y="7305"/>
                  </a:cubicBezTo>
                  <a:cubicBezTo>
                    <a:pt x="230731" y="7638"/>
                    <a:pt x="221099" y="11043"/>
                    <a:pt x="211681" y="17139"/>
                  </a:cubicBezTo>
                  <a:cubicBezTo>
                    <a:pt x="208490" y="19211"/>
                    <a:pt x="205359" y="21342"/>
                    <a:pt x="202323" y="23402"/>
                  </a:cubicBezTo>
                  <a:cubicBezTo>
                    <a:pt x="187090" y="33751"/>
                    <a:pt x="172575" y="43610"/>
                    <a:pt x="153990" y="43610"/>
                  </a:cubicBezTo>
                  <a:cubicBezTo>
                    <a:pt x="150510" y="43610"/>
                    <a:pt x="146887" y="43265"/>
                    <a:pt x="143089" y="42512"/>
                  </a:cubicBezTo>
                  <a:cubicBezTo>
                    <a:pt x="128683" y="39654"/>
                    <a:pt x="118622" y="31998"/>
                    <a:pt x="107990" y="23902"/>
                  </a:cubicBezTo>
                  <a:cubicBezTo>
                    <a:pt x="101418" y="18913"/>
                    <a:pt x="94631" y="13734"/>
                    <a:pt x="86701" y="9758"/>
                  </a:cubicBezTo>
                  <a:cubicBezTo>
                    <a:pt x="74419" y="3595"/>
                    <a:pt x="58900" y="1"/>
                    <a:pt x="45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13"/>
            <p:cNvSpPr/>
            <p:nvPr/>
          </p:nvSpPr>
          <p:spPr>
            <a:xfrm>
              <a:off x="610775" y="2627700"/>
              <a:ext cx="6663075" cy="1147100"/>
            </a:xfrm>
            <a:custGeom>
              <a:rect b="b" l="l" r="r" t="t"/>
              <a:pathLst>
                <a:path extrusionOk="0" h="45884" w="266523">
                  <a:moveTo>
                    <a:pt x="43919" y="0"/>
                  </a:moveTo>
                  <a:cubicBezTo>
                    <a:pt x="42779" y="0"/>
                    <a:pt x="41652" y="26"/>
                    <a:pt x="40541" y="77"/>
                  </a:cubicBezTo>
                  <a:cubicBezTo>
                    <a:pt x="19515" y="1054"/>
                    <a:pt x="5870" y="4090"/>
                    <a:pt x="1" y="9102"/>
                  </a:cubicBezTo>
                  <a:lnTo>
                    <a:pt x="239" y="9376"/>
                  </a:lnTo>
                  <a:cubicBezTo>
                    <a:pt x="4227" y="5971"/>
                    <a:pt x="14467" y="1649"/>
                    <a:pt x="40553" y="434"/>
                  </a:cubicBezTo>
                  <a:cubicBezTo>
                    <a:pt x="41663" y="383"/>
                    <a:pt x="42788" y="357"/>
                    <a:pt x="43926" y="357"/>
                  </a:cubicBezTo>
                  <a:cubicBezTo>
                    <a:pt x="57980" y="357"/>
                    <a:pt x="73989" y="4252"/>
                    <a:pt x="86523" y="10817"/>
                  </a:cubicBezTo>
                  <a:cubicBezTo>
                    <a:pt x="94346" y="14912"/>
                    <a:pt x="101037" y="20187"/>
                    <a:pt x="107502" y="25283"/>
                  </a:cubicBezTo>
                  <a:cubicBezTo>
                    <a:pt x="118039" y="33593"/>
                    <a:pt x="127981" y="41451"/>
                    <a:pt x="142411" y="44571"/>
                  </a:cubicBezTo>
                  <a:cubicBezTo>
                    <a:pt x="146566" y="45473"/>
                    <a:pt x="150520" y="45883"/>
                    <a:pt x="154313" y="45883"/>
                  </a:cubicBezTo>
                  <a:cubicBezTo>
                    <a:pt x="172548" y="45883"/>
                    <a:pt x="187052" y="36397"/>
                    <a:pt x="202240" y="26461"/>
                  </a:cubicBezTo>
                  <a:cubicBezTo>
                    <a:pt x="205312" y="24449"/>
                    <a:pt x="208491" y="22378"/>
                    <a:pt x="211706" y="20365"/>
                  </a:cubicBezTo>
                  <a:cubicBezTo>
                    <a:pt x="218611" y="16054"/>
                    <a:pt x="229117" y="11007"/>
                    <a:pt x="240446" y="11007"/>
                  </a:cubicBezTo>
                  <a:cubicBezTo>
                    <a:pt x="248983" y="11007"/>
                    <a:pt x="257988" y="13873"/>
                    <a:pt x="266272" y="22080"/>
                  </a:cubicBezTo>
                  <a:lnTo>
                    <a:pt x="266522" y="21818"/>
                  </a:lnTo>
                  <a:cubicBezTo>
                    <a:pt x="259063" y="14429"/>
                    <a:pt x="250259" y="10690"/>
                    <a:pt x="240352" y="10690"/>
                  </a:cubicBezTo>
                  <a:cubicBezTo>
                    <a:pt x="240091" y="10690"/>
                    <a:pt x="239829" y="10692"/>
                    <a:pt x="239566" y="10698"/>
                  </a:cubicBezTo>
                  <a:cubicBezTo>
                    <a:pt x="230732" y="10876"/>
                    <a:pt x="221040" y="14115"/>
                    <a:pt x="211515" y="20056"/>
                  </a:cubicBezTo>
                  <a:cubicBezTo>
                    <a:pt x="208300" y="22068"/>
                    <a:pt x="205122" y="24152"/>
                    <a:pt x="202050" y="26152"/>
                  </a:cubicBezTo>
                  <a:cubicBezTo>
                    <a:pt x="186888" y="36065"/>
                    <a:pt x="172430" y="45521"/>
                    <a:pt x="154274" y="45521"/>
                  </a:cubicBezTo>
                  <a:cubicBezTo>
                    <a:pt x="150515" y="45521"/>
                    <a:pt x="146598" y="45116"/>
                    <a:pt x="142483" y="44226"/>
                  </a:cubicBezTo>
                  <a:cubicBezTo>
                    <a:pt x="128136" y="41118"/>
                    <a:pt x="118218" y="33284"/>
                    <a:pt x="107716" y="24997"/>
                  </a:cubicBezTo>
                  <a:cubicBezTo>
                    <a:pt x="101239" y="19889"/>
                    <a:pt x="94548" y="14603"/>
                    <a:pt x="86690" y="10495"/>
                  </a:cubicBezTo>
                  <a:cubicBezTo>
                    <a:pt x="74109" y="3907"/>
                    <a:pt x="58032" y="0"/>
                    <a:pt x="439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13"/>
            <p:cNvSpPr/>
            <p:nvPr/>
          </p:nvSpPr>
          <p:spPr>
            <a:xfrm>
              <a:off x="617325" y="2530375"/>
              <a:ext cx="6656525" cy="1195600"/>
            </a:xfrm>
            <a:custGeom>
              <a:rect b="b" l="l" r="r" t="t"/>
              <a:pathLst>
                <a:path extrusionOk="0" h="47824" w="266261">
                  <a:moveTo>
                    <a:pt x="42753" y="0"/>
                  </a:moveTo>
                  <a:cubicBezTo>
                    <a:pt x="42062" y="0"/>
                    <a:pt x="41376" y="10"/>
                    <a:pt x="40696" y="29"/>
                  </a:cubicBezTo>
                  <a:cubicBezTo>
                    <a:pt x="19646" y="637"/>
                    <a:pt x="5966" y="3435"/>
                    <a:pt x="1" y="8352"/>
                  </a:cubicBezTo>
                  <a:lnTo>
                    <a:pt x="227" y="8626"/>
                  </a:lnTo>
                  <a:cubicBezTo>
                    <a:pt x="4287" y="5292"/>
                    <a:pt x="14598" y="1149"/>
                    <a:pt x="40696" y="387"/>
                  </a:cubicBezTo>
                  <a:cubicBezTo>
                    <a:pt x="41375" y="367"/>
                    <a:pt x="42061" y="357"/>
                    <a:pt x="42751" y="357"/>
                  </a:cubicBezTo>
                  <a:cubicBezTo>
                    <a:pt x="57119" y="357"/>
                    <a:pt x="73684" y="4580"/>
                    <a:pt x="86476" y="11566"/>
                  </a:cubicBezTo>
                  <a:cubicBezTo>
                    <a:pt x="94239" y="15805"/>
                    <a:pt x="100823" y="21199"/>
                    <a:pt x="107193" y="26402"/>
                  </a:cubicBezTo>
                  <a:cubicBezTo>
                    <a:pt x="117587" y="34903"/>
                    <a:pt x="127397" y="42927"/>
                    <a:pt x="141768" y="46297"/>
                  </a:cubicBezTo>
                  <a:cubicBezTo>
                    <a:pt x="146242" y="47349"/>
                    <a:pt x="150491" y="47823"/>
                    <a:pt x="154562" y="47823"/>
                  </a:cubicBezTo>
                  <a:cubicBezTo>
                    <a:pt x="172376" y="47823"/>
                    <a:pt x="186800" y="38740"/>
                    <a:pt x="201919" y="29223"/>
                  </a:cubicBezTo>
                  <a:cubicBezTo>
                    <a:pt x="205014" y="27271"/>
                    <a:pt x="208229" y="25259"/>
                    <a:pt x="211479" y="23306"/>
                  </a:cubicBezTo>
                  <a:cubicBezTo>
                    <a:pt x="218321" y="19200"/>
                    <a:pt x="228632" y="14450"/>
                    <a:pt x="239705" y="14450"/>
                  </a:cubicBezTo>
                  <a:cubicBezTo>
                    <a:pt x="248443" y="14450"/>
                    <a:pt x="257655" y="17408"/>
                    <a:pt x="266010" y="25973"/>
                  </a:cubicBezTo>
                  <a:lnTo>
                    <a:pt x="266260" y="25711"/>
                  </a:lnTo>
                  <a:cubicBezTo>
                    <a:pt x="258758" y="18019"/>
                    <a:pt x="249789" y="14126"/>
                    <a:pt x="239600" y="14126"/>
                  </a:cubicBezTo>
                  <a:cubicBezTo>
                    <a:pt x="239569" y="14126"/>
                    <a:pt x="239538" y="14126"/>
                    <a:pt x="239507" y="14126"/>
                  </a:cubicBezTo>
                  <a:cubicBezTo>
                    <a:pt x="230672" y="14150"/>
                    <a:pt x="220921" y="17222"/>
                    <a:pt x="211301" y="22996"/>
                  </a:cubicBezTo>
                  <a:cubicBezTo>
                    <a:pt x="208038" y="24949"/>
                    <a:pt x="204824" y="26973"/>
                    <a:pt x="201728" y="28926"/>
                  </a:cubicBezTo>
                  <a:cubicBezTo>
                    <a:pt x="186657" y="38411"/>
                    <a:pt x="172266" y="47461"/>
                    <a:pt x="154532" y="47461"/>
                  </a:cubicBezTo>
                  <a:cubicBezTo>
                    <a:pt x="150494" y="47461"/>
                    <a:pt x="146283" y="46992"/>
                    <a:pt x="141852" y="45952"/>
                  </a:cubicBezTo>
                  <a:cubicBezTo>
                    <a:pt x="127564" y="42594"/>
                    <a:pt x="117777" y="34593"/>
                    <a:pt x="107431" y="26128"/>
                  </a:cubicBezTo>
                  <a:cubicBezTo>
                    <a:pt x="101037" y="20901"/>
                    <a:pt x="94441" y="15507"/>
                    <a:pt x="86654" y="11245"/>
                  </a:cubicBezTo>
                  <a:cubicBezTo>
                    <a:pt x="73804" y="4235"/>
                    <a:pt x="57180" y="0"/>
                    <a:pt x="427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13"/>
            <p:cNvSpPr/>
            <p:nvPr/>
          </p:nvSpPr>
          <p:spPr>
            <a:xfrm>
              <a:off x="625950" y="2432750"/>
              <a:ext cx="6647900" cy="1244800"/>
            </a:xfrm>
            <a:custGeom>
              <a:rect b="b" l="l" r="r" t="t"/>
              <a:pathLst>
                <a:path extrusionOk="0" h="49792" w="265916">
                  <a:moveTo>
                    <a:pt x="41667" y="0"/>
                  </a:moveTo>
                  <a:cubicBezTo>
                    <a:pt x="41386" y="0"/>
                    <a:pt x="41106" y="2"/>
                    <a:pt x="40827" y="5"/>
                  </a:cubicBezTo>
                  <a:cubicBezTo>
                    <a:pt x="19777" y="243"/>
                    <a:pt x="6049" y="2803"/>
                    <a:pt x="1" y="7613"/>
                  </a:cubicBezTo>
                  <a:lnTo>
                    <a:pt x="227" y="7899"/>
                  </a:lnTo>
                  <a:cubicBezTo>
                    <a:pt x="4335" y="4625"/>
                    <a:pt x="14717" y="672"/>
                    <a:pt x="40827" y="362"/>
                  </a:cubicBezTo>
                  <a:cubicBezTo>
                    <a:pt x="41089" y="360"/>
                    <a:pt x="41350" y="358"/>
                    <a:pt x="41613" y="358"/>
                  </a:cubicBezTo>
                  <a:cubicBezTo>
                    <a:pt x="56276" y="358"/>
                    <a:pt x="73363" y="4913"/>
                    <a:pt x="86405" y="12340"/>
                  </a:cubicBezTo>
                  <a:cubicBezTo>
                    <a:pt x="94096" y="16710"/>
                    <a:pt x="100585" y="22210"/>
                    <a:pt x="106871" y="27532"/>
                  </a:cubicBezTo>
                  <a:cubicBezTo>
                    <a:pt x="117111" y="36212"/>
                    <a:pt x="126779" y="44404"/>
                    <a:pt x="141078" y="48035"/>
                  </a:cubicBezTo>
                  <a:cubicBezTo>
                    <a:pt x="145866" y="49249"/>
                    <a:pt x="150405" y="49792"/>
                    <a:pt x="154753" y="49792"/>
                  </a:cubicBezTo>
                  <a:cubicBezTo>
                    <a:pt x="172149" y="49792"/>
                    <a:pt x="186490" y="41108"/>
                    <a:pt x="201502" y="32021"/>
                  </a:cubicBezTo>
                  <a:cubicBezTo>
                    <a:pt x="204645" y="30116"/>
                    <a:pt x="207884" y="28152"/>
                    <a:pt x="211182" y="26258"/>
                  </a:cubicBezTo>
                  <a:cubicBezTo>
                    <a:pt x="217949" y="22353"/>
                    <a:pt x="228064" y="17884"/>
                    <a:pt x="238884" y="17884"/>
                  </a:cubicBezTo>
                  <a:cubicBezTo>
                    <a:pt x="247824" y="17884"/>
                    <a:pt x="257244" y="20936"/>
                    <a:pt x="265653" y="29878"/>
                  </a:cubicBezTo>
                  <a:lnTo>
                    <a:pt x="265915" y="29628"/>
                  </a:lnTo>
                  <a:cubicBezTo>
                    <a:pt x="258521" y="21770"/>
                    <a:pt x="249592" y="17722"/>
                    <a:pt x="239364" y="17567"/>
                  </a:cubicBezTo>
                  <a:cubicBezTo>
                    <a:pt x="239173" y="17564"/>
                    <a:pt x="238981" y="17563"/>
                    <a:pt x="238788" y="17563"/>
                  </a:cubicBezTo>
                  <a:cubicBezTo>
                    <a:pt x="230104" y="17563"/>
                    <a:pt x="220508" y="20451"/>
                    <a:pt x="211003" y="25937"/>
                  </a:cubicBezTo>
                  <a:cubicBezTo>
                    <a:pt x="207717" y="27842"/>
                    <a:pt x="204467" y="29807"/>
                    <a:pt x="201336" y="31700"/>
                  </a:cubicBezTo>
                  <a:cubicBezTo>
                    <a:pt x="186364" y="40762"/>
                    <a:pt x="172056" y="49421"/>
                    <a:pt x="154743" y="49421"/>
                  </a:cubicBezTo>
                  <a:cubicBezTo>
                    <a:pt x="150426" y="49421"/>
                    <a:pt x="145921" y="48883"/>
                    <a:pt x="141173" y="47678"/>
                  </a:cubicBezTo>
                  <a:cubicBezTo>
                    <a:pt x="126945" y="44082"/>
                    <a:pt x="117301" y="35903"/>
                    <a:pt x="107098" y="27259"/>
                  </a:cubicBezTo>
                  <a:cubicBezTo>
                    <a:pt x="100799" y="21925"/>
                    <a:pt x="94298" y="16412"/>
                    <a:pt x="86583" y="12031"/>
                  </a:cubicBezTo>
                  <a:cubicBezTo>
                    <a:pt x="73509" y="4577"/>
                    <a:pt x="56377" y="0"/>
                    <a:pt x="416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13"/>
            <p:cNvSpPr/>
            <p:nvPr/>
          </p:nvSpPr>
          <p:spPr>
            <a:xfrm>
              <a:off x="636675" y="2334800"/>
              <a:ext cx="6637450" cy="1294425"/>
            </a:xfrm>
            <a:custGeom>
              <a:rect b="b" l="l" r="r" t="t"/>
              <a:pathLst>
                <a:path extrusionOk="0" h="51777" w="265498">
                  <a:moveTo>
                    <a:pt x="39287" y="1"/>
                  </a:moveTo>
                  <a:cubicBezTo>
                    <a:pt x="19177" y="1"/>
                    <a:pt x="5968" y="2322"/>
                    <a:pt x="0" y="6900"/>
                  </a:cubicBezTo>
                  <a:lnTo>
                    <a:pt x="227" y="7186"/>
                  </a:lnTo>
                  <a:cubicBezTo>
                    <a:pt x="4311" y="4047"/>
                    <a:pt x="14422" y="359"/>
                    <a:pt x="39404" y="359"/>
                  </a:cubicBezTo>
                  <a:cubicBezTo>
                    <a:pt x="39912" y="359"/>
                    <a:pt x="40426" y="360"/>
                    <a:pt x="40946" y="363"/>
                  </a:cubicBezTo>
                  <a:cubicBezTo>
                    <a:pt x="55781" y="447"/>
                    <a:pt x="73164" y="5340"/>
                    <a:pt x="86309" y="13127"/>
                  </a:cubicBezTo>
                  <a:cubicBezTo>
                    <a:pt x="93917" y="17639"/>
                    <a:pt x="100311" y="23247"/>
                    <a:pt x="106502" y="28676"/>
                  </a:cubicBezTo>
                  <a:cubicBezTo>
                    <a:pt x="116586" y="37535"/>
                    <a:pt x="126111" y="45905"/>
                    <a:pt x="140363" y="49774"/>
                  </a:cubicBezTo>
                  <a:cubicBezTo>
                    <a:pt x="145461" y="51162"/>
                    <a:pt x="150287" y="51777"/>
                    <a:pt x="154911" y="51777"/>
                  </a:cubicBezTo>
                  <a:cubicBezTo>
                    <a:pt x="171899" y="51777"/>
                    <a:pt x="186153" y="43484"/>
                    <a:pt x="201061" y="34808"/>
                  </a:cubicBezTo>
                  <a:cubicBezTo>
                    <a:pt x="204228" y="32963"/>
                    <a:pt x="207503" y="31058"/>
                    <a:pt x="210836" y="29212"/>
                  </a:cubicBezTo>
                  <a:cubicBezTo>
                    <a:pt x="217522" y="25512"/>
                    <a:pt x="227422" y="21326"/>
                    <a:pt x="237978" y="21326"/>
                  </a:cubicBezTo>
                  <a:cubicBezTo>
                    <a:pt x="247122" y="21326"/>
                    <a:pt x="256758" y="24467"/>
                    <a:pt x="265224" y="33784"/>
                  </a:cubicBezTo>
                  <a:lnTo>
                    <a:pt x="265498" y="33546"/>
                  </a:lnTo>
                  <a:cubicBezTo>
                    <a:pt x="258247" y="25569"/>
                    <a:pt x="249377" y="21354"/>
                    <a:pt x="239149" y="21033"/>
                  </a:cubicBezTo>
                  <a:cubicBezTo>
                    <a:pt x="238730" y="21019"/>
                    <a:pt x="238308" y="21012"/>
                    <a:pt x="237884" y="21012"/>
                  </a:cubicBezTo>
                  <a:cubicBezTo>
                    <a:pt x="229391" y="21012"/>
                    <a:pt x="220013" y="23731"/>
                    <a:pt x="210658" y="28903"/>
                  </a:cubicBezTo>
                  <a:cubicBezTo>
                    <a:pt x="207324" y="30748"/>
                    <a:pt x="204050" y="32653"/>
                    <a:pt x="200871" y="34498"/>
                  </a:cubicBezTo>
                  <a:cubicBezTo>
                    <a:pt x="186013" y="43140"/>
                    <a:pt x="171810" y="51406"/>
                    <a:pt x="154899" y="51406"/>
                  </a:cubicBezTo>
                  <a:cubicBezTo>
                    <a:pt x="150304" y="51406"/>
                    <a:pt x="145509" y="50796"/>
                    <a:pt x="140447" y="49417"/>
                  </a:cubicBezTo>
                  <a:cubicBezTo>
                    <a:pt x="126290" y="45571"/>
                    <a:pt x="116789" y="37237"/>
                    <a:pt x="106740" y="28402"/>
                  </a:cubicBezTo>
                  <a:cubicBezTo>
                    <a:pt x="100537" y="22961"/>
                    <a:pt x="94131" y="17342"/>
                    <a:pt x="86499" y="12817"/>
                  </a:cubicBezTo>
                  <a:cubicBezTo>
                    <a:pt x="73295" y="4995"/>
                    <a:pt x="55841" y="89"/>
                    <a:pt x="40958" y="6"/>
                  </a:cubicBezTo>
                  <a:cubicBezTo>
                    <a:pt x="40396" y="3"/>
                    <a:pt x="39839" y="1"/>
                    <a:pt x="392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13"/>
            <p:cNvSpPr/>
            <p:nvPr/>
          </p:nvSpPr>
          <p:spPr>
            <a:xfrm>
              <a:off x="649475" y="2235200"/>
              <a:ext cx="6624950" cy="1345700"/>
            </a:xfrm>
            <a:custGeom>
              <a:rect b="b" l="l" r="r" t="t"/>
              <a:pathLst>
                <a:path extrusionOk="0" h="53828" w="264998">
                  <a:moveTo>
                    <a:pt x="35160" y="0"/>
                  </a:moveTo>
                  <a:cubicBezTo>
                    <a:pt x="17419" y="0"/>
                    <a:pt x="5602" y="2101"/>
                    <a:pt x="0" y="6240"/>
                  </a:cubicBezTo>
                  <a:lnTo>
                    <a:pt x="215" y="6538"/>
                  </a:lnTo>
                  <a:cubicBezTo>
                    <a:pt x="4112" y="3654"/>
                    <a:pt x="13403" y="362"/>
                    <a:pt x="35411" y="362"/>
                  </a:cubicBezTo>
                  <a:cubicBezTo>
                    <a:pt x="37206" y="362"/>
                    <a:pt x="39085" y="384"/>
                    <a:pt x="41053" y="430"/>
                  </a:cubicBezTo>
                  <a:cubicBezTo>
                    <a:pt x="55876" y="787"/>
                    <a:pt x="73176" y="5978"/>
                    <a:pt x="86202" y="13979"/>
                  </a:cubicBezTo>
                  <a:cubicBezTo>
                    <a:pt x="93726" y="18623"/>
                    <a:pt x="100025" y="24350"/>
                    <a:pt x="106109" y="29886"/>
                  </a:cubicBezTo>
                  <a:cubicBezTo>
                    <a:pt x="116039" y="38911"/>
                    <a:pt x="125421" y="47436"/>
                    <a:pt x="139601" y="51567"/>
                  </a:cubicBezTo>
                  <a:cubicBezTo>
                    <a:pt x="145004" y="53139"/>
                    <a:pt x="150116" y="53827"/>
                    <a:pt x="155015" y="53827"/>
                  </a:cubicBezTo>
                  <a:cubicBezTo>
                    <a:pt x="171610" y="53827"/>
                    <a:pt x="185768" y="45925"/>
                    <a:pt x="200549" y="37661"/>
                  </a:cubicBezTo>
                  <a:cubicBezTo>
                    <a:pt x="203752" y="35875"/>
                    <a:pt x="207062" y="34030"/>
                    <a:pt x="210420" y="32244"/>
                  </a:cubicBezTo>
                  <a:cubicBezTo>
                    <a:pt x="217020" y="28737"/>
                    <a:pt x="226700" y="24823"/>
                    <a:pt x="236995" y="24823"/>
                  </a:cubicBezTo>
                  <a:cubicBezTo>
                    <a:pt x="246347" y="24823"/>
                    <a:pt x="256206" y="28053"/>
                    <a:pt x="264724" y="37756"/>
                  </a:cubicBezTo>
                  <a:lnTo>
                    <a:pt x="264998" y="37518"/>
                  </a:lnTo>
                  <a:cubicBezTo>
                    <a:pt x="257890" y="29422"/>
                    <a:pt x="249103" y="25052"/>
                    <a:pt x="238887" y="24552"/>
                  </a:cubicBezTo>
                  <a:cubicBezTo>
                    <a:pt x="238234" y="24520"/>
                    <a:pt x="237575" y="24503"/>
                    <a:pt x="236910" y="24503"/>
                  </a:cubicBezTo>
                  <a:cubicBezTo>
                    <a:pt x="228589" y="24503"/>
                    <a:pt x="219426" y="27049"/>
                    <a:pt x="210253" y="31922"/>
                  </a:cubicBezTo>
                  <a:cubicBezTo>
                    <a:pt x="206883" y="33708"/>
                    <a:pt x="203574" y="35565"/>
                    <a:pt x="200371" y="37351"/>
                  </a:cubicBezTo>
                  <a:cubicBezTo>
                    <a:pt x="185637" y="45583"/>
                    <a:pt x="171528" y="53466"/>
                    <a:pt x="155004" y="53466"/>
                  </a:cubicBezTo>
                  <a:cubicBezTo>
                    <a:pt x="150137" y="53466"/>
                    <a:pt x="145060" y="52782"/>
                    <a:pt x="139696" y="51222"/>
                  </a:cubicBezTo>
                  <a:cubicBezTo>
                    <a:pt x="125599" y="47114"/>
                    <a:pt x="116253" y="38613"/>
                    <a:pt x="106359" y="29612"/>
                  </a:cubicBezTo>
                  <a:cubicBezTo>
                    <a:pt x="100251" y="24064"/>
                    <a:pt x="93941" y="18325"/>
                    <a:pt x="86392" y="13682"/>
                  </a:cubicBezTo>
                  <a:cubicBezTo>
                    <a:pt x="73331" y="5633"/>
                    <a:pt x="55960" y="418"/>
                    <a:pt x="41077" y="73"/>
                  </a:cubicBezTo>
                  <a:cubicBezTo>
                    <a:pt x="39037" y="25"/>
                    <a:pt x="37064" y="0"/>
                    <a:pt x="35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13"/>
            <p:cNvSpPr/>
            <p:nvPr/>
          </p:nvSpPr>
          <p:spPr>
            <a:xfrm>
              <a:off x="664050" y="2134250"/>
              <a:ext cx="6610375" cy="1399125"/>
            </a:xfrm>
            <a:custGeom>
              <a:rect b="b" l="l" r="r" t="t"/>
              <a:pathLst>
                <a:path extrusionOk="0" h="55965" w="264415">
                  <a:moveTo>
                    <a:pt x="31658" y="1"/>
                  </a:moveTo>
                  <a:cubicBezTo>
                    <a:pt x="15910" y="1"/>
                    <a:pt x="5285" y="1898"/>
                    <a:pt x="1" y="5671"/>
                  </a:cubicBezTo>
                  <a:lnTo>
                    <a:pt x="215" y="5968"/>
                  </a:lnTo>
                  <a:cubicBezTo>
                    <a:pt x="3941" y="3311"/>
                    <a:pt x="12454" y="374"/>
                    <a:pt x="31865" y="374"/>
                  </a:cubicBezTo>
                  <a:cubicBezTo>
                    <a:pt x="34721" y="374"/>
                    <a:pt x="37813" y="437"/>
                    <a:pt x="41161" y="575"/>
                  </a:cubicBezTo>
                  <a:cubicBezTo>
                    <a:pt x="55972" y="1182"/>
                    <a:pt x="73177" y="6671"/>
                    <a:pt x="86047" y="14910"/>
                  </a:cubicBezTo>
                  <a:cubicBezTo>
                    <a:pt x="93489" y="19684"/>
                    <a:pt x="99692" y="25518"/>
                    <a:pt x="105681" y="31162"/>
                  </a:cubicBezTo>
                  <a:cubicBezTo>
                    <a:pt x="115456" y="40365"/>
                    <a:pt x="124683" y="49045"/>
                    <a:pt x="138792" y="53427"/>
                  </a:cubicBezTo>
                  <a:cubicBezTo>
                    <a:pt x="144499" y="55196"/>
                    <a:pt x="149895" y="55964"/>
                    <a:pt x="155070" y="55964"/>
                  </a:cubicBezTo>
                  <a:cubicBezTo>
                    <a:pt x="171272" y="55964"/>
                    <a:pt x="185312" y="48439"/>
                    <a:pt x="199966" y="40580"/>
                  </a:cubicBezTo>
                  <a:cubicBezTo>
                    <a:pt x="203205" y="38853"/>
                    <a:pt x="206539" y="37056"/>
                    <a:pt x="209932" y="35329"/>
                  </a:cubicBezTo>
                  <a:cubicBezTo>
                    <a:pt x="216438" y="32021"/>
                    <a:pt x="225885" y="28376"/>
                    <a:pt x="235908" y="28376"/>
                  </a:cubicBezTo>
                  <a:cubicBezTo>
                    <a:pt x="245474" y="28376"/>
                    <a:pt x="255565" y="31695"/>
                    <a:pt x="264129" y="41794"/>
                  </a:cubicBezTo>
                  <a:lnTo>
                    <a:pt x="264415" y="41568"/>
                  </a:lnTo>
                  <a:cubicBezTo>
                    <a:pt x="257438" y="33341"/>
                    <a:pt x="248734" y="28828"/>
                    <a:pt x="238519" y="28138"/>
                  </a:cubicBezTo>
                  <a:cubicBezTo>
                    <a:pt x="237634" y="28078"/>
                    <a:pt x="236737" y="28048"/>
                    <a:pt x="235830" y="28048"/>
                  </a:cubicBezTo>
                  <a:cubicBezTo>
                    <a:pt x="227710" y="28048"/>
                    <a:pt x="218762" y="30434"/>
                    <a:pt x="209765" y="35008"/>
                  </a:cubicBezTo>
                  <a:cubicBezTo>
                    <a:pt x="206372" y="36734"/>
                    <a:pt x="203026" y="38532"/>
                    <a:pt x="199800" y="40258"/>
                  </a:cubicBezTo>
                  <a:cubicBezTo>
                    <a:pt x="185191" y="48086"/>
                    <a:pt x="171191" y="55586"/>
                    <a:pt x="155054" y="55586"/>
                  </a:cubicBezTo>
                  <a:cubicBezTo>
                    <a:pt x="149912" y="55586"/>
                    <a:pt x="144552" y="54824"/>
                    <a:pt x="138887" y="53069"/>
                  </a:cubicBezTo>
                  <a:cubicBezTo>
                    <a:pt x="124862" y="48724"/>
                    <a:pt x="115658" y="40068"/>
                    <a:pt x="105931" y="30900"/>
                  </a:cubicBezTo>
                  <a:cubicBezTo>
                    <a:pt x="99918" y="25245"/>
                    <a:pt x="93715" y="19387"/>
                    <a:pt x="86238" y="14612"/>
                  </a:cubicBezTo>
                  <a:cubicBezTo>
                    <a:pt x="73320" y="6337"/>
                    <a:pt x="56055" y="813"/>
                    <a:pt x="41173" y="206"/>
                  </a:cubicBezTo>
                  <a:cubicBezTo>
                    <a:pt x="37818" y="69"/>
                    <a:pt x="34646" y="1"/>
                    <a:pt x="316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320" name="Google Shape;320;p13"/>
          <p:cNvPicPr preferRelativeResize="0"/>
          <p:nvPr/>
        </p:nvPicPr>
        <p:blipFill rotWithShape="1">
          <a:blip r:embed="rId3">
            <a:alphaModFix/>
          </a:blip>
          <a:srcRect b="709" l="0" r="0" t="699"/>
          <a:stretch/>
        </p:blipFill>
        <p:spPr>
          <a:xfrm>
            <a:off x="2890250" y="4668250"/>
            <a:ext cx="383858" cy="363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Google Shape;32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10038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14"/>
          <p:cNvSpPr/>
          <p:nvPr/>
        </p:nvSpPr>
        <p:spPr>
          <a:xfrm flipH="1">
            <a:off x="11" y="0"/>
            <a:ext cx="9144000" cy="5143500"/>
          </a:xfrm>
          <a:prstGeom prst="rect">
            <a:avLst/>
          </a:prstGeom>
          <a:solidFill>
            <a:srgbClr val="17273B">
              <a:alpha val="339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4" name="Google Shape;324;p14"/>
          <p:cNvPicPr preferRelativeResize="0"/>
          <p:nvPr/>
        </p:nvPicPr>
        <p:blipFill rotWithShape="1">
          <a:blip r:embed="rId3">
            <a:alphaModFix/>
          </a:blip>
          <a:srcRect b="709" l="0" r="0" t="699"/>
          <a:stretch/>
        </p:blipFill>
        <p:spPr>
          <a:xfrm flipH="1">
            <a:off x="8310911" y="3820150"/>
            <a:ext cx="427751" cy="4046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14"/>
          <p:cNvPicPr preferRelativeResize="0"/>
          <p:nvPr/>
        </p:nvPicPr>
        <p:blipFill rotWithShape="1">
          <a:blip r:embed="rId4">
            <a:alphaModFix/>
          </a:blip>
          <a:srcRect b="709" l="0" r="0" t="699"/>
          <a:stretch/>
        </p:blipFill>
        <p:spPr>
          <a:xfrm flipH="1">
            <a:off x="6795692" y="125438"/>
            <a:ext cx="470732" cy="4452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6" name="Google Shape;326;p14"/>
          <p:cNvGrpSpPr/>
          <p:nvPr/>
        </p:nvGrpSpPr>
        <p:grpSpPr>
          <a:xfrm rot="571497">
            <a:off x="-602637" y="3493370"/>
            <a:ext cx="6220758" cy="2123447"/>
            <a:chOff x="603050" y="2134250"/>
            <a:chExt cx="6671375" cy="1887675"/>
          </a:xfrm>
        </p:grpSpPr>
        <p:sp>
          <p:nvSpPr>
            <p:cNvPr id="327" name="Google Shape;327;p14"/>
            <p:cNvSpPr/>
            <p:nvPr/>
          </p:nvSpPr>
          <p:spPr>
            <a:xfrm>
              <a:off x="608100" y="2949275"/>
              <a:ext cx="6665750" cy="1072650"/>
            </a:xfrm>
            <a:custGeom>
              <a:rect b="b" l="l" r="r" t="t"/>
              <a:pathLst>
                <a:path extrusionOk="0" h="42906" w="266630">
                  <a:moveTo>
                    <a:pt x="242926" y="0"/>
                  </a:moveTo>
                  <a:cubicBezTo>
                    <a:pt x="241564" y="0"/>
                    <a:pt x="240185" y="76"/>
                    <a:pt x="238792" y="228"/>
                  </a:cubicBezTo>
                  <a:cubicBezTo>
                    <a:pt x="230005" y="1168"/>
                    <a:pt x="220635" y="5240"/>
                    <a:pt x="211670" y="11979"/>
                  </a:cubicBezTo>
                  <a:cubicBezTo>
                    <a:pt x="208634" y="14265"/>
                    <a:pt x="205645" y="16611"/>
                    <a:pt x="202764" y="18885"/>
                  </a:cubicBezTo>
                  <a:cubicBezTo>
                    <a:pt x="187340" y="31016"/>
                    <a:pt x="172685" y="42543"/>
                    <a:pt x="152232" y="42543"/>
                  </a:cubicBezTo>
                  <a:cubicBezTo>
                    <a:pt x="149902" y="42543"/>
                    <a:pt x="147497" y="42394"/>
                    <a:pt x="145007" y="42078"/>
                  </a:cubicBezTo>
                  <a:cubicBezTo>
                    <a:pt x="130433" y="40233"/>
                    <a:pt x="119873" y="33291"/>
                    <a:pt x="108693" y="25957"/>
                  </a:cubicBezTo>
                  <a:cubicBezTo>
                    <a:pt x="101799" y="21433"/>
                    <a:pt x="94667" y="16754"/>
                    <a:pt x="86476" y="13337"/>
                  </a:cubicBezTo>
                  <a:cubicBezTo>
                    <a:pt x="75578" y="8791"/>
                    <a:pt x="62424" y="6298"/>
                    <a:pt x="50215" y="6298"/>
                  </a:cubicBezTo>
                  <a:cubicBezTo>
                    <a:pt x="46564" y="6298"/>
                    <a:pt x="42997" y="6521"/>
                    <a:pt x="39601" y="6979"/>
                  </a:cubicBezTo>
                  <a:cubicBezTo>
                    <a:pt x="18729" y="9788"/>
                    <a:pt x="5418" y="14003"/>
                    <a:pt x="0" y="19504"/>
                  </a:cubicBezTo>
                  <a:lnTo>
                    <a:pt x="262" y="19766"/>
                  </a:lnTo>
                  <a:cubicBezTo>
                    <a:pt x="3941" y="16015"/>
                    <a:pt x="13764" y="10824"/>
                    <a:pt x="39648" y="7348"/>
                  </a:cubicBezTo>
                  <a:cubicBezTo>
                    <a:pt x="43028" y="6893"/>
                    <a:pt x="46578" y="6672"/>
                    <a:pt x="50211" y="6672"/>
                  </a:cubicBezTo>
                  <a:cubicBezTo>
                    <a:pt x="62374" y="6672"/>
                    <a:pt x="75481" y="9153"/>
                    <a:pt x="86345" y="13682"/>
                  </a:cubicBezTo>
                  <a:cubicBezTo>
                    <a:pt x="94500" y="17075"/>
                    <a:pt x="101620" y="21742"/>
                    <a:pt x="108502" y="26255"/>
                  </a:cubicBezTo>
                  <a:cubicBezTo>
                    <a:pt x="119718" y="33625"/>
                    <a:pt x="130314" y="40578"/>
                    <a:pt x="144959" y="42435"/>
                  </a:cubicBezTo>
                  <a:cubicBezTo>
                    <a:pt x="147474" y="42754"/>
                    <a:pt x="149902" y="42906"/>
                    <a:pt x="152253" y="42906"/>
                  </a:cubicBezTo>
                  <a:cubicBezTo>
                    <a:pt x="172815" y="42906"/>
                    <a:pt x="187519" y="31340"/>
                    <a:pt x="202990" y="19171"/>
                  </a:cubicBezTo>
                  <a:cubicBezTo>
                    <a:pt x="205871" y="16908"/>
                    <a:pt x="208860" y="14563"/>
                    <a:pt x="211896" y="12277"/>
                  </a:cubicBezTo>
                  <a:cubicBezTo>
                    <a:pt x="219006" y="6920"/>
                    <a:pt x="230335" y="312"/>
                    <a:pt x="242921" y="312"/>
                  </a:cubicBezTo>
                  <a:cubicBezTo>
                    <a:pt x="250504" y="312"/>
                    <a:pt x="258543" y="2711"/>
                    <a:pt x="266391" y="9229"/>
                  </a:cubicBezTo>
                  <a:lnTo>
                    <a:pt x="266629" y="8943"/>
                  </a:lnTo>
                  <a:cubicBezTo>
                    <a:pt x="259467" y="3004"/>
                    <a:pt x="251508" y="0"/>
                    <a:pt x="2429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14"/>
            <p:cNvSpPr/>
            <p:nvPr/>
          </p:nvSpPr>
          <p:spPr>
            <a:xfrm>
              <a:off x="604525" y="2938825"/>
              <a:ext cx="6669025" cy="1033425"/>
            </a:xfrm>
            <a:custGeom>
              <a:rect b="b" l="l" r="r" t="t"/>
              <a:pathLst>
                <a:path extrusionOk="0" h="41337" w="266761">
                  <a:moveTo>
                    <a:pt x="242560" y="0"/>
                  </a:moveTo>
                  <a:cubicBezTo>
                    <a:pt x="241419" y="0"/>
                    <a:pt x="240266" y="53"/>
                    <a:pt x="239102" y="158"/>
                  </a:cubicBezTo>
                  <a:cubicBezTo>
                    <a:pt x="230303" y="955"/>
                    <a:pt x="220850" y="4861"/>
                    <a:pt x="211765" y="11445"/>
                  </a:cubicBezTo>
                  <a:cubicBezTo>
                    <a:pt x="208693" y="13683"/>
                    <a:pt x="205669" y="15969"/>
                    <a:pt x="202752" y="18184"/>
                  </a:cubicBezTo>
                  <a:cubicBezTo>
                    <a:pt x="187359" y="29863"/>
                    <a:pt x="172728" y="40966"/>
                    <a:pt x="152762" y="40966"/>
                  </a:cubicBezTo>
                  <a:cubicBezTo>
                    <a:pt x="150135" y="40966"/>
                    <a:pt x="147416" y="40773"/>
                    <a:pt x="144590" y="40365"/>
                  </a:cubicBezTo>
                  <a:cubicBezTo>
                    <a:pt x="130064" y="38269"/>
                    <a:pt x="119623" y="31150"/>
                    <a:pt x="108574" y="23613"/>
                  </a:cubicBezTo>
                  <a:cubicBezTo>
                    <a:pt x="101751" y="18969"/>
                    <a:pt x="94703" y="14171"/>
                    <a:pt x="86571" y="10611"/>
                  </a:cubicBezTo>
                  <a:cubicBezTo>
                    <a:pt x="75309" y="5677"/>
                    <a:pt x="61560" y="2931"/>
                    <a:pt x="48931" y="2931"/>
                  </a:cubicBezTo>
                  <a:cubicBezTo>
                    <a:pt x="45806" y="2931"/>
                    <a:pt x="42749" y="3099"/>
                    <a:pt x="39815" y="3444"/>
                  </a:cubicBezTo>
                  <a:cubicBezTo>
                    <a:pt x="18908" y="5885"/>
                    <a:pt x="5513" y="9861"/>
                    <a:pt x="1" y="15279"/>
                  </a:cubicBezTo>
                  <a:lnTo>
                    <a:pt x="251" y="15529"/>
                  </a:lnTo>
                  <a:cubicBezTo>
                    <a:pt x="4001" y="11850"/>
                    <a:pt x="13919" y="6825"/>
                    <a:pt x="39851" y="3801"/>
                  </a:cubicBezTo>
                  <a:cubicBezTo>
                    <a:pt x="42768" y="3459"/>
                    <a:pt x="45807" y="3292"/>
                    <a:pt x="48914" y="3292"/>
                  </a:cubicBezTo>
                  <a:cubicBezTo>
                    <a:pt x="61497" y="3292"/>
                    <a:pt x="75199" y="6027"/>
                    <a:pt x="86428" y="10945"/>
                  </a:cubicBezTo>
                  <a:cubicBezTo>
                    <a:pt x="94524" y="14493"/>
                    <a:pt x="101561" y="19279"/>
                    <a:pt x="108359" y="23922"/>
                  </a:cubicBezTo>
                  <a:cubicBezTo>
                    <a:pt x="119456" y="31471"/>
                    <a:pt x="129922" y="38615"/>
                    <a:pt x="144542" y="40734"/>
                  </a:cubicBezTo>
                  <a:cubicBezTo>
                    <a:pt x="147384" y="41144"/>
                    <a:pt x="150118" y="41337"/>
                    <a:pt x="152759" y="41337"/>
                  </a:cubicBezTo>
                  <a:cubicBezTo>
                    <a:pt x="172836" y="41337"/>
                    <a:pt x="187520" y="30193"/>
                    <a:pt x="202966" y="18481"/>
                  </a:cubicBezTo>
                  <a:cubicBezTo>
                    <a:pt x="205883" y="16267"/>
                    <a:pt x="208908" y="13969"/>
                    <a:pt x="211979" y="11742"/>
                  </a:cubicBezTo>
                  <a:cubicBezTo>
                    <a:pt x="219066" y="6599"/>
                    <a:pt x="230260" y="308"/>
                    <a:pt x="242600" y="308"/>
                  </a:cubicBezTo>
                  <a:cubicBezTo>
                    <a:pt x="250370" y="308"/>
                    <a:pt x="258594" y="2802"/>
                    <a:pt x="266534" y="9647"/>
                  </a:cubicBezTo>
                  <a:lnTo>
                    <a:pt x="266760" y="9373"/>
                  </a:lnTo>
                  <a:cubicBezTo>
                    <a:pt x="259527" y="3141"/>
                    <a:pt x="251396" y="0"/>
                    <a:pt x="242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14"/>
            <p:cNvSpPr/>
            <p:nvPr/>
          </p:nvSpPr>
          <p:spPr>
            <a:xfrm>
              <a:off x="603050" y="2916775"/>
              <a:ext cx="6670800" cy="1005800"/>
            </a:xfrm>
            <a:custGeom>
              <a:rect b="b" l="l" r="r" t="t"/>
              <a:pathLst>
                <a:path extrusionOk="0" h="40232" w="266832">
                  <a:moveTo>
                    <a:pt x="47581" y="0"/>
                  </a:moveTo>
                  <a:cubicBezTo>
                    <a:pt x="44993" y="0"/>
                    <a:pt x="42457" y="119"/>
                    <a:pt x="40005" y="361"/>
                  </a:cubicBezTo>
                  <a:cubicBezTo>
                    <a:pt x="19062" y="2445"/>
                    <a:pt x="5608" y="6183"/>
                    <a:pt x="0" y="11505"/>
                  </a:cubicBezTo>
                  <a:lnTo>
                    <a:pt x="250" y="11767"/>
                  </a:lnTo>
                  <a:cubicBezTo>
                    <a:pt x="4060" y="8148"/>
                    <a:pt x="14061" y="3302"/>
                    <a:pt x="40041" y="730"/>
                  </a:cubicBezTo>
                  <a:cubicBezTo>
                    <a:pt x="42490" y="487"/>
                    <a:pt x="45023" y="368"/>
                    <a:pt x="47608" y="368"/>
                  </a:cubicBezTo>
                  <a:cubicBezTo>
                    <a:pt x="60603" y="368"/>
                    <a:pt x="74908" y="3370"/>
                    <a:pt x="86487" y="8683"/>
                  </a:cubicBezTo>
                  <a:cubicBezTo>
                    <a:pt x="94524" y="12362"/>
                    <a:pt x="101477" y="17292"/>
                    <a:pt x="108192" y="22042"/>
                  </a:cubicBezTo>
                  <a:cubicBezTo>
                    <a:pt x="119146" y="29793"/>
                    <a:pt x="129504" y="37116"/>
                    <a:pt x="144078" y="39473"/>
                  </a:cubicBezTo>
                  <a:cubicBezTo>
                    <a:pt x="147258" y="39990"/>
                    <a:pt x="150307" y="40232"/>
                    <a:pt x="153246" y="40232"/>
                  </a:cubicBezTo>
                  <a:cubicBezTo>
                    <a:pt x="172829" y="40232"/>
                    <a:pt x="187478" y="29509"/>
                    <a:pt x="202883" y="18256"/>
                  </a:cubicBezTo>
                  <a:cubicBezTo>
                    <a:pt x="205835" y="16089"/>
                    <a:pt x="208895" y="13851"/>
                    <a:pt x="212015" y="11672"/>
                  </a:cubicBezTo>
                  <a:cubicBezTo>
                    <a:pt x="219065" y="6740"/>
                    <a:pt x="230090" y="772"/>
                    <a:pt x="242173" y="772"/>
                  </a:cubicBezTo>
                  <a:cubicBezTo>
                    <a:pt x="250128" y="772"/>
                    <a:pt x="258541" y="3359"/>
                    <a:pt x="266581" y="10529"/>
                  </a:cubicBezTo>
                  <a:lnTo>
                    <a:pt x="266831" y="10255"/>
                  </a:lnTo>
                  <a:cubicBezTo>
                    <a:pt x="259528" y="3740"/>
                    <a:pt x="251234" y="461"/>
                    <a:pt x="242138" y="461"/>
                  </a:cubicBezTo>
                  <a:cubicBezTo>
                    <a:pt x="241209" y="461"/>
                    <a:pt x="240272" y="495"/>
                    <a:pt x="239328" y="563"/>
                  </a:cubicBezTo>
                  <a:cubicBezTo>
                    <a:pt x="230517" y="1206"/>
                    <a:pt x="220992" y="4945"/>
                    <a:pt x="211800" y="11374"/>
                  </a:cubicBezTo>
                  <a:cubicBezTo>
                    <a:pt x="208681" y="13553"/>
                    <a:pt x="205621" y="15791"/>
                    <a:pt x="202668" y="17958"/>
                  </a:cubicBezTo>
                  <a:cubicBezTo>
                    <a:pt x="187317" y="29187"/>
                    <a:pt x="172706" y="39865"/>
                    <a:pt x="153219" y="39865"/>
                  </a:cubicBezTo>
                  <a:cubicBezTo>
                    <a:pt x="150307" y="39865"/>
                    <a:pt x="147286" y="39627"/>
                    <a:pt x="144137" y="39116"/>
                  </a:cubicBezTo>
                  <a:cubicBezTo>
                    <a:pt x="129635" y="36770"/>
                    <a:pt x="119325" y="29472"/>
                    <a:pt x="108406" y="21745"/>
                  </a:cubicBezTo>
                  <a:cubicBezTo>
                    <a:pt x="101679" y="16982"/>
                    <a:pt x="94702" y="12053"/>
                    <a:pt x="86642" y="8350"/>
                  </a:cubicBezTo>
                  <a:cubicBezTo>
                    <a:pt x="75006" y="3014"/>
                    <a:pt x="60634" y="0"/>
                    <a:pt x="475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14"/>
            <p:cNvSpPr/>
            <p:nvPr/>
          </p:nvSpPr>
          <p:spPr>
            <a:xfrm>
              <a:off x="603625" y="2820875"/>
              <a:ext cx="6670225" cy="1052250"/>
            </a:xfrm>
            <a:custGeom>
              <a:rect b="b" l="l" r="r" t="t"/>
              <a:pathLst>
                <a:path extrusionOk="0" h="42090" w="266809">
                  <a:moveTo>
                    <a:pt x="46344" y="0"/>
                  </a:moveTo>
                  <a:cubicBezTo>
                    <a:pt x="44253" y="0"/>
                    <a:pt x="42198" y="80"/>
                    <a:pt x="40196" y="244"/>
                  </a:cubicBezTo>
                  <a:cubicBezTo>
                    <a:pt x="19218" y="1959"/>
                    <a:pt x="5692" y="5471"/>
                    <a:pt x="1" y="10686"/>
                  </a:cubicBezTo>
                  <a:lnTo>
                    <a:pt x="239" y="10948"/>
                  </a:lnTo>
                  <a:cubicBezTo>
                    <a:pt x="4120" y="7400"/>
                    <a:pt x="14193" y="2721"/>
                    <a:pt x="40220" y="601"/>
                  </a:cubicBezTo>
                  <a:cubicBezTo>
                    <a:pt x="42208" y="440"/>
                    <a:pt x="44249" y="360"/>
                    <a:pt x="46327" y="360"/>
                  </a:cubicBezTo>
                  <a:cubicBezTo>
                    <a:pt x="59706" y="360"/>
                    <a:pt x="74600" y="3646"/>
                    <a:pt x="86524" y="9376"/>
                  </a:cubicBezTo>
                  <a:cubicBezTo>
                    <a:pt x="94501" y="13198"/>
                    <a:pt x="101359" y="18234"/>
                    <a:pt x="107991" y="23104"/>
                  </a:cubicBezTo>
                  <a:cubicBezTo>
                    <a:pt x="118813" y="31046"/>
                    <a:pt x="129029" y="38546"/>
                    <a:pt x="143566" y="41166"/>
                  </a:cubicBezTo>
                  <a:cubicBezTo>
                    <a:pt x="147069" y="41797"/>
                    <a:pt x="150419" y="42090"/>
                    <a:pt x="153641" y="42090"/>
                  </a:cubicBezTo>
                  <a:cubicBezTo>
                    <a:pt x="172769" y="42090"/>
                    <a:pt x="187383" y="31783"/>
                    <a:pt x="202729" y="20961"/>
                  </a:cubicBezTo>
                  <a:cubicBezTo>
                    <a:pt x="205729" y="18854"/>
                    <a:pt x="208825" y="16663"/>
                    <a:pt x="211980" y="14543"/>
                  </a:cubicBezTo>
                  <a:cubicBezTo>
                    <a:pt x="218983" y="9825"/>
                    <a:pt x="229850" y="4171"/>
                    <a:pt x="241687" y="4171"/>
                  </a:cubicBezTo>
                  <a:cubicBezTo>
                    <a:pt x="249833" y="4171"/>
                    <a:pt x="258438" y="6849"/>
                    <a:pt x="266558" y="14353"/>
                  </a:cubicBezTo>
                  <a:lnTo>
                    <a:pt x="266808" y="14091"/>
                  </a:lnTo>
                  <a:cubicBezTo>
                    <a:pt x="259457" y="7303"/>
                    <a:pt x="251007" y="3862"/>
                    <a:pt x="241659" y="3862"/>
                  </a:cubicBezTo>
                  <a:cubicBezTo>
                    <a:pt x="240939" y="3862"/>
                    <a:pt x="240214" y="3882"/>
                    <a:pt x="239483" y="3923"/>
                  </a:cubicBezTo>
                  <a:cubicBezTo>
                    <a:pt x="230661" y="4411"/>
                    <a:pt x="221076" y="7971"/>
                    <a:pt x="211777" y="14246"/>
                  </a:cubicBezTo>
                  <a:cubicBezTo>
                    <a:pt x="208622" y="16365"/>
                    <a:pt x="205515" y="18556"/>
                    <a:pt x="202526" y="20663"/>
                  </a:cubicBezTo>
                  <a:cubicBezTo>
                    <a:pt x="187233" y="31450"/>
                    <a:pt x="172655" y="41722"/>
                    <a:pt x="153612" y="41722"/>
                  </a:cubicBezTo>
                  <a:cubicBezTo>
                    <a:pt x="150417" y="41722"/>
                    <a:pt x="147097" y="41433"/>
                    <a:pt x="143626" y="40809"/>
                  </a:cubicBezTo>
                  <a:cubicBezTo>
                    <a:pt x="129172" y="38201"/>
                    <a:pt x="118992" y="30724"/>
                    <a:pt x="108205" y="22806"/>
                  </a:cubicBezTo>
                  <a:cubicBezTo>
                    <a:pt x="101561" y="17925"/>
                    <a:pt x="94679" y="12877"/>
                    <a:pt x="86678" y="9043"/>
                  </a:cubicBezTo>
                  <a:cubicBezTo>
                    <a:pt x="74718" y="3305"/>
                    <a:pt x="59772" y="0"/>
                    <a:pt x="463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14"/>
            <p:cNvSpPr/>
            <p:nvPr/>
          </p:nvSpPr>
          <p:spPr>
            <a:xfrm>
              <a:off x="606025" y="2724425"/>
              <a:ext cx="6667825" cy="1099375"/>
            </a:xfrm>
            <a:custGeom>
              <a:rect b="b" l="l" r="r" t="t"/>
              <a:pathLst>
                <a:path extrusionOk="0" h="43975" w="266713">
                  <a:moveTo>
                    <a:pt x="45120" y="1"/>
                  </a:moveTo>
                  <a:cubicBezTo>
                    <a:pt x="43512" y="1"/>
                    <a:pt x="41927" y="50"/>
                    <a:pt x="40374" y="149"/>
                  </a:cubicBezTo>
                  <a:cubicBezTo>
                    <a:pt x="19372" y="1495"/>
                    <a:pt x="5787" y="4769"/>
                    <a:pt x="0" y="9889"/>
                  </a:cubicBezTo>
                  <a:lnTo>
                    <a:pt x="250" y="10150"/>
                  </a:lnTo>
                  <a:cubicBezTo>
                    <a:pt x="4191" y="6674"/>
                    <a:pt x="14335" y="2185"/>
                    <a:pt x="40410" y="518"/>
                  </a:cubicBezTo>
                  <a:cubicBezTo>
                    <a:pt x="41956" y="419"/>
                    <a:pt x="43534" y="370"/>
                    <a:pt x="45136" y="370"/>
                  </a:cubicBezTo>
                  <a:cubicBezTo>
                    <a:pt x="58853" y="370"/>
                    <a:pt x="74318" y="3961"/>
                    <a:pt x="86547" y="10091"/>
                  </a:cubicBezTo>
                  <a:cubicBezTo>
                    <a:pt x="94441" y="14044"/>
                    <a:pt x="101227" y="19211"/>
                    <a:pt x="107776" y="24188"/>
                  </a:cubicBezTo>
                  <a:cubicBezTo>
                    <a:pt x="118432" y="32332"/>
                    <a:pt x="128528" y="39999"/>
                    <a:pt x="143018" y="42869"/>
                  </a:cubicBezTo>
                  <a:cubicBezTo>
                    <a:pt x="146843" y="43627"/>
                    <a:pt x="150492" y="43975"/>
                    <a:pt x="153996" y="43975"/>
                  </a:cubicBezTo>
                  <a:cubicBezTo>
                    <a:pt x="172677" y="43975"/>
                    <a:pt x="187246" y="34086"/>
                    <a:pt x="202525" y="23700"/>
                  </a:cubicBezTo>
                  <a:cubicBezTo>
                    <a:pt x="205562" y="21640"/>
                    <a:pt x="208693" y="19509"/>
                    <a:pt x="211884" y="17449"/>
                  </a:cubicBezTo>
                  <a:cubicBezTo>
                    <a:pt x="218840" y="12936"/>
                    <a:pt x="229526" y="7594"/>
                    <a:pt x="241107" y="7594"/>
                  </a:cubicBezTo>
                  <a:cubicBezTo>
                    <a:pt x="249447" y="7594"/>
                    <a:pt x="258252" y="10365"/>
                    <a:pt x="266462" y="18211"/>
                  </a:cubicBezTo>
                  <a:lnTo>
                    <a:pt x="266712" y="17949"/>
                  </a:lnTo>
                  <a:cubicBezTo>
                    <a:pt x="259310" y="10864"/>
                    <a:pt x="250693" y="7276"/>
                    <a:pt x="241074" y="7276"/>
                  </a:cubicBezTo>
                  <a:cubicBezTo>
                    <a:pt x="240574" y="7276"/>
                    <a:pt x="240071" y="7285"/>
                    <a:pt x="239566" y="7305"/>
                  </a:cubicBezTo>
                  <a:cubicBezTo>
                    <a:pt x="230731" y="7638"/>
                    <a:pt x="221099" y="11043"/>
                    <a:pt x="211681" y="17139"/>
                  </a:cubicBezTo>
                  <a:cubicBezTo>
                    <a:pt x="208490" y="19211"/>
                    <a:pt x="205359" y="21342"/>
                    <a:pt x="202323" y="23402"/>
                  </a:cubicBezTo>
                  <a:cubicBezTo>
                    <a:pt x="187090" y="33751"/>
                    <a:pt x="172575" y="43610"/>
                    <a:pt x="153990" y="43610"/>
                  </a:cubicBezTo>
                  <a:cubicBezTo>
                    <a:pt x="150510" y="43610"/>
                    <a:pt x="146887" y="43265"/>
                    <a:pt x="143089" y="42512"/>
                  </a:cubicBezTo>
                  <a:cubicBezTo>
                    <a:pt x="128683" y="39654"/>
                    <a:pt x="118622" y="31998"/>
                    <a:pt x="107990" y="23902"/>
                  </a:cubicBezTo>
                  <a:cubicBezTo>
                    <a:pt x="101418" y="18913"/>
                    <a:pt x="94631" y="13734"/>
                    <a:pt x="86701" y="9758"/>
                  </a:cubicBezTo>
                  <a:cubicBezTo>
                    <a:pt x="74419" y="3595"/>
                    <a:pt x="58900" y="1"/>
                    <a:pt x="45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14"/>
            <p:cNvSpPr/>
            <p:nvPr/>
          </p:nvSpPr>
          <p:spPr>
            <a:xfrm>
              <a:off x="610775" y="2627700"/>
              <a:ext cx="6663075" cy="1147100"/>
            </a:xfrm>
            <a:custGeom>
              <a:rect b="b" l="l" r="r" t="t"/>
              <a:pathLst>
                <a:path extrusionOk="0" h="45884" w="266523">
                  <a:moveTo>
                    <a:pt x="43919" y="0"/>
                  </a:moveTo>
                  <a:cubicBezTo>
                    <a:pt x="42779" y="0"/>
                    <a:pt x="41652" y="26"/>
                    <a:pt x="40541" y="77"/>
                  </a:cubicBezTo>
                  <a:cubicBezTo>
                    <a:pt x="19515" y="1054"/>
                    <a:pt x="5870" y="4090"/>
                    <a:pt x="1" y="9102"/>
                  </a:cubicBezTo>
                  <a:lnTo>
                    <a:pt x="239" y="9376"/>
                  </a:lnTo>
                  <a:cubicBezTo>
                    <a:pt x="4227" y="5971"/>
                    <a:pt x="14467" y="1649"/>
                    <a:pt x="40553" y="434"/>
                  </a:cubicBezTo>
                  <a:cubicBezTo>
                    <a:pt x="41663" y="383"/>
                    <a:pt x="42788" y="357"/>
                    <a:pt x="43926" y="357"/>
                  </a:cubicBezTo>
                  <a:cubicBezTo>
                    <a:pt x="57980" y="357"/>
                    <a:pt x="73989" y="4252"/>
                    <a:pt x="86523" y="10817"/>
                  </a:cubicBezTo>
                  <a:cubicBezTo>
                    <a:pt x="94346" y="14912"/>
                    <a:pt x="101037" y="20187"/>
                    <a:pt x="107502" y="25283"/>
                  </a:cubicBezTo>
                  <a:cubicBezTo>
                    <a:pt x="118039" y="33593"/>
                    <a:pt x="127981" y="41451"/>
                    <a:pt x="142411" y="44571"/>
                  </a:cubicBezTo>
                  <a:cubicBezTo>
                    <a:pt x="146566" y="45473"/>
                    <a:pt x="150520" y="45883"/>
                    <a:pt x="154313" y="45883"/>
                  </a:cubicBezTo>
                  <a:cubicBezTo>
                    <a:pt x="172548" y="45883"/>
                    <a:pt x="187052" y="36397"/>
                    <a:pt x="202240" y="26461"/>
                  </a:cubicBezTo>
                  <a:cubicBezTo>
                    <a:pt x="205312" y="24449"/>
                    <a:pt x="208491" y="22378"/>
                    <a:pt x="211706" y="20365"/>
                  </a:cubicBezTo>
                  <a:cubicBezTo>
                    <a:pt x="218611" y="16054"/>
                    <a:pt x="229117" y="11007"/>
                    <a:pt x="240446" y="11007"/>
                  </a:cubicBezTo>
                  <a:cubicBezTo>
                    <a:pt x="248983" y="11007"/>
                    <a:pt x="257988" y="13873"/>
                    <a:pt x="266272" y="22080"/>
                  </a:cubicBezTo>
                  <a:lnTo>
                    <a:pt x="266522" y="21818"/>
                  </a:lnTo>
                  <a:cubicBezTo>
                    <a:pt x="259063" y="14429"/>
                    <a:pt x="250259" y="10690"/>
                    <a:pt x="240352" y="10690"/>
                  </a:cubicBezTo>
                  <a:cubicBezTo>
                    <a:pt x="240091" y="10690"/>
                    <a:pt x="239829" y="10692"/>
                    <a:pt x="239566" y="10698"/>
                  </a:cubicBezTo>
                  <a:cubicBezTo>
                    <a:pt x="230732" y="10876"/>
                    <a:pt x="221040" y="14115"/>
                    <a:pt x="211515" y="20056"/>
                  </a:cubicBezTo>
                  <a:cubicBezTo>
                    <a:pt x="208300" y="22068"/>
                    <a:pt x="205122" y="24152"/>
                    <a:pt x="202050" y="26152"/>
                  </a:cubicBezTo>
                  <a:cubicBezTo>
                    <a:pt x="186888" y="36065"/>
                    <a:pt x="172430" y="45521"/>
                    <a:pt x="154274" y="45521"/>
                  </a:cubicBezTo>
                  <a:cubicBezTo>
                    <a:pt x="150515" y="45521"/>
                    <a:pt x="146598" y="45116"/>
                    <a:pt x="142483" y="44226"/>
                  </a:cubicBezTo>
                  <a:cubicBezTo>
                    <a:pt x="128136" y="41118"/>
                    <a:pt x="118218" y="33284"/>
                    <a:pt x="107716" y="24997"/>
                  </a:cubicBezTo>
                  <a:cubicBezTo>
                    <a:pt x="101239" y="19889"/>
                    <a:pt x="94548" y="14603"/>
                    <a:pt x="86690" y="10495"/>
                  </a:cubicBezTo>
                  <a:cubicBezTo>
                    <a:pt x="74109" y="3907"/>
                    <a:pt x="58032" y="0"/>
                    <a:pt x="439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14"/>
            <p:cNvSpPr/>
            <p:nvPr/>
          </p:nvSpPr>
          <p:spPr>
            <a:xfrm>
              <a:off x="617325" y="2530375"/>
              <a:ext cx="6656525" cy="1195600"/>
            </a:xfrm>
            <a:custGeom>
              <a:rect b="b" l="l" r="r" t="t"/>
              <a:pathLst>
                <a:path extrusionOk="0" h="47824" w="266261">
                  <a:moveTo>
                    <a:pt x="42753" y="0"/>
                  </a:moveTo>
                  <a:cubicBezTo>
                    <a:pt x="42062" y="0"/>
                    <a:pt x="41376" y="10"/>
                    <a:pt x="40696" y="29"/>
                  </a:cubicBezTo>
                  <a:cubicBezTo>
                    <a:pt x="19646" y="637"/>
                    <a:pt x="5966" y="3435"/>
                    <a:pt x="1" y="8352"/>
                  </a:cubicBezTo>
                  <a:lnTo>
                    <a:pt x="227" y="8626"/>
                  </a:lnTo>
                  <a:cubicBezTo>
                    <a:pt x="4287" y="5292"/>
                    <a:pt x="14598" y="1149"/>
                    <a:pt x="40696" y="387"/>
                  </a:cubicBezTo>
                  <a:cubicBezTo>
                    <a:pt x="41375" y="367"/>
                    <a:pt x="42061" y="357"/>
                    <a:pt x="42751" y="357"/>
                  </a:cubicBezTo>
                  <a:cubicBezTo>
                    <a:pt x="57119" y="357"/>
                    <a:pt x="73684" y="4580"/>
                    <a:pt x="86476" y="11566"/>
                  </a:cubicBezTo>
                  <a:cubicBezTo>
                    <a:pt x="94239" y="15805"/>
                    <a:pt x="100823" y="21199"/>
                    <a:pt x="107193" y="26402"/>
                  </a:cubicBezTo>
                  <a:cubicBezTo>
                    <a:pt x="117587" y="34903"/>
                    <a:pt x="127397" y="42927"/>
                    <a:pt x="141768" y="46297"/>
                  </a:cubicBezTo>
                  <a:cubicBezTo>
                    <a:pt x="146242" y="47349"/>
                    <a:pt x="150491" y="47823"/>
                    <a:pt x="154562" y="47823"/>
                  </a:cubicBezTo>
                  <a:cubicBezTo>
                    <a:pt x="172376" y="47823"/>
                    <a:pt x="186800" y="38740"/>
                    <a:pt x="201919" y="29223"/>
                  </a:cubicBezTo>
                  <a:cubicBezTo>
                    <a:pt x="205014" y="27271"/>
                    <a:pt x="208229" y="25259"/>
                    <a:pt x="211479" y="23306"/>
                  </a:cubicBezTo>
                  <a:cubicBezTo>
                    <a:pt x="218321" y="19200"/>
                    <a:pt x="228632" y="14450"/>
                    <a:pt x="239705" y="14450"/>
                  </a:cubicBezTo>
                  <a:cubicBezTo>
                    <a:pt x="248443" y="14450"/>
                    <a:pt x="257655" y="17408"/>
                    <a:pt x="266010" y="25973"/>
                  </a:cubicBezTo>
                  <a:lnTo>
                    <a:pt x="266260" y="25711"/>
                  </a:lnTo>
                  <a:cubicBezTo>
                    <a:pt x="258758" y="18019"/>
                    <a:pt x="249789" y="14126"/>
                    <a:pt x="239600" y="14126"/>
                  </a:cubicBezTo>
                  <a:cubicBezTo>
                    <a:pt x="239569" y="14126"/>
                    <a:pt x="239538" y="14126"/>
                    <a:pt x="239507" y="14126"/>
                  </a:cubicBezTo>
                  <a:cubicBezTo>
                    <a:pt x="230672" y="14150"/>
                    <a:pt x="220921" y="17222"/>
                    <a:pt x="211301" y="22996"/>
                  </a:cubicBezTo>
                  <a:cubicBezTo>
                    <a:pt x="208038" y="24949"/>
                    <a:pt x="204824" y="26973"/>
                    <a:pt x="201728" y="28926"/>
                  </a:cubicBezTo>
                  <a:cubicBezTo>
                    <a:pt x="186657" y="38411"/>
                    <a:pt x="172266" y="47461"/>
                    <a:pt x="154532" y="47461"/>
                  </a:cubicBezTo>
                  <a:cubicBezTo>
                    <a:pt x="150494" y="47461"/>
                    <a:pt x="146283" y="46992"/>
                    <a:pt x="141852" y="45952"/>
                  </a:cubicBezTo>
                  <a:cubicBezTo>
                    <a:pt x="127564" y="42594"/>
                    <a:pt x="117777" y="34593"/>
                    <a:pt x="107431" y="26128"/>
                  </a:cubicBezTo>
                  <a:cubicBezTo>
                    <a:pt x="101037" y="20901"/>
                    <a:pt x="94441" y="15507"/>
                    <a:pt x="86654" y="11245"/>
                  </a:cubicBezTo>
                  <a:cubicBezTo>
                    <a:pt x="73804" y="4235"/>
                    <a:pt x="57180" y="0"/>
                    <a:pt x="427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14"/>
            <p:cNvSpPr/>
            <p:nvPr/>
          </p:nvSpPr>
          <p:spPr>
            <a:xfrm>
              <a:off x="625950" y="2432750"/>
              <a:ext cx="6647900" cy="1244800"/>
            </a:xfrm>
            <a:custGeom>
              <a:rect b="b" l="l" r="r" t="t"/>
              <a:pathLst>
                <a:path extrusionOk="0" h="49792" w="265916">
                  <a:moveTo>
                    <a:pt x="41667" y="0"/>
                  </a:moveTo>
                  <a:cubicBezTo>
                    <a:pt x="41386" y="0"/>
                    <a:pt x="41106" y="2"/>
                    <a:pt x="40827" y="5"/>
                  </a:cubicBezTo>
                  <a:cubicBezTo>
                    <a:pt x="19777" y="243"/>
                    <a:pt x="6049" y="2803"/>
                    <a:pt x="1" y="7613"/>
                  </a:cubicBezTo>
                  <a:lnTo>
                    <a:pt x="227" y="7899"/>
                  </a:lnTo>
                  <a:cubicBezTo>
                    <a:pt x="4335" y="4625"/>
                    <a:pt x="14717" y="672"/>
                    <a:pt x="40827" y="362"/>
                  </a:cubicBezTo>
                  <a:cubicBezTo>
                    <a:pt x="41089" y="360"/>
                    <a:pt x="41350" y="358"/>
                    <a:pt x="41613" y="358"/>
                  </a:cubicBezTo>
                  <a:cubicBezTo>
                    <a:pt x="56276" y="358"/>
                    <a:pt x="73363" y="4913"/>
                    <a:pt x="86405" y="12340"/>
                  </a:cubicBezTo>
                  <a:cubicBezTo>
                    <a:pt x="94096" y="16710"/>
                    <a:pt x="100585" y="22210"/>
                    <a:pt x="106871" y="27532"/>
                  </a:cubicBezTo>
                  <a:cubicBezTo>
                    <a:pt x="117111" y="36212"/>
                    <a:pt x="126779" y="44404"/>
                    <a:pt x="141078" y="48035"/>
                  </a:cubicBezTo>
                  <a:cubicBezTo>
                    <a:pt x="145866" y="49249"/>
                    <a:pt x="150405" y="49792"/>
                    <a:pt x="154753" y="49792"/>
                  </a:cubicBezTo>
                  <a:cubicBezTo>
                    <a:pt x="172149" y="49792"/>
                    <a:pt x="186490" y="41108"/>
                    <a:pt x="201502" y="32021"/>
                  </a:cubicBezTo>
                  <a:cubicBezTo>
                    <a:pt x="204645" y="30116"/>
                    <a:pt x="207884" y="28152"/>
                    <a:pt x="211182" y="26258"/>
                  </a:cubicBezTo>
                  <a:cubicBezTo>
                    <a:pt x="217949" y="22353"/>
                    <a:pt x="228064" y="17884"/>
                    <a:pt x="238884" y="17884"/>
                  </a:cubicBezTo>
                  <a:cubicBezTo>
                    <a:pt x="247824" y="17884"/>
                    <a:pt x="257244" y="20936"/>
                    <a:pt x="265653" y="29878"/>
                  </a:cubicBezTo>
                  <a:lnTo>
                    <a:pt x="265915" y="29628"/>
                  </a:lnTo>
                  <a:cubicBezTo>
                    <a:pt x="258521" y="21770"/>
                    <a:pt x="249592" y="17722"/>
                    <a:pt x="239364" y="17567"/>
                  </a:cubicBezTo>
                  <a:cubicBezTo>
                    <a:pt x="239173" y="17564"/>
                    <a:pt x="238981" y="17563"/>
                    <a:pt x="238788" y="17563"/>
                  </a:cubicBezTo>
                  <a:cubicBezTo>
                    <a:pt x="230104" y="17563"/>
                    <a:pt x="220508" y="20451"/>
                    <a:pt x="211003" y="25937"/>
                  </a:cubicBezTo>
                  <a:cubicBezTo>
                    <a:pt x="207717" y="27842"/>
                    <a:pt x="204467" y="29807"/>
                    <a:pt x="201336" y="31700"/>
                  </a:cubicBezTo>
                  <a:cubicBezTo>
                    <a:pt x="186364" y="40762"/>
                    <a:pt x="172056" y="49421"/>
                    <a:pt x="154743" y="49421"/>
                  </a:cubicBezTo>
                  <a:cubicBezTo>
                    <a:pt x="150426" y="49421"/>
                    <a:pt x="145921" y="48883"/>
                    <a:pt x="141173" y="47678"/>
                  </a:cubicBezTo>
                  <a:cubicBezTo>
                    <a:pt x="126945" y="44082"/>
                    <a:pt x="117301" y="35903"/>
                    <a:pt x="107098" y="27259"/>
                  </a:cubicBezTo>
                  <a:cubicBezTo>
                    <a:pt x="100799" y="21925"/>
                    <a:pt x="94298" y="16412"/>
                    <a:pt x="86583" y="12031"/>
                  </a:cubicBezTo>
                  <a:cubicBezTo>
                    <a:pt x="73509" y="4577"/>
                    <a:pt x="56377" y="0"/>
                    <a:pt x="416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14"/>
            <p:cNvSpPr/>
            <p:nvPr/>
          </p:nvSpPr>
          <p:spPr>
            <a:xfrm>
              <a:off x="636675" y="2334800"/>
              <a:ext cx="6637450" cy="1294425"/>
            </a:xfrm>
            <a:custGeom>
              <a:rect b="b" l="l" r="r" t="t"/>
              <a:pathLst>
                <a:path extrusionOk="0" h="51777" w="265498">
                  <a:moveTo>
                    <a:pt x="39287" y="1"/>
                  </a:moveTo>
                  <a:cubicBezTo>
                    <a:pt x="19177" y="1"/>
                    <a:pt x="5968" y="2322"/>
                    <a:pt x="0" y="6900"/>
                  </a:cubicBezTo>
                  <a:lnTo>
                    <a:pt x="227" y="7186"/>
                  </a:lnTo>
                  <a:cubicBezTo>
                    <a:pt x="4311" y="4047"/>
                    <a:pt x="14422" y="359"/>
                    <a:pt x="39404" y="359"/>
                  </a:cubicBezTo>
                  <a:cubicBezTo>
                    <a:pt x="39912" y="359"/>
                    <a:pt x="40426" y="360"/>
                    <a:pt x="40946" y="363"/>
                  </a:cubicBezTo>
                  <a:cubicBezTo>
                    <a:pt x="55781" y="447"/>
                    <a:pt x="73164" y="5340"/>
                    <a:pt x="86309" y="13127"/>
                  </a:cubicBezTo>
                  <a:cubicBezTo>
                    <a:pt x="93917" y="17639"/>
                    <a:pt x="100311" y="23247"/>
                    <a:pt x="106502" y="28676"/>
                  </a:cubicBezTo>
                  <a:cubicBezTo>
                    <a:pt x="116586" y="37535"/>
                    <a:pt x="126111" y="45905"/>
                    <a:pt x="140363" y="49774"/>
                  </a:cubicBezTo>
                  <a:cubicBezTo>
                    <a:pt x="145461" y="51162"/>
                    <a:pt x="150287" y="51777"/>
                    <a:pt x="154911" y="51777"/>
                  </a:cubicBezTo>
                  <a:cubicBezTo>
                    <a:pt x="171899" y="51777"/>
                    <a:pt x="186153" y="43484"/>
                    <a:pt x="201061" y="34808"/>
                  </a:cubicBezTo>
                  <a:cubicBezTo>
                    <a:pt x="204228" y="32963"/>
                    <a:pt x="207503" y="31058"/>
                    <a:pt x="210836" y="29212"/>
                  </a:cubicBezTo>
                  <a:cubicBezTo>
                    <a:pt x="217522" y="25512"/>
                    <a:pt x="227422" y="21326"/>
                    <a:pt x="237978" y="21326"/>
                  </a:cubicBezTo>
                  <a:cubicBezTo>
                    <a:pt x="247122" y="21326"/>
                    <a:pt x="256758" y="24467"/>
                    <a:pt x="265224" y="33784"/>
                  </a:cubicBezTo>
                  <a:lnTo>
                    <a:pt x="265498" y="33546"/>
                  </a:lnTo>
                  <a:cubicBezTo>
                    <a:pt x="258247" y="25569"/>
                    <a:pt x="249377" y="21354"/>
                    <a:pt x="239149" y="21033"/>
                  </a:cubicBezTo>
                  <a:cubicBezTo>
                    <a:pt x="238730" y="21019"/>
                    <a:pt x="238308" y="21012"/>
                    <a:pt x="237884" y="21012"/>
                  </a:cubicBezTo>
                  <a:cubicBezTo>
                    <a:pt x="229391" y="21012"/>
                    <a:pt x="220013" y="23731"/>
                    <a:pt x="210658" y="28903"/>
                  </a:cubicBezTo>
                  <a:cubicBezTo>
                    <a:pt x="207324" y="30748"/>
                    <a:pt x="204050" y="32653"/>
                    <a:pt x="200871" y="34498"/>
                  </a:cubicBezTo>
                  <a:cubicBezTo>
                    <a:pt x="186013" y="43140"/>
                    <a:pt x="171810" y="51406"/>
                    <a:pt x="154899" y="51406"/>
                  </a:cubicBezTo>
                  <a:cubicBezTo>
                    <a:pt x="150304" y="51406"/>
                    <a:pt x="145509" y="50796"/>
                    <a:pt x="140447" y="49417"/>
                  </a:cubicBezTo>
                  <a:cubicBezTo>
                    <a:pt x="126290" y="45571"/>
                    <a:pt x="116789" y="37237"/>
                    <a:pt x="106740" y="28402"/>
                  </a:cubicBezTo>
                  <a:cubicBezTo>
                    <a:pt x="100537" y="22961"/>
                    <a:pt x="94131" y="17342"/>
                    <a:pt x="86499" y="12817"/>
                  </a:cubicBezTo>
                  <a:cubicBezTo>
                    <a:pt x="73295" y="4995"/>
                    <a:pt x="55841" y="89"/>
                    <a:pt x="40958" y="6"/>
                  </a:cubicBezTo>
                  <a:cubicBezTo>
                    <a:pt x="40396" y="3"/>
                    <a:pt x="39839" y="1"/>
                    <a:pt x="392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14"/>
            <p:cNvSpPr/>
            <p:nvPr/>
          </p:nvSpPr>
          <p:spPr>
            <a:xfrm>
              <a:off x="649475" y="2235200"/>
              <a:ext cx="6624950" cy="1345700"/>
            </a:xfrm>
            <a:custGeom>
              <a:rect b="b" l="l" r="r" t="t"/>
              <a:pathLst>
                <a:path extrusionOk="0" h="53828" w="264998">
                  <a:moveTo>
                    <a:pt x="35160" y="0"/>
                  </a:moveTo>
                  <a:cubicBezTo>
                    <a:pt x="17419" y="0"/>
                    <a:pt x="5602" y="2101"/>
                    <a:pt x="0" y="6240"/>
                  </a:cubicBezTo>
                  <a:lnTo>
                    <a:pt x="215" y="6538"/>
                  </a:lnTo>
                  <a:cubicBezTo>
                    <a:pt x="4112" y="3654"/>
                    <a:pt x="13403" y="362"/>
                    <a:pt x="35411" y="362"/>
                  </a:cubicBezTo>
                  <a:cubicBezTo>
                    <a:pt x="37206" y="362"/>
                    <a:pt x="39085" y="384"/>
                    <a:pt x="41053" y="430"/>
                  </a:cubicBezTo>
                  <a:cubicBezTo>
                    <a:pt x="55876" y="787"/>
                    <a:pt x="73176" y="5978"/>
                    <a:pt x="86202" y="13979"/>
                  </a:cubicBezTo>
                  <a:cubicBezTo>
                    <a:pt x="93726" y="18623"/>
                    <a:pt x="100025" y="24350"/>
                    <a:pt x="106109" y="29886"/>
                  </a:cubicBezTo>
                  <a:cubicBezTo>
                    <a:pt x="116039" y="38911"/>
                    <a:pt x="125421" y="47436"/>
                    <a:pt x="139601" y="51567"/>
                  </a:cubicBezTo>
                  <a:cubicBezTo>
                    <a:pt x="145004" y="53139"/>
                    <a:pt x="150116" y="53827"/>
                    <a:pt x="155015" y="53827"/>
                  </a:cubicBezTo>
                  <a:cubicBezTo>
                    <a:pt x="171610" y="53827"/>
                    <a:pt x="185768" y="45925"/>
                    <a:pt x="200549" y="37661"/>
                  </a:cubicBezTo>
                  <a:cubicBezTo>
                    <a:pt x="203752" y="35875"/>
                    <a:pt x="207062" y="34030"/>
                    <a:pt x="210420" y="32244"/>
                  </a:cubicBezTo>
                  <a:cubicBezTo>
                    <a:pt x="217020" y="28737"/>
                    <a:pt x="226700" y="24823"/>
                    <a:pt x="236995" y="24823"/>
                  </a:cubicBezTo>
                  <a:cubicBezTo>
                    <a:pt x="246347" y="24823"/>
                    <a:pt x="256206" y="28053"/>
                    <a:pt x="264724" y="37756"/>
                  </a:cubicBezTo>
                  <a:lnTo>
                    <a:pt x="264998" y="37518"/>
                  </a:lnTo>
                  <a:cubicBezTo>
                    <a:pt x="257890" y="29422"/>
                    <a:pt x="249103" y="25052"/>
                    <a:pt x="238887" y="24552"/>
                  </a:cubicBezTo>
                  <a:cubicBezTo>
                    <a:pt x="238234" y="24520"/>
                    <a:pt x="237575" y="24503"/>
                    <a:pt x="236910" y="24503"/>
                  </a:cubicBezTo>
                  <a:cubicBezTo>
                    <a:pt x="228589" y="24503"/>
                    <a:pt x="219426" y="27049"/>
                    <a:pt x="210253" y="31922"/>
                  </a:cubicBezTo>
                  <a:cubicBezTo>
                    <a:pt x="206883" y="33708"/>
                    <a:pt x="203574" y="35565"/>
                    <a:pt x="200371" y="37351"/>
                  </a:cubicBezTo>
                  <a:cubicBezTo>
                    <a:pt x="185637" y="45583"/>
                    <a:pt x="171528" y="53466"/>
                    <a:pt x="155004" y="53466"/>
                  </a:cubicBezTo>
                  <a:cubicBezTo>
                    <a:pt x="150137" y="53466"/>
                    <a:pt x="145060" y="52782"/>
                    <a:pt x="139696" y="51222"/>
                  </a:cubicBezTo>
                  <a:cubicBezTo>
                    <a:pt x="125599" y="47114"/>
                    <a:pt x="116253" y="38613"/>
                    <a:pt x="106359" y="29612"/>
                  </a:cubicBezTo>
                  <a:cubicBezTo>
                    <a:pt x="100251" y="24064"/>
                    <a:pt x="93941" y="18325"/>
                    <a:pt x="86392" y="13682"/>
                  </a:cubicBezTo>
                  <a:cubicBezTo>
                    <a:pt x="73331" y="5633"/>
                    <a:pt x="55960" y="418"/>
                    <a:pt x="41077" y="73"/>
                  </a:cubicBezTo>
                  <a:cubicBezTo>
                    <a:pt x="39037" y="25"/>
                    <a:pt x="37064" y="0"/>
                    <a:pt x="35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14"/>
            <p:cNvSpPr/>
            <p:nvPr/>
          </p:nvSpPr>
          <p:spPr>
            <a:xfrm>
              <a:off x="664050" y="2134250"/>
              <a:ext cx="6610375" cy="1399125"/>
            </a:xfrm>
            <a:custGeom>
              <a:rect b="b" l="l" r="r" t="t"/>
              <a:pathLst>
                <a:path extrusionOk="0" h="55965" w="264415">
                  <a:moveTo>
                    <a:pt x="31658" y="1"/>
                  </a:moveTo>
                  <a:cubicBezTo>
                    <a:pt x="15910" y="1"/>
                    <a:pt x="5285" y="1898"/>
                    <a:pt x="1" y="5671"/>
                  </a:cubicBezTo>
                  <a:lnTo>
                    <a:pt x="215" y="5968"/>
                  </a:lnTo>
                  <a:cubicBezTo>
                    <a:pt x="3941" y="3311"/>
                    <a:pt x="12454" y="374"/>
                    <a:pt x="31865" y="374"/>
                  </a:cubicBezTo>
                  <a:cubicBezTo>
                    <a:pt x="34721" y="374"/>
                    <a:pt x="37813" y="437"/>
                    <a:pt x="41161" y="575"/>
                  </a:cubicBezTo>
                  <a:cubicBezTo>
                    <a:pt x="55972" y="1182"/>
                    <a:pt x="73177" y="6671"/>
                    <a:pt x="86047" y="14910"/>
                  </a:cubicBezTo>
                  <a:cubicBezTo>
                    <a:pt x="93489" y="19684"/>
                    <a:pt x="99692" y="25518"/>
                    <a:pt x="105681" y="31162"/>
                  </a:cubicBezTo>
                  <a:cubicBezTo>
                    <a:pt x="115456" y="40365"/>
                    <a:pt x="124683" y="49045"/>
                    <a:pt x="138792" y="53427"/>
                  </a:cubicBezTo>
                  <a:cubicBezTo>
                    <a:pt x="144499" y="55196"/>
                    <a:pt x="149895" y="55964"/>
                    <a:pt x="155070" y="55964"/>
                  </a:cubicBezTo>
                  <a:cubicBezTo>
                    <a:pt x="171272" y="55964"/>
                    <a:pt x="185312" y="48439"/>
                    <a:pt x="199966" y="40580"/>
                  </a:cubicBezTo>
                  <a:cubicBezTo>
                    <a:pt x="203205" y="38853"/>
                    <a:pt x="206539" y="37056"/>
                    <a:pt x="209932" y="35329"/>
                  </a:cubicBezTo>
                  <a:cubicBezTo>
                    <a:pt x="216438" y="32021"/>
                    <a:pt x="225885" y="28376"/>
                    <a:pt x="235908" y="28376"/>
                  </a:cubicBezTo>
                  <a:cubicBezTo>
                    <a:pt x="245474" y="28376"/>
                    <a:pt x="255565" y="31695"/>
                    <a:pt x="264129" y="41794"/>
                  </a:cubicBezTo>
                  <a:lnTo>
                    <a:pt x="264415" y="41568"/>
                  </a:lnTo>
                  <a:cubicBezTo>
                    <a:pt x="257438" y="33341"/>
                    <a:pt x="248734" y="28828"/>
                    <a:pt x="238519" y="28138"/>
                  </a:cubicBezTo>
                  <a:cubicBezTo>
                    <a:pt x="237634" y="28078"/>
                    <a:pt x="236737" y="28048"/>
                    <a:pt x="235830" y="28048"/>
                  </a:cubicBezTo>
                  <a:cubicBezTo>
                    <a:pt x="227710" y="28048"/>
                    <a:pt x="218762" y="30434"/>
                    <a:pt x="209765" y="35008"/>
                  </a:cubicBezTo>
                  <a:cubicBezTo>
                    <a:pt x="206372" y="36734"/>
                    <a:pt x="203026" y="38532"/>
                    <a:pt x="199800" y="40258"/>
                  </a:cubicBezTo>
                  <a:cubicBezTo>
                    <a:pt x="185191" y="48086"/>
                    <a:pt x="171191" y="55586"/>
                    <a:pt x="155054" y="55586"/>
                  </a:cubicBezTo>
                  <a:cubicBezTo>
                    <a:pt x="149912" y="55586"/>
                    <a:pt x="144552" y="54824"/>
                    <a:pt x="138887" y="53069"/>
                  </a:cubicBezTo>
                  <a:cubicBezTo>
                    <a:pt x="124862" y="48724"/>
                    <a:pt x="115658" y="40068"/>
                    <a:pt x="105931" y="30900"/>
                  </a:cubicBezTo>
                  <a:cubicBezTo>
                    <a:pt x="99918" y="25245"/>
                    <a:pt x="93715" y="19387"/>
                    <a:pt x="86238" y="14612"/>
                  </a:cubicBezTo>
                  <a:cubicBezTo>
                    <a:pt x="73320" y="6337"/>
                    <a:pt x="56055" y="813"/>
                    <a:pt x="41173" y="206"/>
                  </a:cubicBezTo>
                  <a:cubicBezTo>
                    <a:pt x="37818" y="69"/>
                    <a:pt x="34646" y="1"/>
                    <a:pt x="316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338" name="Google Shape;338;p14"/>
          <p:cNvPicPr preferRelativeResize="0"/>
          <p:nvPr/>
        </p:nvPicPr>
        <p:blipFill rotWithShape="1">
          <a:blip r:embed="rId4">
            <a:alphaModFix/>
          </a:blip>
          <a:srcRect b="709" l="0" r="0" t="699"/>
          <a:stretch/>
        </p:blipFill>
        <p:spPr>
          <a:xfrm flipH="1">
            <a:off x="372292" y="4498225"/>
            <a:ext cx="470732" cy="4452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9" name="Google Shape;339;p14"/>
          <p:cNvGrpSpPr/>
          <p:nvPr/>
        </p:nvGrpSpPr>
        <p:grpSpPr>
          <a:xfrm rot="665279">
            <a:off x="2949935" y="-945015"/>
            <a:ext cx="6788761" cy="2123393"/>
            <a:chOff x="603050" y="2134250"/>
            <a:chExt cx="6671375" cy="1887675"/>
          </a:xfrm>
        </p:grpSpPr>
        <p:sp>
          <p:nvSpPr>
            <p:cNvPr id="340" name="Google Shape;340;p14"/>
            <p:cNvSpPr/>
            <p:nvPr/>
          </p:nvSpPr>
          <p:spPr>
            <a:xfrm>
              <a:off x="608100" y="2949275"/>
              <a:ext cx="6665750" cy="1072650"/>
            </a:xfrm>
            <a:custGeom>
              <a:rect b="b" l="l" r="r" t="t"/>
              <a:pathLst>
                <a:path extrusionOk="0" h="42906" w="266630">
                  <a:moveTo>
                    <a:pt x="242926" y="0"/>
                  </a:moveTo>
                  <a:cubicBezTo>
                    <a:pt x="241564" y="0"/>
                    <a:pt x="240185" y="76"/>
                    <a:pt x="238792" y="228"/>
                  </a:cubicBezTo>
                  <a:cubicBezTo>
                    <a:pt x="230005" y="1168"/>
                    <a:pt x="220635" y="5240"/>
                    <a:pt x="211670" y="11979"/>
                  </a:cubicBezTo>
                  <a:cubicBezTo>
                    <a:pt x="208634" y="14265"/>
                    <a:pt x="205645" y="16611"/>
                    <a:pt x="202764" y="18885"/>
                  </a:cubicBezTo>
                  <a:cubicBezTo>
                    <a:pt x="187340" y="31016"/>
                    <a:pt x="172685" y="42543"/>
                    <a:pt x="152232" y="42543"/>
                  </a:cubicBezTo>
                  <a:cubicBezTo>
                    <a:pt x="149902" y="42543"/>
                    <a:pt x="147497" y="42394"/>
                    <a:pt x="145007" y="42078"/>
                  </a:cubicBezTo>
                  <a:cubicBezTo>
                    <a:pt x="130433" y="40233"/>
                    <a:pt x="119873" y="33291"/>
                    <a:pt x="108693" y="25957"/>
                  </a:cubicBezTo>
                  <a:cubicBezTo>
                    <a:pt x="101799" y="21433"/>
                    <a:pt x="94667" y="16754"/>
                    <a:pt x="86476" y="13337"/>
                  </a:cubicBezTo>
                  <a:cubicBezTo>
                    <a:pt x="75578" y="8791"/>
                    <a:pt x="62424" y="6298"/>
                    <a:pt x="50215" y="6298"/>
                  </a:cubicBezTo>
                  <a:cubicBezTo>
                    <a:pt x="46564" y="6298"/>
                    <a:pt x="42997" y="6521"/>
                    <a:pt x="39601" y="6979"/>
                  </a:cubicBezTo>
                  <a:cubicBezTo>
                    <a:pt x="18729" y="9788"/>
                    <a:pt x="5418" y="14003"/>
                    <a:pt x="0" y="19504"/>
                  </a:cubicBezTo>
                  <a:lnTo>
                    <a:pt x="262" y="19766"/>
                  </a:lnTo>
                  <a:cubicBezTo>
                    <a:pt x="3941" y="16015"/>
                    <a:pt x="13764" y="10824"/>
                    <a:pt x="39648" y="7348"/>
                  </a:cubicBezTo>
                  <a:cubicBezTo>
                    <a:pt x="43028" y="6893"/>
                    <a:pt x="46578" y="6672"/>
                    <a:pt x="50211" y="6672"/>
                  </a:cubicBezTo>
                  <a:cubicBezTo>
                    <a:pt x="62374" y="6672"/>
                    <a:pt x="75481" y="9153"/>
                    <a:pt x="86345" y="13682"/>
                  </a:cubicBezTo>
                  <a:cubicBezTo>
                    <a:pt x="94500" y="17075"/>
                    <a:pt x="101620" y="21742"/>
                    <a:pt x="108502" y="26255"/>
                  </a:cubicBezTo>
                  <a:cubicBezTo>
                    <a:pt x="119718" y="33625"/>
                    <a:pt x="130314" y="40578"/>
                    <a:pt x="144959" y="42435"/>
                  </a:cubicBezTo>
                  <a:cubicBezTo>
                    <a:pt x="147474" y="42754"/>
                    <a:pt x="149902" y="42906"/>
                    <a:pt x="152253" y="42906"/>
                  </a:cubicBezTo>
                  <a:cubicBezTo>
                    <a:pt x="172815" y="42906"/>
                    <a:pt x="187519" y="31340"/>
                    <a:pt x="202990" y="19171"/>
                  </a:cubicBezTo>
                  <a:cubicBezTo>
                    <a:pt x="205871" y="16908"/>
                    <a:pt x="208860" y="14563"/>
                    <a:pt x="211896" y="12277"/>
                  </a:cubicBezTo>
                  <a:cubicBezTo>
                    <a:pt x="219006" y="6920"/>
                    <a:pt x="230335" y="312"/>
                    <a:pt x="242921" y="312"/>
                  </a:cubicBezTo>
                  <a:cubicBezTo>
                    <a:pt x="250504" y="312"/>
                    <a:pt x="258543" y="2711"/>
                    <a:pt x="266391" y="9229"/>
                  </a:cubicBezTo>
                  <a:lnTo>
                    <a:pt x="266629" y="8943"/>
                  </a:lnTo>
                  <a:cubicBezTo>
                    <a:pt x="259467" y="3004"/>
                    <a:pt x="251508" y="0"/>
                    <a:pt x="2429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14"/>
            <p:cNvSpPr/>
            <p:nvPr/>
          </p:nvSpPr>
          <p:spPr>
            <a:xfrm>
              <a:off x="604525" y="2938825"/>
              <a:ext cx="6669025" cy="1033425"/>
            </a:xfrm>
            <a:custGeom>
              <a:rect b="b" l="l" r="r" t="t"/>
              <a:pathLst>
                <a:path extrusionOk="0" h="41337" w="266761">
                  <a:moveTo>
                    <a:pt x="242560" y="0"/>
                  </a:moveTo>
                  <a:cubicBezTo>
                    <a:pt x="241419" y="0"/>
                    <a:pt x="240266" y="53"/>
                    <a:pt x="239102" y="158"/>
                  </a:cubicBezTo>
                  <a:cubicBezTo>
                    <a:pt x="230303" y="955"/>
                    <a:pt x="220850" y="4861"/>
                    <a:pt x="211765" y="11445"/>
                  </a:cubicBezTo>
                  <a:cubicBezTo>
                    <a:pt x="208693" y="13683"/>
                    <a:pt x="205669" y="15969"/>
                    <a:pt x="202752" y="18184"/>
                  </a:cubicBezTo>
                  <a:cubicBezTo>
                    <a:pt x="187359" y="29863"/>
                    <a:pt x="172728" y="40966"/>
                    <a:pt x="152762" y="40966"/>
                  </a:cubicBezTo>
                  <a:cubicBezTo>
                    <a:pt x="150135" y="40966"/>
                    <a:pt x="147416" y="40773"/>
                    <a:pt x="144590" y="40365"/>
                  </a:cubicBezTo>
                  <a:cubicBezTo>
                    <a:pt x="130064" y="38269"/>
                    <a:pt x="119623" y="31150"/>
                    <a:pt x="108574" y="23613"/>
                  </a:cubicBezTo>
                  <a:cubicBezTo>
                    <a:pt x="101751" y="18969"/>
                    <a:pt x="94703" y="14171"/>
                    <a:pt x="86571" y="10611"/>
                  </a:cubicBezTo>
                  <a:cubicBezTo>
                    <a:pt x="75309" y="5677"/>
                    <a:pt x="61560" y="2931"/>
                    <a:pt x="48931" y="2931"/>
                  </a:cubicBezTo>
                  <a:cubicBezTo>
                    <a:pt x="45806" y="2931"/>
                    <a:pt x="42749" y="3099"/>
                    <a:pt x="39815" y="3444"/>
                  </a:cubicBezTo>
                  <a:cubicBezTo>
                    <a:pt x="18908" y="5885"/>
                    <a:pt x="5513" y="9861"/>
                    <a:pt x="1" y="15279"/>
                  </a:cubicBezTo>
                  <a:lnTo>
                    <a:pt x="251" y="15529"/>
                  </a:lnTo>
                  <a:cubicBezTo>
                    <a:pt x="4001" y="11850"/>
                    <a:pt x="13919" y="6825"/>
                    <a:pt x="39851" y="3801"/>
                  </a:cubicBezTo>
                  <a:cubicBezTo>
                    <a:pt x="42768" y="3459"/>
                    <a:pt x="45807" y="3292"/>
                    <a:pt x="48914" y="3292"/>
                  </a:cubicBezTo>
                  <a:cubicBezTo>
                    <a:pt x="61497" y="3292"/>
                    <a:pt x="75199" y="6027"/>
                    <a:pt x="86428" y="10945"/>
                  </a:cubicBezTo>
                  <a:cubicBezTo>
                    <a:pt x="94524" y="14493"/>
                    <a:pt x="101561" y="19279"/>
                    <a:pt x="108359" y="23922"/>
                  </a:cubicBezTo>
                  <a:cubicBezTo>
                    <a:pt x="119456" y="31471"/>
                    <a:pt x="129922" y="38615"/>
                    <a:pt x="144542" y="40734"/>
                  </a:cubicBezTo>
                  <a:cubicBezTo>
                    <a:pt x="147384" y="41144"/>
                    <a:pt x="150118" y="41337"/>
                    <a:pt x="152759" y="41337"/>
                  </a:cubicBezTo>
                  <a:cubicBezTo>
                    <a:pt x="172836" y="41337"/>
                    <a:pt x="187520" y="30193"/>
                    <a:pt x="202966" y="18481"/>
                  </a:cubicBezTo>
                  <a:cubicBezTo>
                    <a:pt x="205883" y="16267"/>
                    <a:pt x="208908" y="13969"/>
                    <a:pt x="211979" y="11742"/>
                  </a:cubicBezTo>
                  <a:cubicBezTo>
                    <a:pt x="219066" y="6599"/>
                    <a:pt x="230260" y="308"/>
                    <a:pt x="242600" y="308"/>
                  </a:cubicBezTo>
                  <a:cubicBezTo>
                    <a:pt x="250370" y="308"/>
                    <a:pt x="258594" y="2802"/>
                    <a:pt x="266534" y="9647"/>
                  </a:cubicBezTo>
                  <a:lnTo>
                    <a:pt x="266760" y="9373"/>
                  </a:lnTo>
                  <a:cubicBezTo>
                    <a:pt x="259527" y="3141"/>
                    <a:pt x="251396" y="0"/>
                    <a:pt x="242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14"/>
            <p:cNvSpPr/>
            <p:nvPr/>
          </p:nvSpPr>
          <p:spPr>
            <a:xfrm>
              <a:off x="603050" y="2916775"/>
              <a:ext cx="6670800" cy="1005800"/>
            </a:xfrm>
            <a:custGeom>
              <a:rect b="b" l="l" r="r" t="t"/>
              <a:pathLst>
                <a:path extrusionOk="0" h="40232" w="266832">
                  <a:moveTo>
                    <a:pt x="47581" y="0"/>
                  </a:moveTo>
                  <a:cubicBezTo>
                    <a:pt x="44993" y="0"/>
                    <a:pt x="42457" y="119"/>
                    <a:pt x="40005" y="361"/>
                  </a:cubicBezTo>
                  <a:cubicBezTo>
                    <a:pt x="19062" y="2445"/>
                    <a:pt x="5608" y="6183"/>
                    <a:pt x="0" y="11505"/>
                  </a:cubicBezTo>
                  <a:lnTo>
                    <a:pt x="250" y="11767"/>
                  </a:lnTo>
                  <a:cubicBezTo>
                    <a:pt x="4060" y="8148"/>
                    <a:pt x="14061" y="3302"/>
                    <a:pt x="40041" y="730"/>
                  </a:cubicBezTo>
                  <a:cubicBezTo>
                    <a:pt x="42490" y="487"/>
                    <a:pt x="45023" y="368"/>
                    <a:pt x="47608" y="368"/>
                  </a:cubicBezTo>
                  <a:cubicBezTo>
                    <a:pt x="60603" y="368"/>
                    <a:pt x="74908" y="3370"/>
                    <a:pt x="86487" y="8683"/>
                  </a:cubicBezTo>
                  <a:cubicBezTo>
                    <a:pt x="94524" y="12362"/>
                    <a:pt x="101477" y="17292"/>
                    <a:pt x="108192" y="22042"/>
                  </a:cubicBezTo>
                  <a:cubicBezTo>
                    <a:pt x="119146" y="29793"/>
                    <a:pt x="129504" y="37116"/>
                    <a:pt x="144078" y="39473"/>
                  </a:cubicBezTo>
                  <a:cubicBezTo>
                    <a:pt x="147258" y="39990"/>
                    <a:pt x="150307" y="40232"/>
                    <a:pt x="153246" y="40232"/>
                  </a:cubicBezTo>
                  <a:cubicBezTo>
                    <a:pt x="172829" y="40232"/>
                    <a:pt x="187478" y="29509"/>
                    <a:pt x="202883" y="18256"/>
                  </a:cubicBezTo>
                  <a:cubicBezTo>
                    <a:pt x="205835" y="16089"/>
                    <a:pt x="208895" y="13851"/>
                    <a:pt x="212015" y="11672"/>
                  </a:cubicBezTo>
                  <a:cubicBezTo>
                    <a:pt x="219065" y="6740"/>
                    <a:pt x="230090" y="772"/>
                    <a:pt x="242173" y="772"/>
                  </a:cubicBezTo>
                  <a:cubicBezTo>
                    <a:pt x="250128" y="772"/>
                    <a:pt x="258541" y="3359"/>
                    <a:pt x="266581" y="10529"/>
                  </a:cubicBezTo>
                  <a:lnTo>
                    <a:pt x="266831" y="10255"/>
                  </a:lnTo>
                  <a:cubicBezTo>
                    <a:pt x="259528" y="3740"/>
                    <a:pt x="251234" y="461"/>
                    <a:pt x="242138" y="461"/>
                  </a:cubicBezTo>
                  <a:cubicBezTo>
                    <a:pt x="241209" y="461"/>
                    <a:pt x="240272" y="495"/>
                    <a:pt x="239328" y="563"/>
                  </a:cubicBezTo>
                  <a:cubicBezTo>
                    <a:pt x="230517" y="1206"/>
                    <a:pt x="220992" y="4945"/>
                    <a:pt x="211800" y="11374"/>
                  </a:cubicBezTo>
                  <a:cubicBezTo>
                    <a:pt x="208681" y="13553"/>
                    <a:pt x="205621" y="15791"/>
                    <a:pt x="202668" y="17958"/>
                  </a:cubicBezTo>
                  <a:cubicBezTo>
                    <a:pt x="187317" y="29187"/>
                    <a:pt x="172706" y="39865"/>
                    <a:pt x="153219" y="39865"/>
                  </a:cubicBezTo>
                  <a:cubicBezTo>
                    <a:pt x="150307" y="39865"/>
                    <a:pt x="147286" y="39627"/>
                    <a:pt x="144137" y="39116"/>
                  </a:cubicBezTo>
                  <a:cubicBezTo>
                    <a:pt x="129635" y="36770"/>
                    <a:pt x="119325" y="29472"/>
                    <a:pt x="108406" y="21745"/>
                  </a:cubicBezTo>
                  <a:cubicBezTo>
                    <a:pt x="101679" y="16982"/>
                    <a:pt x="94702" y="12053"/>
                    <a:pt x="86642" y="8350"/>
                  </a:cubicBezTo>
                  <a:cubicBezTo>
                    <a:pt x="75006" y="3014"/>
                    <a:pt x="60634" y="0"/>
                    <a:pt x="475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14"/>
            <p:cNvSpPr/>
            <p:nvPr/>
          </p:nvSpPr>
          <p:spPr>
            <a:xfrm>
              <a:off x="603625" y="2820875"/>
              <a:ext cx="6670225" cy="1052250"/>
            </a:xfrm>
            <a:custGeom>
              <a:rect b="b" l="l" r="r" t="t"/>
              <a:pathLst>
                <a:path extrusionOk="0" h="42090" w="266809">
                  <a:moveTo>
                    <a:pt x="46344" y="0"/>
                  </a:moveTo>
                  <a:cubicBezTo>
                    <a:pt x="44253" y="0"/>
                    <a:pt x="42198" y="80"/>
                    <a:pt x="40196" y="244"/>
                  </a:cubicBezTo>
                  <a:cubicBezTo>
                    <a:pt x="19218" y="1959"/>
                    <a:pt x="5692" y="5471"/>
                    <a:pt x="1" y="10686"/>
                  </a:cubicBezTo>
                  <a:lnTo>
                    <a:pt x="239" y="10948"/>
                  </a:lnTo>
                  <a:cubicBezTo>
                    <a:pt x="4120" y="7400"/>
                    <a:pt x="14193" y="2721"/>
                    <a:pt x="40220" y="601"/>
                  </a:cubicBezTo>
                  <a:cubicBezTo>
                    <a:pt x="42208" y="440"/>
                    <a:pt x="44249" y="360"/>
                    <a:pt x="46327" y="360"/>
                  </a:cubicBezTo>
                  <a:cubicBezTo>
                    <a:pt x="59706" y="360"/>
                    <a:pt x="74600" y="3646"/>
                    <a:pt x="86524" y="9376"/>
                  </a:cubicBezTo>
                  <a:cubicBezTo>
                    <a:pt x="94501" y="13198"/>
                    <a:pt x="101359" y="18234"/>
                    <a:pt x="107991" y="23104"/>
                  </a:cubicBezTo>
                  <a:cubicBezTo>
                    <a:pt x="118813" y="31046"/>
                    <a:pt x="129029" y="38546"/>
                    <a:pt x="143566" y="41166"/>
                  </a:cubicBezTo>
                  <a:cubicBezTo>
                    <a:pt x="147069" y="41797"/>
                    <a:pt x="150419" y="42090"/>
                    <a:pt x="153641" y="42090"/>
                  </a:cubicBezTo>
                  <a:cubicBezTo>
                    <a:pt x="172769" y="42090"/>
                    <a:pt x="187383" y="31783"/>
                    <a:pt x="202729" y="20961"/>
                  </a:cubicBezTo>
                  <a:cubicBezTo>
                    <a:pt x="205729" y="18854"/>
                    <a:pt x="208825" y="16663"/>
                    <a:pt x="211980" y="14543"/>
                  </a:cubicBezTo>
                  <a:cubicBezTo>
                    <a:pt x="218983" y="9825"/>
                    <a:pt x="229850" y="4171"/>
                    <a:pt x="241687" y="4171"/>
                  </a:cubicBezTo>
                  <a:cubicBezTo>
                    <a:pt x="249833" y="4171"/>
                    <a:pt x="258438" y="6849"/>
                    <a:pt x="266558" y="14353"/>
                  </a:cubicBezTo>
                  <a:lnTo>
                    <a:pt x="266808" y="14091"/>
                  </a:lnTo>
                  <a:cubicBezTo>
                    <a:pt x="259457" y="7303"/>
                    <a:pt x="251007" y="3862"/>
                    <a:pt x="241659" y="3862"/>
                  </a:cubicBezTo>
                  <a:cubicBezTo>
                    <a:pt x="240939" y="3862"/>
                    <a:pt x="240214" y="3882"/>
                    <a:pt x="239483" y="3923"/>
                  </a:cubicBezTo>
                  <a:cubicBezTo>
                    <a:pt x="230661" y="4411"/>
                    <a:pt x="221076" y="7971"/>
                    <a:pt x="211777" y="14246"/>
                  </a:cubicBezTo>
                  <a:cubicBezTo>
                    <a:pt x="208622" y="16365"/>
                    <a:pt x="205515" y="18556"/>
                    <a:pt x="202526" y="20663"/>
                  </a:cubicBezTo>
                  <a:cubicBezTo>
                    <a:pt x="187233" y="31450"/>
                    <a:pt x="172655" y="41722"/>
                    <a:pt x="153612" y="41722"/>
                  </a:cubicBezTo>
                  <a:cubicBezTo>
                    <a:pt x="150417" y="41722"/>
                    <a:pt x="147097" y="41433"/>
                    <a:pt x="143626" y="40809"/>
                  </a:cubicBezTo>
                  <a:cubicBezTo>
                    <a:pt x="129172" y="38201"/>
                    <a:pt x="118992" y="30724"/>
                    <a:pt x="108205" y="22806"/>
                  </a:cubicBezTo>
                  <a:cubicBezTo>
                    <a:pt x="101561" y="17925"/>
                    <a:pt x="94679" y="12877"/>
                    <a:pt x="86678" y="9043"/>
                  </a:cubicBezTo>
                  <a:cubicBezTo>
                    <a:pt x="74718" y="3305"/>
                    <a:pt x="59772" y="0"/>
                    <a:pt x="463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14"/>
            <p:cNvSpPr/>
            <p:nvPr/>
          </p:nvSpPr>
          <p:spPr>
            <a:xfrm>
              <a:off x="606025" y="2724425"/>
              <a:ext cx="6667825" cy="1099375"/>
            </a:xfrm>
            <a:custGeom>
              <a:rect b="b" l="l" r="r" t="t"/>
              <a:pathLst>
                <a:path extrusionOk="0" h="43975" w="266713">
                  <a:moveTo>
                    <a:pt x="45120" y="1"/>
                  </a:moveTo>
                  <a:cubicBezTo>
                    <a:pt x="43512" y="1"/>
                    <a:pt x="41927" y="50"/>
                    <a:pt x="40374" y="149"/>
                  </a:cubicBezTo>
                  <a:cubicBezTo>
                    <a:pt x="19372" y="1495"/>
                    <a:pt x="5787" y="4769"/>
                    <a:pt x="0" y="9889"/>
                  </a:cubicBezTo>
                  <a:lnTo>
                    <a:pt x="250" y="10150"/>
                  </a:lnTo>
                  <a:cubicBezTo>
                    <a:pt x="4191" y="6674"/>
                    <a:pt x="14335" y="2185"/>
                    <a:pt x="40410" y="518"/>
                  </a:cubicBezTo>
                  <a:cubicBezTo>
                    <a:pt x="41956" y="419"/>
                    <a:pt x="43534" y="370"/>
                    <a:pt x="45136" y="370"/>
                  </a:cubicBezTo>
                  <a:cubicBezTo>
                    <a:pt x="58853" y="370"/>
                    <a:pt x="74318" y="3961"/>
                    <a:pt x="86547" y="10091"/>
                  </a:cubicBezTo>
                  <a:cubicBezTo>
                    <a:pt x="94441" y="14044"/>
                    <a:pt x="101227" y="19211"/>
                    <a:pt x="107776" y="24188"/>
                  </a:cubicBezTo>
                  <a:cubicBezTo>
                    <a:pt x="118432" y="32332"/>
                    <a:pt x="128528" y="39999"/>
                    <a:pt x="143018" y="42869"/>
                  </a:cubicBezTo>
                  <a:cubicBezTo>
                    <a:pt x="146843" y="43627"/>
                    <a:pt x="150492" y="43975"/>
                    <a:pt x="153996" y="43975"/>
                  </a:cubicBezTo>
                  <a:cubicBezTo>
                    <a:pt x="172677" y="43975"/>
                    <a:pt x="187246" y="34086"/>
                    <a:pt x="202525" y="23700"/>
                  </a:cubicBezTo>
                  <a:cubicBezTo>
                    <a:pt x="205562" y="21640"/>
                    <a:pt x="208693" y="19509"/>
                    <a:pt x="211884" y="17449"/>
                  </a:cubicBezTo>
                  <a:cubicBezTo>
                    <a:pt x="218840" y="12936"/>
                    <a:pt x="229526" y="7594"/>
                    <a:pt x="241107" y="7594"/>
                  </a:cubicBezTo>
                  <a:cubicBezTo>
                    <a:pt x="249447" y="7594"/>
                    <a:pt x="258252" y="10365"/>
                    <a:pt x="266462" y="18211"/>
                  </a:cubicBezTo>
                  <a:lnTo>
                    <a:pt x="266712" y="17949"/>
                  </a:lnTo>
                  <a:cubicBezTo>
                    <a:pt x="259310" y="10864"/>
                    <a:pt x="250693" y="7276"/>
                    <a:pt x="241074" y="7276"/>
                  </a:cubicBezTo>
                  <a:cubicBezTo>
                    <a:pt x="240574" y="7276"/>
                    <a:pt x="240071" y="7285"/>
                    <a:pt x="239566" y="7305"/>
                  </a:cubicBezTo>
                  <a:cubicBezTo>
                    <a:pt x="230731" y="7638"/>
                    <a:pt x="221099" y="11043"/>
                    <a:pt x="211681" y="17139"/>
                  </a:cubicBezTo>
                  <a:cubicBezTo>
                    <a:pt x="208490" y="19211"/>
                    <a:pt x="205359" y="21342"/>
                    <a:pt x="202323" y="23402"/>
                  </a:cubicBezTo>
                  <a:cubicBezTo>
                    <a:pt x="187090" y="33751"/>
                    <a:pt x="172575" y="43610"/>
                    <a:pt x="153990" y="43610"/>
                  </a:cubicBezTo>
                  <a:cubicBezTo>
                    <a:pt x="150510" y="43610"/>
                    <a:pt x="146887" y="43265"/>
                    <a:pt x="143089" y="42512"/>
                  </a:cubicBezTo>
                  <a:cubicBezTo>
                    <a:pt x="128683" y="39654"/>
                    <a:pt x="118622" y="31998"/>
                    <a:pt x="107990" y="23902"/>
                  </a:cubicBezTo>
                  <a:cubicBezTo>
                    <a:pt x="101418" y="18913"/>
                    <a:pt x="94631" y="13734"/>
                    <a:pt x="86701" y="9758"/>
                  </a:cubicBezTo>
                  <a:cubicBezTo>
                    <a:pt x="74419" y="3595"/>
                    <a:pt x="58900" y="1"/>
                    <a:pt x="45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14"/>
            <p:cNvSpPr/>
            <p:nvPr/>
          </p:nvSpPr>
          <p:spPr>
            <a:xfrm>
              <a:off x="610775" y="2627700"/>
              <a:ext cx="6663075" cy="1147100"/>
            </a:xfrm>
            <a:custGeom>
              <a:rect b="b" l="l" r="r" t="t"/>
              <a:pathLst>
                <a:path extrusionOk="0" h="45884" w="266523">
                  <a:moveTo>
                    <a:pt x="43919" y="0"/>
                  </a:moveTo>
                  <a:cubicBezTo>
                    <a:pt x="42779" y="0"/>
                    <a:pt x="41652" y="26"/>
                    <a:pt x="40541" y="77"/>
                  </a:cubicBezTo>
                  <a:cubicBezTo>
                    <a:pt x="19515" y="1054"/>
                    <a:pt x="5870" y="4090"/>
                    <a:pt x="1" y="9102"/>
                  </a:cubicBezTo>
                  <a:lnTo>
                    <a:pt x="239" y="9376"/>
                  </a:lnTo>
                  <a:cubicBezTo>
                    <a:pt x="4227" y="5971"/>
                    <a:pt x="14467" y="1649"/>
                    <a:pt x="40553" y="434"/>
                  </a:cubicBezTo>
                  <a:cubicBezTo>
                    <a:pt x="41663" y="383"/>
                    <a:pt x="42788" y="357"/>
                    <a:pt x="43926" y="357"/>
                  </a:cubicBezTo>
                  <a:cubicBezTo>
                    <a:pt x="57980" y="357"/>
                    <a:pt x="73989" y="4252"/>
                    <a:pt x="86523" y="10817"/>
                  </a:cubicBezTo>
                  <a:cubicBezTo>
                    <a:pt x="94346" y="14912"/>
                    <a:pt x="101037" y="20187"/>
                    <a:pt x="107502" y="25283"/>
                  </a:cubicBezTo>
                  <a:cubicBezTo>
                    <a:pt x="118039" y="33593"/>
                    <a:pt x="127981" y="41451"/>
                    <a:pt x="142411" y="44571"/>
                  </a:cubicBezTo>
                  <a:cubicBezTo>
                    <a:pt x="146566" y="45473"/>
                    <a:pt x="150520" y="45883"/>
                    <a:pt x="154313" y="45883"/>
                  </a:cubicBezTo>
                  <a:cubicBezTo>
                    <a:pt x="172548" y="45883"/>
                    <a:pt x="187052" y="36397"/>
                    <a:pt x="202240" y="26461"/>
                  </a:cubicBezTo>
                  <a:cubicBezTo>
                    <a:pt x="205312" y="24449"/>
                    <a:pt x="208491" y="22378"/>
                    <a:pt x="211706" y="20365"/>
                  </a:cubicBezTo>
                  <a:cubicBezTo>
                    <a:pt x="218611" y="16054"/>
                    <a:pt x="229117" y="11007"/>
                    <a:pt x="240446" y="11007"/>
                  </a:cubicBezTo>
                  <a:cubicBezTo>
                    <a:pt x="248983" y="11007"/>
                    <a:pt x="257988" y="13873"/>
                    <a:pt x="266272" y="22080"/>
                  </a:cubicBezTo>
                  <a:lnTo>
                    <a:pt x="266522" y="21818"/>
                  </a:lnTo>
                  <a:cubicBezTo>
                    <a:pt x="259063" y="14429"/>
                    <a:pt x="250259" y="10690"/>
                    <a:pt x="240352" y="10690"/>
                  </a:cubicBezTo>
                  <a:cubicBezTo>
                    <a:pt x="240091" y="10690"/>
                    <a:pt x="239829" y="10692"/>
                    <a:pt x="239566" y="10698"/>
                  </a:cubicBezTo>
                  <a:cubicBezTo>
                    <a:pt x="230732" y="10876"/>
                    <a:pt x="221040" y="14115"/>
                    <a:pt x="211515" y="20056"/>
                  </a:cubicBezTo>
                  <a:cubicBezTo>
                    <a:pt x="208300" y="22068"/>
                    <a:pt x="205122" y="24152"/>
                    <a:pt x="202050" y="26152"/>
                  </a:cubicBezTo>
                  <a:cubicBezTo>
                    <a:pt x="186888" y="36065"/>
                    <a:pt x="172430" y="45521"/>
                    <a:pt x="154274" y="45521"/>
                  </a:cubicBezTo>
                  <a:cubicBezTo>
                    <a:pt x="150515" y="45521"/>
                    <a:pt x="146598" y="45116"/>
                    <a:pt x="142483" y="44226"/>
                  </a:cubicBezTo>
                  <a:cubicBezTo>
                    <a:pt x="128136" y="41118"/>
                    <a:pt x="118218" y="33284"/>
                    <a:pt x="107716" y="24997"/>
                  </a:cubicBezTo>
                  <a:cubicBezTo>
                    <a:pt x="101239" y="19889"/>
                    <a:pt x="94548" y="14603"/>
                    <a:pt x="86690" y="10495"/>
                  </a:cubicBezTo>
                  <a:cubicBezTo>
                    <a:pt x="74109" y="3907"/>
                    <a:pt x="58032" y="0"/>
                    <a:pt x="439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14"/>
            <p:cNvSpPr/>
            <p:nvPr/>
          </p:nvSpPr>
          <p:spPr>
            <a:xfrm>
              <a:off x="617325" y="2530375"/>
              <a:ext cx="6656525" cy="1195600"/>
            </a:xfrm>
            <a:custGeom>
              <a:rect b="b" l="l" r="r" t="t"/>
              <a:pathLst>
                <a:path extrusionOk="0" h="47824" w="266261">
                  <a:moveTo>
                    <a:pt x="42753" y="0"/>
                  </a:moveTo>
                  <a:cubicBezTo>
                    <a:pt x="42062" y="0"/>
                    <a:pt x="41376" y="10"/>
                    <a:pt x="40696" y="29"/>
                  </a:cubicBezTo>
                  <a:cubicBezTo>
                    <a:pt x="19646" y="637"/>
                    <a:pt x="5966" y="3435"/>
                    <a:pt x="1" y="8352"/>
                  </a:cubicBezTo>
                  <a:lnTo>
                    <a:pt x="227" y="8626"/>
                  </a:lnTo>
                  <a:cubicBezTo>
                    <a:pt x="4287" y="5292"/>
                    <a:pt x="14598" y="1149"/>
                    <a:pt x="40696" y="387"/>
                  </a:cubicBezTo>
                  <a:cubicBezTo>
                    <a:pt x="41375" y="367"/>
                    <a:pt x="42061" y="357"/>
                    <a:pt x="42751" y="357"/>
                  </a:cubicBezTo>
                  <a:cubicBezTo>
                    <a:pt x="57119" y="357"/>
                    <a:pt x="73684" y="4580"/>
                    <a:pt x="86476" y="11566"/>
                  </a:cubicBezTo>
                  <a:cubicBezTo>
                    <a:pt x="94239" y="15805"/>
                    <a:pt x="100823" y="21199"/>
                    <a:pt x="107193" y="26402"/>
                  </a:cubicBezTo>
                  <a:cubicBezTo>
                    <a:pt x="117587" y="34903"/>
                    <a:pt x="127397" y="42927"/>
                    <a:pt x="141768" y="46297"/>
                  </a:cubicBezTo>
                  <a:cubicBezTo>
                    <a:pt x="146242" y="47349"/>
                    <a:pt x="150491" y="47823"/>
                    <a:pt x="154562" y="47823"/>
                  </a:cubicBezTo>
                  <a:cubicBezTo>
                    <a:pt x="172376" y="47823"/>
                    <a:pt x="186800" y="38740"/>
                    <a:pt x="201919" y="29223"/>
                  </a:cubicBezTo>
                  <a:cubicBezTo>
                    <a:pt x="205014" y="27271"/>
                    <a:pt x="208229" y="25259"/>
                    <a:pt x="211479" y="23306"/>
                  </a:cubicBezTo>
                  <a:cubicBezTo>
                    <a:pt x="218321" y="19200"/>
                    <a:pt x="228632" y="14450"/>
                    <a:pt x="239705" y="14450"/>
                  </a:cubicBezTo>
                  <a:cubicBezTo>
                    <a:pt x="248443" y="14450"/>
                    <a:pt x="257655" y="17408"/>
                    <a:pt x="266010" y="25973"/>
                  </a:cubicBezTo>
                  <a:lnTo>
                    <a:pt x="266260" y="25711"/>
                  </a:lnTo>
                  <a:cubicBezTo>
                    <a:pt x="258758" y="18019"/>
                    <a:pt x="249789" y="14126"/>
                    <a:pt x="239600" y="14126"/>
                  </a:cubicBezTo>
                  <a:cubicBezTo>
                    <a:pt x="239569" y="14126"/>
                    <a:pt x="239538" y="14126"/>
                    <a:pt x="239507" y="14126"/>
                  </a:cubicBezTo>
                  <a:cubicBezTo>
                    <a:pt x="230672" y="14150"/>
                    <a:pt x="220921" y="17222"/>
                    <a:pt x="211301" y="22996"/>
                  </a:cubicBezTo>
                  <a:cubicBezTo>
                    <a:pt x="208038" y="24949"/>
                    <a:pt x="204824" y="26973"/>
                    <a:pt x="201728" y="28926"/>
                  </a:cubicBezTo>
                  <a:cubicBezTo>
                    <a:pt x="186657" y="38411"/>
                    <a:pt x="172266" y="47461"/>
                    <a:pt x="154532" y="47461"/>
                  </a:cubicBezTo>
                  <a:cubicBezTo>
                    <a:pt x="150494" y="47461"/>
                    <a:pt x="146283" y="46992"/>
                    <a:pt x="141852" y="45952"/>
                  </a:cubicBezTo>
                  <a:cubicBezTo>
                    <a:pt x="127564" y="42594"/>
                    <a:pt x="117777" y="34593"/>
                    <a:pt x="107431" y="26128"/>
                  </a:cubicBezTo>
                  <a:cubicBezTo>
                    <a:pt x="101037" y="20901"/>
                    <a:pt x="94441" y="15507"/>
                    <a:pt x="86654" y="11245"/>
                  </a:cubicBezTo>
                  <a:cubicBezTo>
                    <a:pt x="73804" y="4235"/>
                    <a:pt x="57180" y="0"/>
                    <a:pt x="427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14"/>
            <p:cNvSpPr/>
            <p:nvPr/>
          </p:nvSpPr>
          <p:spPr>
            <a:xfrm>
              <a:off x="625950" y="2432750"/>
              <a:ext cx="6647900" cy="1244800"/>
            </a:xfrm>
            <a:custGeom>
              <a:rect b="b" l="l" r="r" t="t"/>
              <a:pathLst>
                <a:path extrusionOk="0" h="49792" w="265916">
                  <a:moveTo>
                    <a:pt x="41667" y="0"/>
                  </a:moveTo>
                  <a:cubicBezTo>
                    <a:pt x="41386" y="0"/>
                    <a:pt x="41106" y="2"/>
                    <a:pt x="40827" y="5"/>
                  </a:cubicBezTo>
                  <a:cubicBezTo>
                    <a:pt x="19777" y="243"/>
                    <a:pt x="6049" y="2803"/>
                    <a:pt x="1" y="7613"/>
                  </a:cubicBezTo>
                  <a:lnTo>
                    <a:pt x="227" y="7899"/>
                  </a:lnTo>
                  <a:cubicBezTo>
                    <a:pt x="4335" y="4625"/>
                    <a:pt x="14717" y="672"/>
                    <a:pt x="40827" y="362"/>
                  </a:cubicBezTo>
                  <a:cubicBezTo>
                    <a:pt x="41089" y="360"/>
                    <a:pt x="41350" y="358"/>
                    <a:pt x="41613" y="358"/>
                  </a:cubicBezTo>
                  <a:cubicBezTo>
                    <a:pt x="56276" y="358"/>
                    <a:pt x="73363" y="4913"/>
                    <a:pt x="86405" y="12340"/>
                  </a:cubicBezTo>
                  <a:cubicBezTo>
                    <a:pt x="94096" y="16710"/>
                    <a:pt x="100585" y="22210"/>
                    <a:pt x="106871" y="27532"/>
                  </a:cubicBezTo>
                  <a:cubicBezTo>
                    <a:pt x="117111" y="36212"/>
                    <a:pt x="126779" y="44404"/>
                    <a:pt x="141078" y="48035"/>
                  </a:cubicBezTo>
                  <a:cubicBezTo>
                    <a:pt x="145866" y="49249"/>
                    <a:pt x="150405" y="49792"/>
                    <a:pt x="154753" y="49792"/>
                  </a:cubicBezTo>
                  <a:cubicBezTo>
                    <a:pt x="172149" y="49792"/>
                    <a:pt x="186490" y="41108"/>
                    <a:pt x="201502" y="32021"/>
                  </a:cubicBezTo>
                  <a:cubicBezTo>
                    <a:pt x="204645" y="30116"/>
                    <a:pt x="207884" y="28152"/>
                    <a:pt x="211182" y="26258"/>
                  </a:cubicBezTo>
                  <a:cubicBezTo>
                    <a:pt x="217949" y="22353"/>
                    <a:pt x="228064" y="17884"/>
                    <a:pt x="238884" y="17884"/>
                  </a:cubicBezTo>
                  <a:cubicBezTo>
                    <a:pt x="247824" y="17884"/>
                    <a:pt x="257244" y="20936"/>
                    <a:pt x="265653" y="29878"/>
                  </a:cubicBezTo>
                  <a:lnTo>
                    <a:pt x="265915" y="29628"/>
                  </a:lnTo>
                  <a:cubicBezTo>
                    <a:pt x="258521" y="21770"/>
                    <a:pt x="249592" y="17722"/>
                    <a:pt x="239364" y="17567"/>
                  </a:cubicBezTo>
                  <a:cubicBezTo>
                    <a:pt x="239173" y="17564"/>
                    <a:pt x="238981" y="17563"/>
                    <a:pt x="238788" y="17563"/>
                  </a:cubicBezTo>
                  <a:cubicBezTo>
                    <a:pt x="230104" y="17563"/>
                    <a:pt x="220508" y="20451"/>
                    <a:pt x="211003" y="25937"/>
                  </a:cubicBezTo>
                  <a:cubicBezTo>
                    <a:pt x="207717" y="27842"/>
                    <a:pt x="204467" y="29807"/>
                    <a:pt x="201336" y="31700"/>
                  </a:cubicBezTo>
                  <a:cubicBezTo>
                    <a:pt x="186364" y="40762"/>
                    <a:pt x="172056" y="49421"/>
                    <a:pt x="154743" y="49421"/>
                  </a:cubicBezTo>
                  <a:cubicBezTo>
                    <a:pt x="150426" y="49421"/>
                    <a:pt x="145921" y="48883"/>
                    <a:pt x="141173" y="47678"/>
                  </a:cubicBezTo>
                  <a:cubicBezTo>
                    <a:pt x="126945" y="44082"/>
                    <a:pt x="117301" y="35903"/>
                    <a:pt x="107098" y="27259"/>
                  </a:cubicBezTo>
                  <a:cubicBezTo>
                    <a:pt x="100799" y="21925"/>
                    <a:pt x="94298" y="16412"/>
                    <a:pt x="86583" y="12031"/>
                  </a:cubicBezTo>
                  <a:cubicBezTo>
                    <a:pt x="73509" y="4577"/>
                    <a:pt x="56377" y="0"/>
                    <a:pt x="416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14"/>
            <p:cNvSpPr/>
            <p:nvPr/>
          </p:nvSpPr>
          <p:spPr>
            <a:xfrm>
              <a:off x="636675" y="2334800"/>
              <a:ext cx="6637450" cy="1294425"/>
            </a:xfrm>
            <a:custGeom>
              <a:rect b="b" l="l" r="r" t="t"/>
              <a:pathLst>
                <a:path extrusionOk="0" h="51777" w="265498">
                  <a:moveTo>
                    <a:pt x="39287" y="1"/>
                  </a:moveTo>
                  <a:cubicBezTo>
                    <a:pt x="19177" y="1"/>
                    <a:pt x="5968" y="2322"/>
                    <a:pt x="0" y="6900"/>
                  </a:cubicBezTo>
                  <a:lnTo>
                    <a:pt x="227" y="7186"/>
                  </a:lnTo>
                  <a:cubicBezTo>
                    <a:pt x="4311" y="4047"/>
                    <a:pt x="14422" y="359"/>
                    <a:pt x="39404" y="359"/>
                  </a:cubicBezTo>
                  <a:cubicBezTo>
                    <a:pt x="39912" y="359"/>
                    <a:pt x="40426" y="360"/>
                    <a:pt x="40946" y="363"/>
                  </a:cubicBezTo>
                  <a:cubicBezTo>
                    <a:pt x="55781" y="447"/>
                    <a:pt x="73164" y="5340"/>
                    <a:pt x="86309" y="13127"/>
                  </a:cubicBezTo>
                  <a:cubicBezTo>
                    <a:pt x="93917" y="17639"/>
                    <a:pt x="100311" y="23247"/>
                    <a:pt x="106502" y="28676"/>
                  </a:cubicBezTo>
                  <a:cubicBezTo>
                    <a:pt x="116586" y="37535"/>
                    <a:pt x="126111" y="45905"/>
                    <a:pt x="140363" y="49774"/>
                  </a:cubicBezTo>
                  <a:cubicBezTo>
                    <a:pt x="145461" y="51162"/>
                    <a:pt x="150287" y="51777"/>
                    <a:pt x="154911" y="51777"/>
                  </a:cubicBezTo>
                  <a:cubicBezTo>
                    <a:pt x="171899" y="51777"/>
                    <a:pt x="186153" y="43484"/>
                    <a:pt x="201061" y="34808"/>
                  </a:cubicBezTo>
                  <a:cubicBezTo>
                    <a:pt x="204228" y="32963"/>
                    <a:pt x="207503" y="31058"/>
                    <a:pt x="210836" y="29212"/>
                  </a:cubicBezTo>
                  <a:cubicBezTo>
                    <a:pt x="217522" y="25512"/>
                    <a:pt x="227422" y="21326"/>
                    <a:pt x="237978" y="21326"/>
                  </a:cubicBezTo>
                  <a:cubicBezTo>
                    <a:pt x="247122" y="21326"/>
                    <a:pt x="256758" y="24467"/>
                    <a:pt x="265224" y="33784"/>
                  </a:cubicBezTo>
                  <a:lnTo>
                    <a:pt x="265498" y="33546"/>
                  </a:lnTo>
                  <a:cubicBezTo>
                    <a:pt x="258247" y="25569"/>
                    <a:pt x="249377" y="21354"/>
                    <a:pt x="239149" y="21033"/>
                  </a:cubicBezTo>
                  <a:cubicBezTo>
                    <a:pt x="238730" y="21019"/>
                    <a:pt x="238308" y="21012"/>
                    <a:pt x="237884" y="21012"/>
                  </a:cubicBezTo>
                  <a:cubicBezTo>
                    <a:pt x="229391" y="21012"/>
                    <a:pt x="220013" y="23731"/>
                    <a:pt x="210658" y="28903"/>
                  </a:cubicBezTo>
                  <a:cubicBezTo>
                    <a:pt x="207324" y="30748"/>
                    <a:pt x="204050" y="32653"/>
                    <a:pt x="200871" y="34498"/>
                  </a:cubicBezTo>
                  <a:cubicBezTo>
                    <a:pt x="186013" y="43140"/>
                    <a:pt x="171810" y="51406"/>
                    <a:pt x="154899" y="51406"/>
                  </a:cubicBezTo>
                  <a:cubicBezTo>
                    <a:pt x="150304" y="51406"/>
                    <a:pt x="145509" y="50796"/>
                    <a:pt x="140447" y="49417"/>
                  </a:cubicBezTo>
                  <a:cubicBezTo>
                    <a:pt x="126290" y="45571"/>
                    <a:pt x="116789" y="37237"/>
                    <a:pt x="106740" y="28402"/>
                  </a:cubicBezTo>
                  <a:cubicBezTo>
                    <a:pt x="100537" y="22961"/>
                    <a:pt x="94131" y="17342"/>
                    <a:pt x="86499" y="12817"/>
                  </a:cubicBezTo>
                  <a:cubicBezTo>
                    <a:pt x="73295" y="4995"/>
                    <a:pt x="55841" y="89"/>
                    <a:pt x="40958" y="6"/>
                  </a:cubicBezTo>
                  <a:cubicBezTo>
                    <a:pt x="40396" y="3"/>
                    <a:pt x="39839" y="1"/>
                    <a:pt x="392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14"/>
            <p:cNvSpPr/>
            <p:nvPr/>
          </p:nvSpPr>
          <p:spPr>
            <a:xfrm>
              <a:off x="649475" y="2235200"/>
              <a:ext cx="6624950" cy="1345700"/>
            </a:xfrm>
            <a:custGeom>
              <a:rect b="b" l="l" r="r" t="t"/>
              <a:pathLst>
                <a:path extrusionOk="0" h="53828" w="264998">
                  <a:moveTo>
                    <a:pt x="35160" y="0"/>
                  </a:moveTo>
                  <a:cubicBezTo>
                    <a:pt x="17419" y="0"/>
                    <a:pt x="5602" y="2101"/>
                    <a:pt x="0" y="6240"/>
                  </a:cubicBezTo>
                  <a:lnTo>
                    <a:pt x="215" y="6538"/>
                  </a:lnTo>
                  <a:cubicBezTo>
                    <a:pt x="4112" y="3654"/>
                    <a:pt x="13403" y="362"/>
                    <a:pt x="35411" y="362"/>
                  </a:cubicBezTo>
                  <a:cubicBezTo>
                    <a:pt x="37206" y="362"/>
                    <a:pt x="39085" y="384"/>
                    <a:pt x="41053" y="430"/>
                  </a:cubicBezTo>
                  <a:cubicBezTo>
                    <a:pt x="55876" y="787"/>
                    <a:pt x="73176" y="5978"/>
                    <a:pt x="86202" y="13979"/>
                  </a:cubicBezTo>
                  <a:cubicBezTo>
                    <a:pt x="93726" y="18623"/>
                    <a:pt x="100025" y="24350"/>
                    <a:pt x="106109" y="29886"/>
                  </a:cubicBezTo>
                  <a:cubicBezTo>
                    <a:pt x="116039" y="38911"/>
                    <a:pt x="125421" y="47436"/>
                    <a:pt x="139601" y="51567"/>
                  </a:cubicBezTo>
                  <a:cubicBezTo>
                    <a:pt x="145004" y="53139"/>
                    <a:pt x="150116" y="53827"/>
                    <a:pt x="155015" y="53827"/>
                  </a:cubicBezTo>
                  <a:cubicBezTo>
                    <a:pt x="171610" y="53827"/>
                    <a:pt x="185768" y="45925"/>
                    <a:pt x="200549" y="37661"/>
                  </a:cubicBezTo>
                  <a:cubicBezTo>
                    <a:pt x="203752" y="35875"/>
                    <a:pt x="207062" y="34030"/>
                    <a:pt x="210420" y="32244"/>
                  </a:cubicBezTo>
                  <a:cubicBezTo>
                    <a:pt x="217020" y="28737"/>
                    <a:pt x="226700" y="24823"/>
                    <a:pt x="236995" y="24823"/>
                  </a:cubicBezTo>
                  <a:cubicBezTo>
                    <a:pt x="246347" y="24823"/>
                    <a:pt x="256206" y="28053"/>
                    <a:pt x="264724" y="37756"/>
                  </a:cubicBezTo>
                  <a:lnTo>
                    <a:pt x="264998" y="37518"/>
                  </a:lnTo>
                  <a:cubicBezTo>
                    <a:pt x="257890" y="29422"/>
                    <a:pt x="249103" y="25052"/>
                    <a:pt x="238887" y="24552"/>
                  </a:cubicBezTo>
                  <a:cubicBezTo>
                    <a:pt x="238234" y="24520"/>
                    <a:pt x="237575" y="24503"/>
                    <a:pt x="236910" y="24503"/>
                  </a:cubicBezTo>
                  <a:cubicBezTo>
                    <a:pt x="228589" y="24503"/>
                    <a:pt x="219426" y="27049"/>
                    <a:pt x="210253" y="31922"/>
                  </a:cubicBezTo>
                  <a:cubicBezTo>
                    <a:pt x="206883" y="33708"/>
                    <a:pt x="203574" y="35565"/>
                    <a:pt x="200371" y="37351"/>
                  </a:cubicBezTo>
                  <a:cubicBezTo>
                    <a:pt x="185637" y="45583"/>
                    <a:pt x="171528" y="53466"/>
                    <a:pt x="155004" y="53466"/>
                  </a:cubicBezTo>
                  <a:cubicBezTo>
                    <a:pt x="150137" y="53466"/>
                    <a:pt x="145060" y="52782"/>
                    <a:pt x="139696" y="51222"/>
                  </a:cubicBezTo>
                  <a:cubicBezTo>
                    <a:pt x="125599" y="47114"/>
                    <a:pt x="116253" y="38613"/>
                    <a:pt x="106359" y="29612"/>
                  </a:cubicBezTo>
                  <a:cubicBezTo>
                    <a:pt x="100251" y="24064"/>
                    <a:pt x="93941" y="18325"/>
                    <a:pt x="86392" y="13682"/>
                  </a:cubicBezTo>
                  <a:cubicBezTo>
                    <a:pt x="73331" y="5633"/>
                    <a:pt x="55960" y="418"/>
                    <a:pt x="41077" y="73"/>
                  </a:cubicBezTo>
                  <a:cubicBezTo>
                    <a:pt x="39037" y="25"/>
                    <a:pt x="37064" y="0"/>
                    <a:pt x="35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14"/>
            <p:cNvSpPr/>
            <p:nvPr/>
          </p:nvSpPr>
          <p:spPr>
            <a:xfrm>
              <a:off x="664050" y="2134250"/>
              <a:ext cx="6610375" cy="1399125"/>
            </a:xfrm>
            <a:custGeom>
              <a:rect b="b" l="l" r="r" t="t"/>
              <a:pathLst>
                <a:path extrusionOk="0" h="55965" w="264415">
                  <a:moveTo>
                    <a:pt x="31658" y="1"/>
                  </a:moveTo>
                  <a:cubicBezTo>
                    <a:pt x="15910" y="1"/>
                    <a:pt x="5285" y="1898"/>
                    <a:pt x="1" y="5671"/>
                  </a:cubicBezTo>
                  <a:lnTo>
                    <a:pt x="215" y="5968"/>
                  </a:lnTo>
                  <a:cubicBezTo>
                    <a:pt x="3941" y="3311"/>
                    <a:pt x="12454" y="374"/>
                    <a:pt x="31865" y="374"/>
                  </a:cubicBezTo>
                  <a:cubicBezTo>
                    <a:pt x="34721" y="374"/>
                    <a:pt x="37813" y="437"/>
                    <a:pt x="41161" y="575"/>
                  </a:cubicBezTo>
                  <a:cubicBezTo>
                    <a:pt x="55972" y="1182"/>
                    <a:pt x="73177" y="6671"/>
                    <a:pt x="86047" y="14910"/>
                  </a:cubicBezTo>
                  <a:cubicBezTo>
                    <a:pt x="93489" y="19684"/>
                    <a:pt x="99692" y="25518"/>
                    <a:pt x="105681" y="31162"/>
                  </a:cubicBezTo>
                  <a:cubicBezTo>
                    <a:pt x="115456" y="40365"/>
                    <a:pt x="124683" y="49045"/>
                    <a:pt x="138792" y="53427"/>
                  </a:cubicBezTo>
                  <a:cubicBezTo>
                    <a:pt x="144499" y="55196"/>
                    <a:pt x="149895" y="55964"/>
                    <a:pt x="155070" y="55964"/>
                  </a:cubicBezTo>
                  <a:cubicBezTo>
                    <a:pt x="171272" y="55964"/>
                    <a:pt x="185312" y="48439"/>
                    <a:pt x="199966" y="40580"/>
                  </a:cubicBezTo>
                  <a:cubicBezTo>
                    <a:pt x="203205" y="38853"/>
                    <a:pt x="206539" y="37056"/>
                    <a:pt x="209932" y="35329"/>
                  </a:cubicBezTo>
                  <a:cubicBezTo>
                    <a:pt x="216438" y="32021"/>
                    <a:pt x="225885" y="28376"/>
                    <a:pt x="235908" y="28376"/>
                  </a:cubicBezTo>
                  <a:cubicBezTo>
                    <a:pt x="245474" y="28376"/>
                    <a:pt x="255565" y="31695"/>
                    <a:pt x="264129" y="41794"/>
                  </a:cubicBezTo>
                  <a:lnTo>
                    <a:pt x="264415" y="41568"/>
                  </a:lnTo>
                  <a:cubicBezTo>
                    <a:pt x="257438" y="33341"/>
                    <a:pt x="248734" y="28828"/>
                    <a:pt x="238519" y="28138"/>
                  </a:cubicBezTo>
                  <a:cubicBezTo>
                    <a:pt x="237634" y="28078"/>
                    <a:pt x="236737" y="28048"/>
                    <a:pt x="235830" y="28048"/>
                  </a:cubicBezTo>
                  <a:cubicBezTo>
                    <a:pt x="227710" y="28048"/>
                    <a:pt x="218762" y="30434"/>
                    <a:pt x="209765" y="35008"/>
                  </a:cubicBezTo>
                  <a:cubicBezTo>
                    <a:pt x="206372" y="36734"/>
                    <a:pt x="203026" y="38532"/>
                    <a:pt x="199800" y="40258"/>
                  </a:cubicBezTo>
                  <a:cubicBezTo>
                    <a:pt x="185191" y="48086"/>
                    <a:pt x="171191" y="55586"/>
                    <a:pt x="155054" y="55586"/>
                  </a:cubicBezTo>
                  <a:cubicBezTo>
                    <a:pt x="149912" y="55586"/>
                    <a:pt x="144552" y="54824"/>
                    <a:pt x="138887" y="53069"/>
                  </a:cubicBezTo>
                  <a:cubicBezTo>
                    <a:pt x="124862" y="48724"/>
                    <a:pt x="115658" y="40068"/>
                    <a:pt x="105931" y="30900"/>
                  </a:cubicBezTo>
                  <a:cubicBezTo>
                    <a:pt x="99918" y="25245"/>
                    <a:pt x="93715" y="19387"/>
                    <a:pt x="86238" y="14612"/>
                  </a:cubicBezTo>
                  <a:cubicBezTo>
                    <a:pt x="73320" y="6337"/>
                    <a:pt x="56055" y="813"/>
                    <a:pt x="41173" y="206"/>
                  </a:cubicBezTo>
                  <a:cubicBezTo>
                    <a:pt x="37818" y="69"/>
                    <a:pt x="34646" y="1"/>
                    <a:pt x="316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351" name="Google Shape;351;p14"/>
          <p:cNvPicPr preferRelativeResize="0"/>
          <p:nvPr/>
        </p:nvPicPr>
        <p:blipFill rotWithShape="1">
          <a:blip r:embed="rId3">
            <a:alphaModFix/>
          </a:blip>
          <a:srcRect b="709" l="0" r="0" t="699"/>
          <a:stretch/>
        </p:blipFill>
        <p:spPr>
          <a:xfrm flipH="1">
            <a:off x="619461" y="1353750"/>
            <a:ext cx="427751" cy="404648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14"/>
          <p:cNvSpPr txBox="1"/>
          <p:nvPr>
            <p:ph type="title"/>
          </p:nvPr>
        </p:nvSpPr>
        <p:spPr>
          <a:xfrm>
            <a:off x="1458150" y="3121600"/>
            <a:ext cx="6227700" cy="5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3" name="Google Shape;353;p14"/>
          <p:cNvSpPr txBox="1"/>
          <p:nvPr>
            <p:ph idx="1" type="subTitle"/>
          </p:nvPr>
        </p:nvSpPr>
        <p:spPr>
          <a:xfrm>
            <a:off x="1458150" y="1602725"/>
            <a:ext cx="6227700" cy="141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3_2_1"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6" name="Google Shape;356;p15"/>
          <p:cNvGrpSpPr/>
          <p:nvPr/>
        </p:nvGrpSpPr>
        <p:grpSpPr>
          <a:xfrm rot="-2699504">
            <a:off x="6673633" y="4030119"/>
            <a:ext cx="3269612" cy="1022714"/>
            <a:chOff x="603050" y="2134250"/>
            <a:chExt cx="6671375" cy="1887675"/>
          </a:xfrm>
        </p:grpSpPr>
        <p:sp>
          <p:nvSpPr>
            <p:cNvPr id="357" name="Google Shape;357;p15"/>
            <p:cNvSpPr/>
            <p:nvPr/>
          </p:nvSpPr>
          <p:spPr>
            <a:xfrm>
              <a:off x="608100" y="2949275"/>
              <a:ext cx="6665750" cy="1072650"/>
            </a:xfrm>
            <a:custGeom>
              <a:rect b="b" l="l" r="r" t="t"/>
              <a:pathLst>
                <a:path extrusionOk="0" h="42906" w="266630">
                  <a:moveTo>
                    <a:pt x="242926" y="0"/>
                  </a:moveTo>
                  <a:cubicBezTo>
                    <a:pt x="241564" y="0"/>
                    <a:pt x="240185" y="76"/>
                    <a:pt x="238792" y="228"/>
                  </a:cubicBezTo>
                  <a:cubicBezTo>
                    <a:pt x="230005" y="1168"/>
                    <a:pt x="220635" y="5240"/>
                    <a:pt x="211670" y="11979"/>
                  </a:cubicBezTo>
                  <a:cubicBezTo>
                    <a:pt x="208634" y="14265"/>
                    <a:pt x="205645" y="16611"/>
                    <a:pt x="202764" y="18885"/>
                  </a:cubicBezTo>
                  <a:cubicBezTo>
                    <a:pt x="187340" y="31016"/>
                    <a:pt x="172685" y="42543"/>
                    <a:pt x="152232" y="42543"/>
                  </a:cubicBezTo>
                  <a:cubicBezTo>
                    <a:pt x="149902" y="42543"/>
                    <a:pt x="147497" y="42394"/>
                    <a:pt x="145007" y="42078"/>
                  </a:cubicBezTo>
                  <a:cubicBezTo>
                    <a:pt x="130433" y="40233"/>
                    <a:pt x="119873" y="33291"/>
                    <a:pt x="108693" y="25957"/>
                  </a:cubicBezTo>
                  <a:cubicBezTo>
                    <a:pt x="101799" y="21433"/>
                    <a:pt x="94667" y="16754"/>
                    <a:pt x="86476" y="13337"/>
                  </a:cubicBezTo>
                  <a:cubicBezTo>
                    <a:pt x="75578" y="8791"/>
                    <a:pt x="62424" y="6298"/>
                    <a:pt x="50215" y="6298"/>
                  </a:cubicBezTo>
                  <a:cubicBezTo>
                    <a:pt x="46564" y="6298"/>
                    <a:pt x="42997" y="6521"/>
                    <a:pt x="39601" y="6979"/>
                  </a:cubicBezTo>
                  <a:cubicBezTo>
                    <a:pt x="18729" y="9788"/>
                    <a:pt x="5418" y="14003"/>
                    <a:pt x="0" y="19504"/>
                  </a:cubicBezTo>
                  <a:lnTo>
                    <a:pt x="262" y="19766"/>
                  </a:lnTo>
                  <a:cubicBezTo>
                    <a:pt x="3941" y="16015"/>
                    <a:pt x="13764" y="10824"/>
                    <a:pt x="39648" y="7348"/>
                  </a:cubicBezTo>
                  <a:cubicBezTo>
                    <a:pt x="43028" y="6893"/>
                    <a:pt x="46578" y="6672"/>
                    <a:pt x="50211" y="6672"/>
                  </a:cubicBezTo>
                  <a:cubicBezTo>
                    <a:pt x="62374" y="6672"/>
                    <a:pt x="75481" y="9153"/>
                    <a:pt x="86345" y="13682"/>
                  </a:cubicBezTo>
                  <a:cubicBezTo>
                    <a:pt x="94500" y="17075"/>
                    <a:pt x="101620" y="21742"/>
                    <a:pt x="108502" y="26255"/>
                  </a:cubicBezTo>
                  <a:cubicBezTo>
                    <a:pt x="119718" y="33625"/>
                    <a:pt x="130314" y="40578"/>
                    <a:pt x="144959" y="42435"/>
                  </a:cubicBezTo>
                  <a:cubicBezTo>
                    <a:pt x="147474" y="42754"/>
                    <a:pt x="149902" y="42906"/>
                    <a:pt x="152253" y="42906"/>
                  </a:cubicBezTo>
                  <a:cubicBezTo>
                    <a:pt x="172815" y="42906"/>
                    <a:pt x="187519" y="31340"/>
                    <a:pt x="202990" y="19171"/>
                  </a:cubicBezTo>
                  <a:cubicBezTo>
                    <a:pt x="205871" y="16908"/>
                    <a:pt x="208860" y="14563"/>
                    <a:pt x="211896" y="12277"/>
                  </a:cubicBezTo>
                  <a:cubicBezTo>
                    <a:pt x="219006" y="6920"/>
                    <a:pt x="230335" y="312"/>
                    <a:pt x="242921" y="312"/>
                  </a:cubicBezTo>
                  <a:cubicBezTo>
                    <a:pt x="250504" y="312"/>
                    <a:pt x="258543" y="2711"/>
                    <a:pt x="266391" y="9229"/>
                  </a:cubicBezTo>
                  <a:lnTo>
                    <a:pt x="266629" y="8943"/>
                  </a:lnTo>
                  <a:cubicBezTo>
                    <a:pt x="259467" y="3004"/>
                    <a:pt x="251508" y="0"/>
                    <a:pt x="2429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15"/>
            <p:cNvSpPr/>
            <p:nvPr/>
          </p:nvSpPr>
          <p:spPr>
            <a:xfrm>
              <a:off x="604525" y="2938825"/>
              <a:ext cx="6669025" cy="1033425"/>
            </a:xfrm>
            <a:custGeom>
              <a:rect b="b" l="l" r="r" t="t"/>
              <a:pathLst>
                <a:path extrusionOk="0" h="41337" w="266761">
                  <a:moveTo>
                    <a:pt x="242560" y="0"/>
                  </a:moveTo>
                  <a:cubicBezTo>
                    <a:pt x="241419" y="0"/>
                    <a:pt x="240266" y="53"/>
                    <a:pt x="239102" y="158"/>
                  </a:cubicBezTo>
                  <a:cubicBezTo>
                    <a:pt x="230303" y="955"/>
                    <a:pt x="220850" y="4861"/>
                    <a:pt x="211765" y="11445"/>
                  </a:cubicBezTo>
                  <a:cubicBezTo>
                    <a:pt x="208693" y="13683"/>
                    <a:pt x="205669" y="15969"/>
                    <a:pt x="202752" y="18184"/>
                  </a:cubicBezTo>
                  <a:cubicBezTo>
                    <a:pt x="187359" y="29863"/>
                    <a:pt x="172728" y="40966"/>
                    <a:pt x="152762" y="40966"/>
                  </a:cubicBezTo>
                  <a:cubicBezTo>
                    <a:pt x="150135" y="40966"/>
                    <a:pt x="147416" y="40773"/>
                    <a:pt x="144590" y="40365"/>
                  </a:cubicBezTo>
                  <a:cubicBezTo>
                    <a:pt x="130064" y="38269"/>
                    <a:pt x="119623" y="31150"/>
                    <a:pt x="108574" y="23613"/>
                  </a:cubicBezTo>
                  <a:cubicBezTo>
                    <a:pt x="101751" y="18969"/>
                    <a:pt x="94703" y="14171"/>
                    <a:pt x="86571" y="10611"/>
                  </a:cubicBezTo>
                  <a:cubicBezTo>
                    <a:pt x="75309" y="5677"/>
                    <a:pt x="61560" y="2931"/>
                    <a:pt x="48931" y="2931"/>
                  </a:cubicBezTo>
                  <a:cubicBezTo>
                    <a:pt x="45806" y="2931"/>
                    <a:pt x="42749" y="3099"/>
                    <a:pt x="39815" y="3444"/>
                  </a:cubicBezTo>
                  <a:cubicBezTo>
                    <a:pt x="18908" y="5885"/>
                    <a:pt x="5513" y="9861"/>
                    <a:pt x="1" y="15279"/>
                  </a:cubicBezTo>
                  <a:lnTo>
                    <a:pt x="251" y="15529"/>
                  </a:lnTo>
                  <a:cubicBezTo>
                    <a:pt x="4001" y="11850"/>
                    <a:pt x="13919" y="6825"/>
                    <a:pt x="39851" y="3801"/>
                  </a:cubicBezTo>
                  <a:cubicBezTo>
                    <a:pt x="42768" y="3459"/>
                    <a:pt x="45807" y="3292"/>
                    <a:pt x="48914" y="3292"/>
                  </a:cubicBezTo>
                  <a:cubicBezTo>
                    <a:pt x="61497" y="3292"/>
                    <a:pt x="75199" y="6027"/>
                    <a:pt x="86428" y="10945"/>
                  </a:cubicBezTo>
                  <a:cubicBezTo>
                    <a:pt x="94524" y="14493"/>
                    <a:pt x="101561" y="19279"/>
                    <a:pt x="108359" y="23922"/>
                  </a:cubicBezTo>
                  <a:cubicBezTo>
                    <a:pt x="119456" y="31471"/>
                    <a:pt x="129922" y="38615"/>
                    <a:pt x="144542" y="40734"/>
                  </a:cubicBezTo>
                  <a:cubicBezTo>
                    <a:pt x="147384" y="41144"/>
                    <a:pt x="150118" y="41337"/>
                    <a:pt x="152759" y="41337"/>
                  </a:cubicBezTo>
                  <a:cubicBezTo>
                    <a:pt x="172836" y="41337"/>
                    <a:pt x="187520" y="30193"/>
                    <a:pt x="202966" y="18481"/>
                  </a:cubicBezTo>
                  <a:cubicBezTo>
                    <a:pt x="205883" y="16267"/>
                    <a:pt x="208908" y="13969"/>
                    <a:pt x="211979" y="11742"/>
                  </a:cubicBezTo>
                  <a:cubicBezTo>
                    <a:pt x="219066" y="6599"/>
                    <a:pt x="230260" y="308"/>
                    <a:pt x="242600" y="308"/>
                  </a:cubicBezTo>
                  <a:cubicBezTo>
                    <a:pt x="250370" y="308"/>
                    <a:pt x="258594" y="2802"/>
                    <a:pt x="266534" y="9647"/>
                  </a:cubicBezTo>
                  <a:lnTo>
                    <a:pt x="266760" y="9373"/>
                  </a:lnTo>
                  <a:cubicBezTo>
                    <a:pt x="259527" y="3141"/>
                    <a:pt x="251396" y="0"/>
                    <a:pt x="242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15"/>
            <p:cNvSpPr/>
            <p:nvPr/>
          </p:nvSpPr>
          <p:spPr>
            <a:xfrm>
              <a:off x="603050" y="2916775"/>
              <a:ext cx="6670800" cy="1005800"/>
            </a:xfrm>
            <a:custGeom>
              <a:rect b="b" l="l" r="r" t="t"/>
              <a:pathLst>
                <a:path extrusionOk="0" h="40232" w="266832">
                  <a:moveTo>
                    <a:pt x="47581" y="0"/>
                  </a:moveTo>
                  <a:cubicBezTo>
                    <a:pt x="44993" y="0"/>
                    <a:pt x="42457" y="119"/>
                    <a:pt x="40005" y="361"/>
                  </a:cubicBezTo>
                  <a:cubicBezTo>
                    <a:pt x="19062" y="2445"/>
                    <a:pt x="5608" y="6183"/>
                    <a:pt x="0" y="11505"/>
                  </a:cubicBezTo>
                  <a:lnTo>
                    <a:pt x="250" y="11767"/>
                  </a:lnTo>
                  <a:cubicBezTo>
                    <a:pt x="4060" y="8148"/>
                    <a:pt x="14061" y="3302"/>
                    <a:pt x="40041" y="730"/>
                  </a:cubicBezTo>
                  <a:cubicBezTo>
                    <a:pt x="42490" y="487"/>
                    <a:pt x="45023" y="368"/>
                    <a:pt x="47608" y="368"/>
                  </a:cubicBezTo>
                  <a:cubicBezTo>
                    <a:pt x="60603" y="368"/>
                    <a:pt x="74908" y="3370"/>
                    <a:pt x="86487" y="8683"/>
                  </a:cubicBezTo>
                  <a:cubicBezTo>
                    <a:pt x="94524" y="12362"/>
                    <a:pt x="101477" y="17292"/>
                    <a:pt x="108192" y="22042"/>
                  </a:cubicBezTo>
                  <a:cubicBezTo>
                    <a:pt x="119146" y="29793"/>
                    <a:pt x="129504" y="37116"/>
                    <a:pt x="144078" y="39473"/>
                  </a:cubicBezTo>
                  <a:cubicBezTo>
                    <a:pt x="147258" y="39990"/>
                    <a:pt x="150307" y="40232"/>
                    <a:pt x="153246" y="40232"/>
                  </a:cubicBezTo>
                  <a:cubicBezTo>
                    <a:pt x="172829" y="40232"/>
                    <a:pt x="187478" y="29509"/>
                    <a:pt x="202883" y="18256"/>
                  </a:cubicBezTo>
                  <a:cubicBezTo>
                    <a:pt x="205835" y="16089"/>
                    <a:pt x="208895" y="13851"/>
                    <a:pt x="212015" y="11672"/>
                  </a:cubicBezTo>
                  <a:cubicBezTo>
                    <a:pt x="219065" y="6740"/>
                    <a:pt x="230090" y="772"/>
                    <a:pt x="242173" y="772"/>
                  </a:cubicBezTo>
                  <a:cubicBezTo>
                    <a:pt x="250128" y="772"/>
                    <a:pt x="258541" y="3359"/>
                    <a:pt x="266581" y="10529"/>
                  </a:cubicBezTo>
                  <a:lnTo>
                    <a:pt x="266831" y="10255"/>
                  </a:lnTo>
                  <a:cubicBezTo>
                    <a:pt x="259528" y="3740"/>
                    <a:pt x="251234" y="461"/>
                    <a:pt x="242138" y="461"/>
                  </a:cubicBezTo>
                  <a:cubicBezTo>
                    <a:pt x="241209" y="461"/>
                    <a:pt x="240272" y="495"/>
                    <a:pt x="239328" y="563"/>
                  </a:cubicBezTo>
                  <a:cubicBezTo>
                    <a:pt x="230517" y="1206"/>
                    <a:pt x="220992" y="4945"/>
                    <a:pt x="211800" y="11374"/>
                  </a:cubicBezTo>
                  <a:cubicBezTo>
                    <a:pt x="208681" y="13553"/>
                    <a:pt x="205621" y="15791"/>
                    <a:pt x="202668" y="17958"/>
                  </a:cubicBezTo>
                  <a:cubicBezTo>
                    <a:pt x="187317" y="29187"/>
                    <a:pt x="172706" y="39865"/>
                    <a:pt x="153219" y="39865"/>
                  </a:cubicBezTo>
                  <a:cubicBezTo>
                    <a:pt x="150307" y="39865"/>
                    <a:pt x="147286" y="39627"/>
                    <a:pt x="144137" y="39116"/>
                  </a:cubicBezTo>
                  <a:cubicBezTo>
                    <a:pt x="129635" y="36770"/>
                    <a:pt x="119325" y="29472"/>
                    <a:pt x="108406" y="21745"/>
                  </a:cubicBezTo>
                  <a:cubicBezTo>
                    <a:pt x="101679" y="16982"/>
                    <a:pt x="94702" y="12053"/>
                    <a:pt x="86642" y="8350"/>
                  </a:cubicBezTo>
                  <a:cubicBezTo>
                    <a:pt x="75006" y="3014"/>
                    <a:pt x="60634" y="0"/>
                    <a:pt x="475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15"/>
            <p:cNvSpPr/>
            <p:nvPr/>
          </p:nvSpPr>
          <p:spPr>
            <a:xfrm>
              <a:off x="603625" y="2820875"/>
              <a:ext cx="6670225" cy="1052250"/>
            </a:xfrm>
            <a:custGeom>
              <a:rect b="b" l="l" r="r" t="t"/>
              <a:pathLst>
                <a:path extrusionOk="0" h="42090" w="266809">
                  <a:moveTo>
                    <a:pt x="46344" y="0"/>
                  </a:moveTo>
                  <a:cubicBezTo>
                    <a:pt x="44253" y="0"/>
                    <a:pt x="42198" y="80"/>
                    <a:pt x="40196" y="244"/>
                  </a:cubicBezTo>
                  <a:cubicBezTo>
                    <a:pt x="19218" y="1959"/>
                    <a:pt x="5692" y="5471"/>
                    <a:pt x="1" y="10686"/>
                  </a:cubicBezTo>
                  <a:lnTo>
                    <a:pt x="239" y="10948"/>
                  </a:lnTo>
                  <a:cubicBezTo>
                    <a:pt x="4120" y="7400"/>
                    <a:pt x="14193" y="2721"/>
                    <a:pt x="40220" y="601"/>
                  </a:cubicBezTo>
                  <a:cubicBezTo>
                    <a:pt x="42208" y="440"/>
                    <a:pt x="44249" y="360"/>
                    <a:pt x="46327" y="360"/>
                  </a:cubicBezTo>
                  <a:cubicBezTo>
                    <a:pt x="59706" y="360"/>
                    <a:pt x="74600" y="3646"/>
                    <a:pt x="86524" y="9376"/>
                  </a:cubicBezTo>
                  <a:cubicBezTo>
                    <a:pt x="94501" y="13198"/>
                    <a:pt x="101359" y="18234"/>
                    <a:pt x="107991" y="23104"/>
                  </a:cubicBezTo>
                  <a:cubicBezTo>
                    <a:pt x="118813" y="31046"/>
                    <a:pt x="129029" y="38546"/>
                    <a:pt x="143566" y="41166"/>
                  </a:cubicBezTo>
                  <a:cubicBezTo>
                    <a:pt x="147069" y="41797"/>
                    <a:pt x="150419" y="42090"/>
                    <a:pt x="153641" y="42090"/>
                  </a:cubicBezTo>
                  <a:cubicBezTo>
                    <a:pt x="172769" y="42090"/>
                    <a:pt x="187383" y="31783"/>
                    <a:pt x="202729" y="20961"/>
                  </a:cubicBezTo>
                  <a:cubicBezTo>
                    <a:pt x="205729" y="18854"/>
                    <a:pt x="208825" y="16663"/>
                    <a:pt x="211980" y="14543"/>
                  </a:cubicBezTo>
                  <a:cubicBezTo>
                    <a:pt x="218983" y="9825"/>
                    <a:pt x="229850" y="4171"/>
                    <a:pt x="241687" y="4171"/>
                  </a:cubicBezTo>
                  <a:cubicBezTo>
                    <a:pt x="249833" y="4171"/>
                    <a:pt x="258438" y="6849"/>
                    <a:pt x="266558" y="14353"/>
                  </a:cubicBezTo>
                  <a:lnTo>
                    <a:pt x="266808" y="14091"/>
                  </a:lnTo>
                  <a:cubicBezTo>
                    <a:pt x="259457" y="7303"/>
                    <a:pt x="251007" y="3862"/>
                    <a:pt x="241659" y="3862"/>
                  </a:cubicBezTo>
                  <a:cubicBezTo>
                    <a:pt x="240939" y="3862"/>
                    <a:pt x="240214" y="3882"/>
                    <a:pt x="239483" y="3923"/>
                  </a:cubicBezTo>
                  <a:cubicBezTo>
                    <a:pt x="230661" y="4411"/>
                    <a:pt x="221076" y="7971"/>
                    <a:pt x="211777" y="14246"/>
                  </a:cubicBezTo>
                  <a:cubicBezTo>
                    <a:pt x="208622" y="16365"/>
                    <a:pt x="205515" y="18556"/>
                    <a:pt x="202526" y="20663"/>
                  </a:cubicBezTo>
                  <a:cubicBezTo>
                    <a:pt x="187233" y="31450"/>
                    <a:pt x="172655" y="41722"/>
                    <a:pt x="153612" y="41722"/>
                  </a:cubicBezTo>
                  <a:cubicBezTo>
                    <a:pt x="150417" y="41722"/>
                    <a:pt x="147097" y="41433"/>
                    <a:pt x="143626" y="40809"/>
                  </a:cubicBezTo>
                  <a:cubicBezTo>
                    <a:pt x="129172" y="38201"/>
                    <a:pt x="118992" y="30724"/>
                    <a:pt x="108205" y="22806"/>
                  </a:cubicBezTo>
                  <a:cubicBezTo>
                    <a:pt x="101561" y="17925"/>
                    <a:pt x="94679" y="12877"/>
                    <a:pt x="86678" y="9043"/>
                  </a:cubicBezTo>
                  <a:cubicBezTo>
                    <a:pt x="74718" y="3305"/>
                    <a:pt x="59772" y="0"/>
                    <a:pt x="463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15"/>
            <p:cNvSpPr/>
            <p:nvPr/>
          </p:nvSpPr>
          <p:spPr>
            <a:xfrm>
              <a:off x="606025" y="2724425"/>
              <a:ext cx="6667825" cy="1099375"/>
            </a:xfrm>
            <a:custGeom>
              <a:rect b="b" l="l" r="r" t="t"/>
              <a:pathLst>
                <a:path extrusionOk="0" h="43975" w="266713">
                  <a:moveTo>
                    <a:pt x="45120" y="1"/>
                  </a:moveTo>
                  <a:cubicBezTo>
                    <a:pt x="43512" y="1"/>
                    <a:pt x="41927" y="50"/>
                    <a:pt x="40374" y="149"/>
                  </a:cubicBezTo>
                  <a:cubicBezTo>
                    <a:pt x="19372" y="1495"/>
                    <a:pt x="5787" y="4769"/>
                    <a:pt x="0" y="9889"/>
                  </a:cubicBezTo>
                  <a:lnTo>
                    <a:pt x="250" y="10150"/>
                  </a:lnTo>
                  <a:cubicBezTo>
                    <a:pt x="4191" y="6674"/>
                    <a:pt x="14335" y="2185"/>
                    <a:pt x="40410" y="518"/>
                  </a:cubicBezTo>
                  <a:cubicBezTo>
                    <a:pt x="41956" y="419"/>
                    <a:pt x="43534" y="370"/>
                    <a:pt x="45136" y="370"/>
                  </a:cubicBezTo>
                  <a:cubicBezTo>
                    <a:pt x="58853" y="370"/>
                    <a:pt x="74318" y="3961"/>
                    <a:pt x="86547" y="10091"/>
                  </a:cubicBezTo>
                  <a:cubicBezTo>
                    <a:pt x="94441" y="14044"/>
                    <a:pt x="101227" y="19211"/>
                    <a:pt x="107776" y="24188"/>
                  </a:cubicBezTo>
                  <a:cubicBezTo>
                    <a:pt x="118432" y="32332"/>
                    <a:pt x="128528" y="39999"/>
                    <a:pt x="143018" y="42869"/>
                  </a:cubicBezTo>
                  <a:cubicBezTo>
                    <a:pt x="146843" y="43627"/>
                    <a:pt x="150492" y="43975"/>
                    <a:pt x="153996" y="43975"/>
                  </a:cubicBezTo>
                  <a:cubicBezTo>
                    <a:pt x="172677" y="43975"/>
                    <a:pt x="187246" y="34086"/>
                    <a:pt x="202525" y="23700"/>
                  </a:cubicBezTo>
                  <a:cubicBezTo>
                    <a:pt x="205562" y="21640"/>
                    <a:pt x="208693" y="19509"/>
                    <a:pt x="211884" y="17449"/>
                  </a:cubicBezTo>
                  <a:cubicBezTo>
                    <a:pt x="218840" y="12936"/>
                    <a:pt x="229526" y="7594"/>
                    <a:pt x="241107" y="7594"/>
                  </a:cubicBezTo>
                  <a:cubicBezTo>
                    <a:pt x="249447" y="7594"/>
                    <a:pt x="258252" y="10365"/>
                    <a:pt x="266462" y="18211"/>
                  </a:cubicBezTo>
                  <a:lnTo>
                    <a:pt x="266712" y="17949"/>
                  </a:lnTo>
                  <a:cubicBezTo>
                    <a:pt x="259310" y="10864"/>
                    <a:pt x="250693" y="7276"/>
                    <a:pt x="241074" y="7276"/>
                  </a:cubicBezTo>
                  <a:cubicBezTo>
                    <a:pt x="240574" y="7276"/>
                    <a:pt x="240071" y="7285"/>
                    <a:pt x="239566" y="7305"/>
                  </a:cubicBezTo>
                  <a:cubicBezTo>
                    <a:pt x="230731" y="7638"/>
                    <a:pt x="221099" y="11043"/>
                    <a:pt x="211681" y="17139"/>
                  </a:cubicBezTo>
                  <a:cubicBezTo>
                    <a:pt x="208490" y="19211"/>
                    <a:pt x="205359" y="21342"/>
                    <a:pt x="202323" y="23402"/>
                  </a:cubicBezTo>
                  <a:cubicBezTo>
                    <a:pt x="187090" y="33751"/>
                    <a:pt x="172575" y="43610"/>
                    <a:pt x="153990" y="43610"/>
                  </a:cubicBezTo>
                  <a:cubicBezTo>
                    <a:pt x="150510" y="43610"/>
                    <a:pt x="146887" y="43265"/>
                    <a:pt x="143089" y="42512"/>
                  </a:cubicBezTo>
                  <a:cubicBezTo>
                    <a:pt x="128683" y="39654"/>
                    <a:pt x="118622" y="31998"/>
                    <a:pt x="107990" y="23902"/>
                  </a:cubicBezTo>
                  <a:cubicBezTo>
                    <a:pt x="101418" y="18913"/>
                    <a:pt x="94631" y="13734"/>
                    <a:pt x="86701" y="9758"/>
                  </a:cubicBezTo>
                  <a:cubicBezTo>
                    <a:pt x="74419" y="3595"/>
                    <a:pt x="58900" y="1"/>
                    <a:pt x="45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15"/>
            <p:cNvSpPr/>
            <p:nvPr/>
          </p:nvSpPr>
          <p:spPr>
            <a:xfrm>
              <a:off x="610775" y="2627700"/>
              <a:ext cx="6663075" cy="1147100"/>
            </a:xfrm>
            <a:custGeom>
              <a:rect b="b" l="l" r="r" t="t"/>
              <a:pathLst>
                <a:path extrusionOk="0" h="45884" w="266523">
                  <a:moveTo>
                    <a:pt x="43919" y="0"/>
                  </a:moveTo>
                  <a:cubicBezTo>
                    <a:pt x="42779" y="0"/>
                    <a:pt x="41652" y="26"/>
                    <a:pt x="40541" y="77"/>
                  </a:cubicBezTo>
                  <a:cubicBezTo>
                    <a:pt x="19515" y="1054"/>
                    <a:pt x="5870" y="4090"/>
                    <a:pt x="1" y="9102"/>
                  </a:cubicBezTo>
                  <a:lnTo>
                    <a:pt x="239" y="9376"/>
                  </a:lnTo>
                  <a:cubicBezTo>
                    <a:pt x="4227" y="5971"/>
                    <a:pt x="14467" y="1649"/>
                    <a:pt x="40553" y="434"/>
                  </a:cubicBezTo>
                  <a:cubicBezTo>
                    <a:pt x="41663" y="383"/>
                    <a:pt x="42788" y="357"/>
                    <a:pt x="43926" y="357"/>
                  </a:cubicBezTo>
                  <a:cubicBezTo>
                    <a:pt x="57980" y="357"/>
                    <a:pt x="73989" y="4252"/>
                    <a:pt x="86523" y="10817"/>
                  </a:cubicBezTo>
                  <a:cubicBezTo>
                    <a:pt x="94346" y="14912"/>
                    <a:pt x="101037" y="20187"/>
                    <a:pt x="107502" y="25283"/>
                  </a:cubicBezTo>
                  <a:cubicBezTo>
                    <a:pt x="118039" y="33593"/>
                    <a:pt x="127981" y="41451"/>
                    <a:pt x="142411" y="44571"/>
                  </a:cubicBezTo>
                  <a:cubicBezTo>
                    <a:pt x="146566" y="45473"/>
                    <a:pt x="150520" y="45883"/>
                    <a:pt x="154313" y="45883"/>
                  </a:cubicBezTo>
                  <a:cubicBezTo>
                    <a:pt x="172548" y="45883"/>
                    <a:pt x="187052" y="36397"/>
                    <a:pt x="202240" y="26461"/>
                  </a:cubicBezTo>
                  <a:cubicBezTo>
                    <a:pt x="205312" y="24449"/>
                    <a:pt x="208491" y="22378"/>
                    <a:pt x="211706" y="20365"/>
                  </a:cubicBezTo>
                  <a:cubicBezTo>
                    <a:pt x="218611" y="16054"/>
                    <a:pt x="229117" y="11007"/>
                    <a:pt x="240446" y="11007"/>
                  </a:cubicBezTo>
                  <a:cubicBezTo>
                    <a:pt x="248983" y="11007"/>
                    <a:pt x="257988" y="13873"/>
                    <a:pt x="266272" y="22080"/>
                  </a:cubicBezTo>
                  <a:lnTo>
                    <a:pt x="266522" y="21818"/>
                  </a:lnTo>
                  <a:cubicBezTo>
                    <a:pt x="259063" y="14429"/>
                    <a:pt x="250259" y="10690"/>
                    <a:pt x="240352" y="10690"/>
                  </a:cubicBezTo>
                  <a:cubicBezTo>
                    <a:pt x="240091" y="10690"/>
                    <a:pt x="239829" y="10692"/>
                    <a:pt x="239566" y="10698"/>
                  </a:cubicBezTo>
                  <a:cubicBezTo>
                    <a:pt x="230732" y="10876"/>
                    <a:pt x="221040" y="14115"/>
                    <a:pt x="211515" y="20056"/>
                  </a:cubicBezTo>
                  <a:cubicBezTo>
                    <a:pt x="208300" y="22068"/>
                    <a:pt x="205122" y="24152"/>
                    <a:pt x="202050" y="26152"/>
                  </a:cubicBezTo>
                  <a:cubicBezTo>
                    <a:pt x="186888" y="36065"/>
                    <a:pt x="172430" y="45521"/>
                    <a:pt x="154274" y="45521"/>
                  </a:cubicBezTo>
                  <a:cubicBezTo>
                    <a:pt x="150515" y="45521"/>
                    <a:pt x="146598" y="45116"/>
                    <a:pt x="142483" y="44226"/>
                  </a:cubicBezTo>
                  <a:cubicBezTo>
                    <a:pt x="128136" y="41118"/>
                    <a:pt x="118218" y="33284"/>
                    <a:pt x="107716" y="24997"/>
                  </a:cubicBezTo>
                  <a:cubicBezTo>
                    <a:pt x="101239" y="19889"/>
                    <a:pt x="94548" y="14603"/>
                    <a:pt x="86690" y="10495"/>
                  </a:cubicBezTo>
                  <a:cubicBezTo>
                    <a:pt x="74109" y="3907"/>
                    <a:pt x="58032" y="0"/>
                    <a:pt x="439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15"/>
            <p:cNvSpPr/>
            <p:nvPr/>
          </p:nvSpPr>
          <p:spPr>
            <a:xfrm>
              <a:off x="617325" y="2530375"/>
              <a:ext cx="6656525" cy="1195600"/>
            </a:xfrm>
            <a:custGeom>
              <a:rect b="b" l="l" r="r" t="t"/>
              <a:pathLst>
                <a:path extrusionOk="0" h="47824" w="266261">
                  <a:moveTo>
                    <a:pt x="42753" y="0"/>
                  </a:moveTo>
                  <a:cubicBezTo>
                    <a:pt x="42062" y="0"/>
                    <a:pt x="41376" y="10"/>
                    <a:pt x="40696" y="29"/>
                  </a:cubicBezTo>
                  <a:cubicBezTo>
                    <a:pt x="19646" y="637"/>
                    <a:pt x="5966" y="3435"/>
                    <a:pt x="1" y="8352"/>
                  </a:cubicBezTo>
                  <a:lnTo>
                    <a:pt x="227" y="8626"/>
                  </a:lnTo>
                  <a:cubicBezTo>
                    <a:pt x="4287" y="5292"/>
                    <a:pt x="14598" y="1149"/>
                    <a:pt x="40696" y="387"/>
                  </a:cubicBezTo>
                  <a:cubicBezTo>
                    <a:pt x="41375" y="367"/>
                    <a:pt x="42061" y="357"/>
                    <a:pt x="42751" y="357"/>
                  </a:cubicBezTo>
                  <a:cubicBezTo>
                    <a:pt x="57119" y="357"/>
                    <a:pt x="73684" y="4580"/>
                    <a:pt x="86476" y="11566"/>
                  </a:cubicBezTo>
                  <a:cubicBezTo>
                    <a:pt x="94239" y="15805"/>
                    <a:pt x="100823" y="21199"/>
                    <a:pt x="107193" y="26402"/>
                  </a:cubicBezTo>
                  <a:cubicBezTo>
                    <a:pt x="117587" y="34903"/>
                    <a:pt x="127397" y="42927"/>
                    <a:pt x="141768" y="46297"/>
                  </a:cubicBezTo>
                  <a:cubicBezTo>
                    <a:pt x="146242" y="47349"/>
                    <a:pt x="150491" y="47823"/>
                    <a:pt x="154562" y="47823"/>
                  </a:cubicBezTo>
                  <a:cubicBezTo>
                    <a:pt x="172376" y="47823"/>
                    <a:pt x="186800" y="38740"/>
                    <a:pt x="201919" y="29223"/>
                  </a:cubicBezTo>
                  <a:cubicBezTo>
                    <a:pt x="205014" y="27271"/>
                    <a:pt x="208229" y="25259"/>
                    <a:pt x="211479" y="23306"/>
                  </a:cubicBezTo>
                  <a:cubicBezTo>
                    <a:pt x="218321" y="19200"/>
                    <a:pt x="228632" y="14450"/>
                    <a:pt x="239705" y="14450"/>
                  </a:cubicBezTo>
                  <a:cubicBezTo>
                    <a:pt x="248443" y="14450"/>
                    <a:pt x="257655" y="17408"/>
                    <a:pt x="266010" y="25973"/>
                  </a:cubicBezTo>
                  <a:lnTo>
                    <a:pt x="266260" y="25711"/>
                  </a:lnTo>
                  <a:cubicBezTo>
                    <a:pt x="258758" y="18019"/>
                    <a:pt x="249789" y="14126"/>
                    <a:pt x="239600" y="14126"/>
                  </a:cubicBezTo>
                  <a:cubicBezTo>
                    <a:pt x="239569" y="14126"/>
                    <a:pt x="239538" y="14126"/>
                    <a:pt x="239507" y="14126"/>
                  </a:cubicBezTo>
                  <a:cubicBezTo>
                    <a:pt x="230672" y="14150"/>
                    <a:pt x="220921" y="17222"/>
                    <a:pt x="211301" y="22996"/>
                  </a:cubicBezTo>
                  <a:cubicBezTo>
                    <a:pt x="208038" y="24949"/>
                    <a:pt x="204824" y="26973"/>
                    <a:pt x="201728" y="28926"/>
                  </a:cubicBezTo>
                  <a:cubicBezTo>
                    <a:pt x="186657" y="38411"/>
                    <a:pt x="172266" y="47461"/>
                    <a:pt x="154532" y="47461"/>
                  </a:cubicBezTo>
                  <a:cubicBezTo>
                    <a:pt x="150494" y="47461"/>
                    <a:pt x="146283" y="46992"/>
                    <a:pt x="141852" y="45952"/>
                  </a:cubicBezTo>
                  <a:cubicBezTo>
                    <a:pt x="127564" y="42594"/>
                    <a:pt x="117777" y="34593"/>
                    <a:pt x="107431" y="26128"/>
                  </a:cubicBezTo>
                  <a:cubicBezTo>
                    <a:pt x="101037" y="20901"/>
                    <a:pt x="94441" y="15507"/>
                    <a:pt x="86654" y="11245"/>
                  </a:cubicBezTo>
                  <a:cubicBezTo>
                    <a:pt x="73804" y="4235"/>
                    <a:pt x="57180" y="0"/>
                    <a:pt x="427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15"/>
            <p:cNvSpPr/>
            <p:nvPr/>
          </p:nvSpPr>
          <p:spPr>
            <a:xfrm>
              <a:off x="625950" y="2432750"/>
              <a:ext cx="6647900" cy="1244800"/>
            </a:xfrm>
            <a:custGeom>
              <a:rect b="b" l="l" r="r" t="t"/>
              <a:pathLst>
                <a:path extrusionOk="0" h="49792" w="265916">
                  <a:moveTo>
                    <a:pt x="41667" y="0"/>
                  </a:moveTo>
                  <a:cubicBezTo>
                    <a:pt x="41386" y="0"/>
                    <a:pt x="41106" y="2"/>
                    <a:pt x="40827" y="5"/>
                  </a:cubicBezTo>
                  <a:cubicBezTo>
                    <a:pt x="19777" y="243"/>
                    <a:pt x="6049" y="2803"/>
                    <a:pt x="1" y="7613"/>
                  </a:cubicBezTo>
                  <a:lnTo>
                    <a:pt x="227" y="7899"/>
                  </a:lnTo>
                  <a:cubicBezTo>
                    <a:pt x="4335" y="4625"/>
                    <a:pt x="14717" y="672"/>
                    <a:pt x="40827" y="362"/>
                  </a:cubicBezTo>
                  <a:cubicBezTo>
                    <a:pt x="41089" y="360"/>
                    <a:pt x="41350" y="358"/>
                    <a:pt x="41613" y="358"/>
                  </a:cubicBezTo>
                  <a:cubicBezTo>
                    <a:pt x="56276" y="358"/>
                    <a:pt x="73363" y="4913"/>
                    <a:pt x="86405" y="12340"/>
                  </a:cubicBezTo>
                  <a:cubicBezTo>
                    <a:pt x="94096" y="16710"/>
                    <a:pt x="100585" y="22210"/>
                    <a:pt x="106871" y="27532"/>
                  </a:cubicBezTo>
                  <a:cubicBezTo>
                    <a:pt x="117111" y="36212"/>
                    <a:pt x="126779" y="44404"/>
                    <a:pt x="141078" y="48035"/>
                  </a:cubicBezTo>
                  <a:cubicBezTo>
                    <a:pt x="145866" y="49249"/>
                    <a:pt x="150405" y="49792"/>
                    <a:pt x="154753" y="49792"/>
                  </a:cubicBezTo>
                  <a:cubicBezTo>
                    <a:pt x="172149" y="49792"/>
                    <a:pt x="186490" y="41108"/>
                    <a:pt x="201502" y="32021"/>
                  </a:cubicBezTo>
                  <a:cubicBezTo>
                    <a:pt x="204645" y="30116"/>
                    <a:pt x="207884" y="28152"/>
                    <a:pt x="211182" y="26258"/>
                  </a:cubicBezTo>
                  <a:cubicBezTo>
                    <a:pt x="217949" y="22353"/>
                    <a:pt x="228064" y="17884"/>
                    <a:pt x="238884" y="17884"/>
                  </a:cubicBezTo>
                  <a:cubicBezTo>
                    <a:pt x="247824" y="17884"/>
                    <a:pt x="257244" y="20936"/>
                    <a:pt x="265653" y="29878"/>
                  </a:cubicBezTo>
                  <a:lnTo>
                    <a:pt x="265915" y="29628"/>
                  </a:lnTo>
                  <a:cubicBezTo>
                    <a:pt x="258521" y="21770"/>
                    <a:pt x="249592" y="17722"/>
                    <a:pt x="239364" y="17567"/>
                  </a:cubicBezTo>
                  <a:cubicBezTo>
                    <a:pt x="239173" y="17564"/>
                    <a:pt x="238981" y="17563"/>
                    <a:pt x="238788" y="17563"/>
                  </a:cubicBezTo>
                  <a:cubicBezTo>
                    <a:pt x="230104" y="17563"/>
                    <a:pt x="220508" y="20451"/>
                    <a:pt x="211003" y="25937"/>
                  </a:cubicBezTo>
                  <a:cubicBezTo>
                    <a:pt x="207717" y="27842"/>
                    <a:pt x="204467" y="29807"/>
                    <a:pt x="201336" y="31700"/>
                  </a:cubicBezTo>
                  <a:cubicBezTo>
                    <a:pt x="186364" y="40762"/>
                    <a:pt x="172056" y="49421"/>
                    <a:pt x="154743" y="49421"/>
                  </a:cubicBezTo>
                  <a:cubicBezTo>
                    <a:pt x="150426" y="49421"/>
                    <a:pt x="145921" y="48883"/>
                    <a:pt x="141173" y="47678"/>
                  </a:cubicBezTo>
                  <a:cubicBezTo>
                    <a:pt x="126945" y="44082"/>
                    <a:pt x="117301" y="35903"/>
                    <a:pt x="107098" y="27259"/>
                  </a:cubicBezTo>
                  <a:cubicBezTo>
                    <a:pt x="100799" y="21925"/>
                    <a:pt x="94298" y="16412"/>
                    <a:pt x="86583" y="12031"/>
                  </a:cubicBezTo>
                  <a:cubicBezTo>
                    <a:pt x="73509" y="4577"/>
                    <a:pt x="56377" y="0"/>
                    <a:pt x="416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15"/>
            <p:cNvSpPr/>
            <p:nvPr/>
          </p:nvSpPr>
          <p:spPr>
            <a:xfrm>
              <a:off x="636675" y="2334800"/>
              <a:ext cx="6637450" cy="1294425"/>
            </a:xfrm>
            <a:custGeom>
              <a:rect b="b" l="l" r="r" t="t"/>
              <a:pathLst>
                <a:path extrusionOk="0" h="51777" w="265498">
                  <a:moveTo>
                    <a:pt x="39287" y="1"/>
                  </a:moveTo>
                  <a:cubicBezTo>
                    <a:pt x="19177" y="1"/>
                    <a:pt x="5968" y="2322"/>
                    <a:pt x="0" y="6900"/>
                  </a:cubicBezTo>
                  <a:lnTo>
                    <a:pt x="227" y="7186"/>
                  </a:lnTo>
                  <a:cubicBezTo>
                    <a:pt x="4311" y="4047"/>
                    <a:pt x="14422" y="359"/>
                    <a:pt x="39404" y="359"/>
                  </a:cubicBezTo>
                  <a:cubicBezTo>
                    <a:pt x="39912" y="359"/>
                    <a:pt x="40426" y="360"/>
                    <a:pt x="40946" y="363"/>
                  </a:cubicBezTo>
                  <a:cubicBezTo>
                    <a:pt x="55781" y="447"/>
                    <a:pt x="73164" y="5340"/>
                    <a:pt x="86309" y="13127"/>
                  </a:cubicBezTo>
                  <a:cubicBezTo>
                    <a:pt x="93917" y="17639"/>
                    <a:pt x="100311" y="23247"/>
                    <a:pt x="106502" y="28676"/>
                  </a:cubicBezTo>
                  <a:cubicBezTo>
                    <a:pt x="116586" y="37535"/>
                    <a:pt x="126111" y="45905"/>
                    <a:pt x="140363" y="49774"/>
                  </a:cubicBezTo>
                  <a:cubicBezTo>
                    <a:pt x="145461" y="51162"/>
                    <a:pt x="150287" y="51777"/>
                    <a:pt x="154911" y="51777"/>
                  </a:cubicBezTo>
                  <a:cubicBezTo>
                    <a:pt x="171899" y="51777"/>
                    <a:pt x="186153" y="43484"/>
                    <a:pt x="201061" y="34808"/>
                  </a:cubicBezTo>
                  <a:cubicBezTo>
                    <a:pt x="204228" y="32963"/>
                    <a:pt x="207503" y="31058"/>
                    <a:pt x="210836" y="29212"/>
                  </a:cubicBezTo>
                  <a:cubicBezTo>
                    <a:pt x="217522" y="25512"/>
                    <a:pt x="227422" y="21326"/>
                    <a:pt x="237978" y="21326"/>
                  </a:cubicBezTo>
                  <a:cubicBezTo>
                    <a:pt x="247122" y="21326"/>
                    <a:pt x="256758" y="24467"/>
                    <a:pt x="265224" y="33784"/>
                  </a:cubicBezTo>
                  <a:lnTo>
                    <a:pt x="265498" y="33546"/>
                  </a:lnTo>
                  <a:cubicBezTo>
                    <a:pt x="258247" y="25569"/>
                    <a:pt x="249377" y="21354"/>
                    <a:pt x="239149" y="21033"/>
                  </a:cubicBezTo>
                  <a:cubicBezTo>
                    <a:pt x="238730" y="21019"/>
                    <a:pt x="238308" y="21012"/>
                    <a:pt x="237884" y="21012"/>
                  </a:cubicBezTo>
                  <a:cubicBezTo>
                    <a:pt x="229391" y="21012"/>
                    <a:pt x="220013" y="23731"/>
                    <a:pt x="210658" y="28903"/>
                  </a:cubicBezTo>
                  <a:cubicBezTo>
                    <a:pt x="207324" y="30748"/>
                    <a:pt x="204050" y="32653"/>
                    <a:pt x="200871" y="34498"/>
                  </a:cubicBezTo>
                  <a:cubicBezTo>
                    <a:pt x="186013" y="43140"/>
                    <a:pt x="171810" y="51406"/>
                    <a:pt x="154899" y="51406"/>
                  </a:cubicBezTo>
                  <a:cubicBezTo>
                    <a:pt x="150304" y="51406"/>
                    <a:pt x="145509" y="50796"/>
                    <a:pt x="140447" y="49417"/>
                  </a:cubicBezTo>
                  <a:cubicBezTo>
                    <a:pt x="126290" y="45571"/>
                    <a:pt x="116789" y="37237"/>
                    <a:pt x="106740" y="28402"/>
                  </a:cubicBezTo>
                  <a:cubicBezTo>
                    <a:pt x="100537" y="22961"/>
                    <a:pt x="94131" y="17342"/>
                    <a:pt x="86499" y="12817"/>
                  </a:cubicBezTo>
                  <a:cubicBezTo>
                    <a:pt x="73295" y="4995"/>
                    <a:pt x="55841" y="89"/>
                    <a:pt x="40958" y="6"/>
                  </a:cubicBezTo>
                  <a:cubicBezTo>
                    <a:pt x="40396" y="3"/>
                    <a:pt x="39839" y="1"/>
                    <a:pt x="392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15"/>
            <p:cNvSpPr/>
            <p:nvPr/>
          </p:nvSpPr>
          <p:spPr>
            <a:xfrm>
              <a:off x="649475" y="2235200"/>
              <a:ext cx="6624950" cy="1345700"/>
            </a:xfrm>
            <a:custGeom>
              <a:rect b="b" l="l" r="r" t="t"/>
              <a:pathLst>
                <a:path extrusionOk="0" h="53828" w="264998">
                  <a:moveTo>
                    <a:pt x="35160" y="0"/>
                  </a:moveTo>
                  <a:cubicBezTo>
                    <a:pt x="17419" y="0"/>
                    <a:pt x="5602" y="2101"/>
                    <a:pt x="0" y="6240"/>
                  </a:cubicBezTo>
                  <a:lnTo>
                    <a:pt x="215" y="6538"/>
                  </a:lnTo>
                  <a:cubicBezTo>
                    <a:pt x="4112" y="3654"/>
                    <a:pt x="13403" y="362"/>
                    <a:pt x="35411" y="362"/>
                  </a:cubicBezTo>
                  <a:cubicBezTo>
                    <a:pt x="37206" y="362"/>
                    <a:pt x="39085" y="384"/>
                    <a:pt x="41053" y="430"/>
                  </a:cubicBezTo>
                  <a:cubicBezTo>
                    <a:pt x="55876" y="787"/>
                    <a:pt x="73176" y="5978"/>
                    <a:pt x="86202" y="13979"/>
                  </a:cubicBezTo>
                  <a:cubicBezTo>
                    <a:pt x="93726" y="18623"/>
                    <a:pt x="100025" y="24350"/>
                    <a:pt x="106109" y="29886"/>
                  </a:cubicBezTo>
                  <a:cubicBezTo>
                    <a:pt x="116039" y="38911"/>
                    <a:pt x="125421" y="47436"/>
                    <a:pt x="139601" y="51567"/>
                  </a:cubicBezTo>
                  <a:cubicBezTo>
                    <a:pt x="145004" y="53139"/>
                    <a:pt x="150116" y="53827"/>
                    <a:pt x="155015" y="53827"/>
                  </a:cubicBezTo>
                  <a:cubicBezTo>
                    <a:pt x="171610" y="53827"/>
                    <a:pt x="185768" y="45925"/>
                    <a:pt x="200549" y="37661"/>
                  </a:cubicBezTo>
                  <a:cubicBezTo>
                    <a:pt x="203752" y="35875"/>
                    <a:pt x="207062" y="34030"/>
                    <a:pt x="210420" y="32244"/>
                  </a:cubicBezTo>
                  <a:cubicBezTo>
                    <a:pt x="217020" y="28737"/>
                    <a:pt x="226700" y="24823"/>
                    <a:pt x="236995" y="24823"/>
                  </a:cubicBezTo>
                  <a:cubicBezTo>
                    <a:pt x="246347" y="24823"/>
                    <a:pt x="256206" y="28053"/>
                    <a:pt x="264724" y="37756"/>
                  </a:cubicBezTo>
                  <a:lnTo>
                    <a:pt x="264998" y="37518"/>
                  </a:lnTo>
                  <a:cubicBezTo>
                    <a:pt x="257890" y="29422"/>
                    <a:pt x="249103" y="25052"/>
                    <a:pt x="238887" y="24552"/>
                  </a:cubicBezTo>
                  <a:cubicBezTo>
                    <a:pt x="238234" y="24520"/>
                    <a:pt x="237575" y="24503"/>
                    <a:pt x="236910" y="24503"/>
                  </a:cubicBezTo>
                  <a:cubicBezTo>
                    <a:pt x="228589" y="24503"/>
                    <a:pt x="219426" y="27049"/>
                    <a:pt x="210253" y="31922"/>
                  </a:cubicBezTo>
                  <a:cubicBezTo>
                    <a:pt x="206883" y="33708"/>
                    <a:pt x="203574" y="35565"/>
                    <a:pt x="200371" y="37351"/>
                  </a:cubicBezTo>
                  <a:cubicBezTo>
                    <a:pt x="185637" y="45583"/>
                    <a:pt x="171528" y="53466"/>
                    <a:pt x="155004" y="53466"/>
                  </a:cubicBezTo>
                  <a:cubicBezTo>
                    <a:pt x="150137" y="53466"/>
                    <a:pt x="145060" y="52782"/>
                    <a:pt x="139696" y="51222"/>
                  </a:cubicBezTo>
                  <a:cubicBezTo>
                    <a:pt x="125599" y="47114"/>
                    <a:pt x="116253" y="38613"/>
                    <a:pt x="106359" y="29612"/>
                  </a:cubicBezTo>
                  <a:cubicBezTo>
                    <a:pt x="100251" y="24064"/>
                    <a:pt x="93941" y="18325"/>
                    <a:pt x="86392" y="13682"/>
                  </a:cubicBezTo>
                  <a:cubicBezTo>
                    <a:pt x="73331" y="5633"/>
                    <a:pt x="55960" y="418"/>
                    <a:pt x="41077" y="73"/>
                  </a:cubicBezTo>
                  <a:cubicBezTo>
                    <a:pt x="39037" y="25"/>
                    <a:pt x="37064" y="0"/>
                    <a:pt x="35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15"/>
            <p:cNvSpPr/>
            <p:nvPr/>
          </p:nvSpPr>
          <p:spPr>
            <a:xfrm>
              <a:off x="664050" y="2134250"/>
              <a:ext cx="6610375" cy="1399125"/>
            </a:xfrm>
            <a:custGeom>
              <a:rect b="b" l="l" r="r" t="t"/>
              <a:pathLst>
                <a:path extrusionOk="0" h="55965" w="264415">
                  <a:moveTo>
                    <a:pt x="31658" y="1"/>
                  </a:moveTo>
                  <a:cubicBezTo>
                    <a:pt x="15910" y="1"/>
                    <a:pt x="5285" y="1898"/>
                    <a:pt x="1" y="5671"/>
                  </a:cubicBezTo>
                  <a:lnTo>
                    <a:pt x="215" y="5968"/>
                  </a:lnTo>
                  <a:cubicBezTo>
                    <a:pt x="3941" y="3311"/>
                    <a:pt x="12454" y="374"/>
                    <a:pt x="31865" y="374"/>
                  </a:cubicBezTo>
                  <a:cubicBezTo>
                    <a:pt x="34721" y="374"/>
                    <a:pt x="37813" y="437"/>
                    <a:pt x="41161" y="575"/>
                  </a:cubicBezTo>
                  <a:cubicBezTo>
                    <a:pt x="55972" y="1182"/>
                    <a:pt x="73177" y="6671"/>
                    <a:pt x="86047" y="14910"/>
                  </a:cubicBezTo>
                  <a:cubicBezTo>
                    <a:pt x="93489" y="19684"/>
                    <a:pt x="99692" y="25518"/>
                    <a:pt x="105681" y="31162"/>
                  </a:cubicBezTo>
                  <a:cubicBezTo>
                    <a:pt x="115456" y="40365"/>
                    <a:pt x="124683" y="49045"/>
                    <a:pt x="138792" y="53427"/>
                  </a:cubicBezTo>
                  <a:cubicBezTo>
                    <a:pt x="144499" y="55196"/>
                    <a:pt x="149895" y="55964"/>
                    <a:pt x="155070" y="55964"/>
                  </a:cubicBezTo>
                  <a:cubicBezTo>
                    <a:pt x="171272" y="55964"/>
                    <a:pt x="185312" y="48439"/>
                    <a:pt x="199966" y="40580"/>
                  </a:cubicBezTo>
                  <a:cubicBezTo>
                    <a:pt x="203205" y="38853"/>
                    <a:pt x="206539" y="37056"/>
                    <a:pt x="209932" y="35329"/>
                  </a:cubicBezTo>
                  <a:cubicBezTo>
                    <a:pt x="216438" y="32021"/>
                    <a:pt x="225885" y="28376"/>
                    <a:pt x="235908" y="28376"/>
                  </a:cubicBezTo>
                  <a:cubicBezTo>
                    <a:pt x="245474" y="28376"/>
                    <a:pt x="255565" y="31695"/>
                    <a:pt x="264129" y="41794"/>
                  </a:cubicBezTo>
                  <a:lnTo>
                    <a:pt x="264415" y="41568"/>
                  </a:lnTo>
                  <a:cubicBezTo>
                    <a:pt x="257438" y="33341"/>
                    <a:pt x="248734" y="28828"/>
                    <a:pt x="238519" y="28138"/>
                  </a:cubicBezTo>
                  <a:cubicBezTo>
                    <a:pt x="237634" y="28078"/>
                    <a:pt x="236737" y="28048"/>
                    <a:pt x="235830" y="28048"/>
                  </a:cubicBezTo>
                  <a:cubicBezTo>
                    <a:pt x="227710" y="28048"/>
                    <a:pt x="218762" y="30434"/>
                    <a:pt x="209765" y="35008"/>
                  </a:cubicBezTo>
                  <a:cubicBezTo>
                    <a:pt x="206372" y="36734"/>
                    <a:pt x="203026" y="38532"/>
                    <a:pt x="199800" y="40258"/>
                  </a:cubicBezTo>
                  <a:cubicBezTo>
                    <a:pt x="185191" y="48086"/>
                    <a:pt x="171191" y="55586"/>
                    <a:pt x="155054" y="55586"/>
                  </a:cubicBezTo>
                  <a:cubicBezTo>
                    <a:pt x="149912" y="55586"/>
                    <a:pt x="144552" y="54824"/>
                    <a:pt x="138887" y="53069"/>
                  </a:cubicBezTo>
                  <a:cubicBezTo>
                    <a:pt x="124862" y="48724"/>
                    <a:pt x="115658" y="40068"/>
                    <a:pt x="105931" y="30900"/>
                  </a:cubicBezTo>
                  <a:cubicBezTo>
                    <a:pt x="99918" y="25245"/>
                    <a:pt x="93715" y="19387"/>
                    <a:pt x="86238" y="14612"/>
                  </a:cubicBezTo>
                  <a:cubicBezTo>
                    <a:pt x="73320" y="6337"/>
                    <a:pt x="56055" y="813"/>
                    <a:pt x="41173" y="206"/>
                  </a:cubicBezTo>
                  <a:cubicBezTo>
                    <a:pt x="37818" y="69"/>
                    <a:pt x="34646" y="1"/>
                    <a:pt x="316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368" name="Google Shape;368;p15"/>
          <p:cNvPicPr preferRelativeResize="0"/>
          <p:nvPr/>
        </p:nvPicPr>
        <p:blipFill rotWithShape="1">
          <a:blip r:embed="rId3">
            <a:alphaModFix/>
          </a:blip>
          <a:srcRect b="6398" l="6912" r="43289" t="9856"/>
          <a:stretch/>
        </p:blipFill>
        <p:spPr>
          <a:xfrm>
            <a:off x="6006200" y="39938"/>
            <a:ext cx="470733" cy="445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9" name="Google Shape;369;p15"/>
          <p:cNvGrpSpPr/>
          <p:nvPr/>
        </p:nvGrpSpPr>
        <p:grpSpPr>
          <a:xfrm flipH="1" rot="-3984688">
            <a:off x="-1427965" y="627795"/>
            <a:ext cx="3269287" cy="1022685"/>
            <a:chOff x="603050" y="2134250"/>
            <a:chExt cx="6671375" cy="1887675"/>
          </a:xfrm>
        </p:grpSpPr>
        <p:sp>
          <p:nvSpPr>
            <p:cNvPr id="370" name="Google Shape;370;p15"/>
            <p:cNvSpPr/>
            <p:nvPr/>
          </p:nvSpPr>
          <p:spPr>
            <a:xfrm>
              <a:off x="608100" y="2949275"/>
              <a:ext cx="6665750" cy="1072650"/>
            </a:xfrm>
            <a:custGeom>
              <a:rect b="b" l="l" r="r" t="t"/>
              <a:pathLst>
                <a:path extrusionOk="0" h="42906" w="266630">
                  <a:moveTo>
                    <a:pt x="242926" y="0"/>
                  </a:moveTo>
                  <a:cubicBezTo>
                    <a:pt x="241564" y="0"/>
                    <a:pt x="240185" y="76"/>
                    <a:pt x="238792" y="228"/>
                  </a:cubicBezTo>
                  <a:cubicBezTo>
                    <a:pt x="230005" y="1168"/>
                    <a:pt x="220635" y="5240"/>
                    <a:pt x="211670" y="11979"/>
                  </a:cubicBezTo>
                  <a:cubicBezTo>
                    <a:pt x="208634" y="14265"/>
                    <a:pt x="205645" y="16611"/>
                    <a:pt x="202764" y="18885"/>
                  </a:cubicBezTo>
                  <a:cubicBezTo>
                    <a:pt x="187340" y="31016"/>
                    <a:pt x="172685" y="42543"/>
                    <a:pt x="152232" y="42543"/>
                  </a:cubicBezTo>
                  <a:cubicBezTo>
                    <a:pt x="149902" y="42543"/>
                    <a:pt x="147497" y="42394"/>
                    <a:pt x="145007" y="42078"/>
                  </a:cubicBezTo>
                  <a:cubicBezTo>
                    <a:pt x="130433" y="40233"/>
                    <a:pt x="119873" y="33291"/>
                    <a:pt x="108693" y="25957"/>
                  </a:cubicBezTo>
                  <a:cubicBezTo>
                    <a:pt x="101799" y="21433"/>
                    <a:pt x="94667" y="16754"/>
                    <a:pt x="86476" y="13337"/>
                  </a:cubicBezTo>
                  <a:cubicBezTo>
                    <a:pt x="75578" y="8791"/>
                    <a:pt x="62424" y="6298"/>
                    <a:pt x="50215" y="6298"/>
                  </a:cubicBezTo>
                  <a:cubicBezTo>
                    <a:pt x="46564" y="6298"/>
                    <a:pt x="42997" y="6521"/>
                    <a:pt x="39601" y="6979"/>
                  </a:cubicBezTo>
                  <a:cubicBezTo>
                    <a:pt x="18729" y="9788"/>
                    <a:pt x="5418" y="14003"/>
                    <a:pt x="0" y="19504"/>
                  </a:cubicBezTo>
                  <a:lnTo>
                    <a:pt x="262" y="19766"/>
                  </a:lnTo>
                  <a:cubicBezTo>
                    <a:pt x="3941" y="16015"/>
                    <a:pt x="13764" y="10824"/>
                    <a:pt x="39648" y="7348"/>
                  </a:cubicBezTo>
                  <a:cubicBezTo>
                    <a:pt x="43028" y="6893"/>
                    <a:pt x="46578" y="6672"/>
                    <a:pt x="50211" y="6672"/>
                  </a:cubicBezTo>
                  <a:cubicBezTo>
                    <a:pt x="62374" y="6672"/>
                    <a:pt x="75481" y="9153"/>
                    <a:pt x="86345" y="13682"/>
                  </a:cubicBezTo>
                  <a:cubicBezTo>
                    <a:pt x="94500" y="17075"/>
                    <a:pt x="101620" y="21742"/>
                    <a:pt x="108502" y="26255"/>
                  </a:cubicBezTo>
                  <a:cubicBezTo>
                    <a:pt x="119718" y="33625"/>
                    <a:pt x="130314" y="40578"/>
                    <a:pt x="144959" y="42435"/>
                  </a:cubicBezTo>
                  <a:cubicBezTo>
                    <a:pt x="147474" y="42754"/>
                    <a:pt x="149902" y="42906"/>
                    <a:pt x="152253" y="42906"/>
                  </a:cubicBezTo>
                  <a:cubicBezTo>
                    <a:pt x="172815" y="42906"/>
                    <a:pt x="187519" y="31340"/>
                    <a:pt x="202990" y="19171"/>
                  </a:cubicBezTo>
                  <a:cubicBezTo>
                    <a:pt x="205871" y="16908"/>
                    <a:pt x="208860" y="14563"/>
                    <a:pt x="211896" y="12277"/>
                  </a:cubicBezTo>
                  <a:cubicBezTo>
                    <a:pt x="219006" y="6920"/>
                    <a:pt x="230335" y="312"/>
                    <a:pt x="242921" y="312"/>
                  </a:cubicBezTo>
                  <a:cubicBezTo>
                    <a:pt x="250504" y="312"/>
                    <a:pt x="258543" y="2711"/>
                    <a:pt x="266391" y="9229"/>
                  </a:cubicBezTo>
                  <a:lnTo>
                    <a:pt x="266629" y="8943"/>
                  </a:lnTo>
                  <a:cubicBezTo>
                    <a:pt x="259467" y="3004"/>
                    <a:pt x="251508" y="0"/>
                    <a:pt x="2429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15"/>
            <p:cNvSpPr/>
            <p:nvPr/>
          </p:nvSpPr>
          <p:spPr>
            <a:xfrm>
              <a:off x="604525" y="2938825"/>
              <a:ext cx="6669025" cy="1033425"/>
            </a:xfrm>
            <a:custGeom>
              <a:rect b="b" l="l" r="r" t="t"/>
              <a:pathLst>
                <a:path extrusionOk="0" h="41337" w="266761">
                  <a:moveTo>
                    <a:pt x="242560" y="0"/>
                  </a:moveTo>
                  <a:cubicBezTo>
                    <a:pt x="241419" y="0"/>
                    <a:pt x="240266" y="53"/>
                    <a:pt x="239102" y="158"/>
                  </a:cubicBezTo>
                  <a:cubicBezTo>
                    <a:pt x="230303" y="955"/>
                    <a:pt x="220850" y="4861"/>
                    <a:pt x="211765" y="11445"/>
                  </a:cubicBezTo>
                  <a:cubicBezTo>
                    <a:pt x="208693" y="13683"/>
                    <a:pt x="205669" y="15969"/>
                    <a:pt x="202752" y="18184"/>
                  </a:cubicBezTo>
                  <a:cubicBezTo>
                    <a:pt x="187359" y="29863"/>
                    <a:pt x="172728" y="40966"/>
                    <a:pt x="152762" y="40966"/>
                  </a:cubicBezTo>
                  <a:cubicBezTo>
                    <a:pt x="150135" y="40966"/>
                    <a:pt x="147416" y="40773"/>
                    <a:pt x="144590" y="40365"/>
                  </a:cubicBezTo>
                  <a:cubicBezTo>
                    <a:pt x="130064" y="38269"/>
                    <a:pt x="119623" y="31150"/>
                    <a:pt x="108574" y="23613"/>
                  </a:cubicBezTo>
                  <a:cubicBezTo>
                    <a:pt x="101751" y="18969"/>
                    <a:pt x="94703" y="14171"/>
                    <a:pt x="86571" y="10611"/>
                  </a:cubicBezTo>
                  <a:cubicBezTo>
                    <a:pt x="75309" y="5677"/>
                    <a:pt x="61560" y="2931"/>
                    <a:pt x="48931" y="2931"/>
                  </a:cubicBezTo>
                  <a:cubicBezTo>
                    <a:pt x="45806" y="2931"/>
                    <a:pt x="42749" y="3099"/>
                    <a:pt x="39815" y="3444"/>
                  </a:cubicBezTo>
                  <a:cubicBezTo>
                    <a:pt x="18908" y="5885"/>
                    <a:pt x="5513" y="9861"/>
                    <a:pt x="1" y="15279"/>
                  </a:cubicBezTo>
                  <a:lnTo>
                    <a:pt x="251" y="15529"/>
                  </a:lnTo>
                  <a:cubicBezTo>
                    <a:pt x="4001" y="11850"/>
                    <a:pt x="13919" y="6825"/>
                    <a:pt x="39851" y="3801"/>
                  </a:cubicBezTo>
                  <a:cubicBezTo>
                    <a:pt x="42768" y="3459"/>
                    <a:pt x="45807" y="3292"/>
                    <a:pt x="48914" y="3292"/>
                  </a:cubicBezTo>
                  <a:cubicBezTo>
                    <a:pt x="61497" y="3292"/>
                    <a:pt x="75199" y="6027"/>
                    <a:pt x="86428" y="10945"/>
                  </a:cubicBezTo>
                  <a:cubicBezTo>
                    <a:pt x="94524" y="14493"/>
                    <a:pt x="101561" y="19279"/>
                    <a:pt x="108359" y="23922"/>
                  </a:cubicBezTo>
                  <a:cubicBezTo>
                    <a:pt x="119456" y="31471"/>
                    <a:pt x="129922" y="38615"/>
                    <a:pt x="144542" y="40734"/>
                  </a:cubicBezTo>
                  <a:cubicBezTo>
                    <a:pt x="147384" y="41144"/>
                    <a:pt x="150118" y="41337"/>
                    <a:pt x="152759" y="41337"/>
                  </a:cubicBezTo>
                  <a:cubicBezTo>
                    <a:pt x="172836" y="41337"/>
                    <a:pt x="187520" y="30193"/>
                    <a:pt x="202966" y="18481"/>
                  </a:cubicBezTo>
                  <a:cubicBezTo>
                    <a:pt x="205883" y="16267"/>
                    <a:pt x="208908" y="13969"/>
                    <a:pt x="211979" y="11742"/>
                  </a:cubicBezTo>
                  <a:cubicBezTo>
                    <a:pt x="219066" y="6599"/>
                    <a:pt x="230260" y="308"/>
                    <a:pt x="242600" y="308"/>
                  </a:cubicBezTo>
                  <a:cubicBezTo>
                    <a:pt x="250370" y="308"/>
                    <a:pt x="258594" y="2802"/>
                    <a:pt x="266534" y="9647"/>
                  </a:cubicBezTo>
                  <a:lnTo>
                    <a:pt x="266760" y="9373"/>
                  </a:lnTo>
                  <a:cubicBezTo>
                    <a:pt x="259527" y="3141"/>
                    <a:pt x="251396" y="0"/>
                    <a:pt x="242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15"/>
            <p:cNvSpPr/>
            <p:nvPr/>
          </p:nvSpPr>
          <p:spPr>
            <a:xfrm>
              <a:off x="603050" y="2916775"/>
              <a:ext cx="6670800" cy="1005800"/>
            </a:xfrm>
            <a:custGeom>
              <a:rect b="b" l="l" r="r" t="t"/>
              <a:pathLst>
                <a:path extrusionOk="0" h="40232" w="266832">
                  <a:moveTo>
                    <a:pt x="47581" y="0"/>
                  </a:moveTo>
                  <a:cubicBezTo>
                    <a:pt x="44993" y="0"/>
                    <a:pt x="42457" y="119"/>
                    <a:pt x="40005" y="361"/>
                  </a:cubicBezTo>
                  <a:cubicBezTo>
                    <a:pt x="19062" y="2445"/>
                    <a:pt x="5608" y="6183"/>
                    <a:pt x="0" y="11505"/>
                  </a:cubicBezTo>
                  <a:lnTo>
                    <a:pt x="250" y="11767"/>
                  </a:lnTo>
                  <a:cubicBezTo>
                    <a:pt x="4060" y="8148"/>
                    <a:pt x="14061" y="3302"/>
                    <a:pt x="40041" y="730"/>
                  </a:cubicBezTo>
                  <a:cubicBezTo>
                    <a:pt x="42490" y="487"/>
                    <a:pt x="45023" y="368"/>
                    <a:pt x="47608" y="368"/>
                  </a:cubicBezTo>
                  <a:cubicBezTo>
                    <a:pt x="60603" y="368"/>
                    <a:pt x="74908" y="3370"/>
                    <a:pt x="86487" y="8683"/>
                  </a:cubicBezTo>
                  <a:cubicBezTo>
                    <a:pt x="94524" y="12362"/>
                    <a:pt x="101477" y="17292"/>
                    <a:pt x="108192" y="22042"/>
                  </a:cubicBezTo>
                  <a:cubicBezTo>
                    <a:pt x="119146" y="29793"/>
                    <a:pt x="129504" y="37116"/>
                    <a:pt x="144078" y="39473"/>
                  </a:cubicBezTo>
                  <a:cubicBezTo>
                    <a:pt x="147258" y="39990"/>
                    <a:pt x="150307" y="40232"/>
                    <a:pt x="153246" y="40232"/>
                  </a:cubicBezTo>
                  <a:cubicBezTo>
                    <a:pt x="172829" y="40232"/>
                    <a:pt x="187478" y="29509"/>
                    <a:pt x="202883" y="18256"/>
                  </a:cubicBezTo>
                  <a:cubicBezTo>
                    <a:pt x="205835" y="16089"/>
                    <a:pt x="208895" y="13851"/>
                    <a:pt x="212015" y="11672"/>
                  </a:cubicBezTo>
                  <a:cubicBezTo>
                    <a:pt x="219065" y="6740"/>
                    <a:pt x="230090" y="772"/>
                    <a:pt x="242173" y="772"/>
                  </a:cubicBezTo>
                  <a:cubicBezTo>
                    <a:pt x="250128" y="772"/>
                    <a:pt x="258541" y="3359"/>
                    <a:pt x="266581" y="10529"/>
                  </a:cubicBezTo>
                  <a:lnTo>
                    <a:pt x="266831" y="10255"/>
                  </a:lnTo>
                  <a:cubicBezTo>
                    <a:pt x="259528" y="3740"/>
                    <a:pt x="251234" y="461"/>
                    <a:pt x="242138" y="461"/>
                  </a:cubicBezTo>
                  <a:cubicBezTo>
                    <a:pt x="241209" y="461"/>
                    <a:pt x="240272" y="495"/>
                    <a:pt x="239328" y="563"/>
                  </a:cubicBezTo>
                  <a:cubicBezTo>
                    <a:pt x="230517" y="1206"/>
                    <a:pt x="220992" y="4945"/>
                    <a:pt x="211800" y="11374"/>
                  </a:cubicBezTo>
                  <a:cubicBezTo>
                    <a:pt x="208681" y="13553"/>
                    <a:pt x="205621" y="15791"/>
                    <a:pt x="202668" y="17958"/>
                  </a:cubicBezTo>
                  <a:cubicBezTo>
                    <a:pt x="187317" y="29187"/>
                    <a:pt x="172706" y="39865"/>
                    <a:pt x="153219" y="39865"/>
                  </a:cubicBezTo>
                  <a:cubicBezTo>
                    <a:pt x="150307" y="39865"/>
                    <a:pt x="147286" y="39627"/>
                    <a:pt x="144137" y="39116"/>
                  </a:cubicBezTo>
                  <a:cubicBezTo>
                    <a:pt x="129635" y="36770"/>
                    <a:pt x="119325" y="29472"/>
                    <a:pt x="108406" y="21745"/>
                  </a:cubicBezTo>
                  <a:cubicBezTo>
                    <a:pt x="101679" y="16982"/>
                    <a:pt x="94702" y="12053"/>
                    <a:pt x="86642" y="8350"/>
                  </a:cubicBezTo>
                  <a:cubicBezTo>
                    <a:pt x="75006" y="3014"/>
                    <a:pt x="60634" y="0"/>
                    <a:pt x="475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15"/>
            <p:cNvSpPr/>
            <p:nvPr/>
          </p:nvSpPr>
          <p:spPr>
            <a:xfrm>
              <a:off x="603625" y="2820875"/>
              <a:ext cx="6670225" cy="1052250"/>
            </a:xfrm>
            <a:custGeom>
              <a:rect b="b" l="l" r="r" t="t"/>
              <a:pathLst>
                <a:path extrusionOk="0" h="42090" w="266809">
                  <a:moveTo>
                    <a:pt x="46344" y="0"/>
                  </a:moveTo>
                  <a:cubicBezTo>
                    <a:pt x="44253" y="0"/>
                    <a:pt x="42198" y="80"/>
                    <a:pt x="40196" y="244"/>
                  </a:cubicBezTo>
                  <a:cubicBezTo>
                    <a:pt x="19218" y="1959"/>
                    <a:pt x="5692" y="5471"/>
                    <a:pt x="1" y="10686"/>
                  </a:cubicBezTo>
                  <a:lnTo>
                    <a:pt x="239" y="10948"/>
                  </a:lnTo>
                  <a:cubicBezTo>
                    <a:pt x="4120" y="7400"/>
                    <a:pt x="14193" y="2721"/>
                    <a:pt x="40220" y="601"/>
                  </a:cubicBezTo>
                  <a:cubicBezTo>
                    <a:pt x="42208" y="440"/>
                    <a:pt x="44249" y="360"/>
                    <a:pt x="46327" y="360"/>
                  </a:cubicBezTo>
                  <a:cubicBezTo>
                    <a:pt x="59706" y="360"/>
                    <a:pt x="74600" y="3646"/>
                    <a:pt x="86524" y="9376"/>
                  </a:cubicBezTo>
                  <a:cubicBezTo>
                    <a:pt x="94501" y="13198"/>
                    <a:pt x="101359" y="18234"/>
                    <a:pt x="107991" y="23104"/>
                  </a:cubicBezTo>
                  <a:cubicBezTo>
                    <a:pt x="118813" y="31046"/>
                    <a:pt x="129029" y="38546"/>
                    <a:pt x="143566" y="41166"/>
                  </a:cubicBezTo>
                  <a:cubicBezTo>
                    <a:pt x="147069" y="41797"/>
                    <a:pt x="150419" y="42090"/>
                    <a:pt x="153641" y="42090"/>
                  </a:cubicBezTo>
                  <a:cubicBezTo>
                    <a:pt x="172769" y="42090"/>
                    <a:pt x="187383" y="31783"/>
                    <a:pt x="202729" y="20961"/>
                  </a:cubicBezTo>
                  <a:cubicBezTo>
                    <a:pt x="205729" y="18854"/>
                    <a:pt x="208825" y="16663"/>
                    <a:pt x="211980" y="14543"/>
                  </a:cubicBezTo>
                  <a:cubicBezTo>
                    <a:pt x="218983" y="9825"/>
                    <a:pt x="229850" y="4171"/>
                    <a:pt x="241687" y="4171"/>
                  </a:cubicBezTo>
                  <a:cubicBezTo>
                    <a:pt x="249833" y="4171"/>
                    <a:pt x="258438" y="6849"/>
                    <a:pt x="266558" y="14353"/>
                  </a:cubicBezTo>
                  <a:lnTo>
                    <a:pt x="266808" y="14091"/>
                  </a:lnTo>
                  <a:cubicBezTo>
                    <a:pt x="259457" y="7303"/>
                    <a:pt x="251007" y="3862"/>
                    <a:pt x="241659" y="3862"/>
                  </a:cubicBezTo>
                  <a:cubicBezTo>
                    <a:pt x="240939" y="3862"/>
                    <a:pt x="240214" y="3882"/>
                    <a:pt x="239483" y="3923"/>
                  </a:cubicBezTo>
                  <a:cubicBezTo>
                    <a:pt x="230661" y="4411"/>
                    <a:pt x="221076" y="7971"/>
                    <a:pt x="211777" y="14246"/>
                  </a:cubicBezTo>
                  <a:cubicBezTo>
                    <a:pt x="208622" y="16365"/>
                    <a:pt x="205515" y="18556"/>
                    <a:pt x="202526" y="20663"/>
                  </a:cubicBezTo>
                  <a:cubicBezTo>
                    <a:pt x="187233" y="31450"/>
                    <a:pt x="172655" y="41722"/>
                    <a:pt x="153612" y="41722"/>
                  </a:cubicBezTo>
                  <a:cubicBezTo>
                    <a:pt x="150417" y="41722"/>
                    <a:pt x="147097" y="41433"/>
                    <a:pt x="143626" y="40809"/>
                  </a:cubicBezTo>
                  <a:cubicBezTo>
                    <a:pt x="129172" y="38201"/>
                    <a:pt x="118992" y="30724"/>
                    <a:pt x="108205" y="22806"/>
                  </a:cubicBezTo>
                  <a:cubicBezTo>
                    <a:pt x="101561" y="17925"/>
                    <a:pt x="94679" y="12877"/>
                    <a:pt x="86678" y="9043"/>
                  </a:cubicBezTo>
                  <a:cubicBezTo>
                    <a:pt x="74718" y="3305"/>
                    <a:pt x="59772" y="0"/>
                    <a:pt x="463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15"/>
            <p:cNvSpPr/>
            <p:nvPr/>
          </p:nvSpPr>
          <p:spPr>
            <a:xfrm>
              <a:off x="606025" y="2724425"/>
              <a:ext cx="6667825" cy="1099375"/>
            </a:xfrm>
            <a:custGeom>
              <a:rect b="b" l="l" r="r" t="t"/>
              <a:pathLst>
                <a:path extrusionOk="0" h="43975" w="266713">
                  <a:moveTo>
                    <a:pt x="45120" y="1"/>
                  </a:moveTo>
                  <a:cubicBezTo>
                    <a:pt x="43512" y="1"/>
                    <a:pt x="41927" y="50"/>
                    <a:pt x="40374" y="149"/>
                  </a:cubicBezTo>
                  <a:cubicBezTo>
                    <a:pt x="19372" y="1495"/>
                    <a:pt x="5787" y="4769"/>
                    <a:pt x="0" y="9889"/>
                  </a:cubicBezTo>
                  <a:lnTo>
                    <a:pt x="250" y="10150"/>
                  </a:lnTo>
                  <a:cubicBezTo>
                    <a:pt x="4191" y="6674"/>
                    <a:pt x="14335" y="2185"/>
                    <a:pt x="40410" y="518"/>
                  </a:cubicBezTo>
                  <a:cubicBezTo>
                    <a:pt x="41956" y="419"/>
                    <a:pt x="43534" y="370"/>
                    <a:pt x="45136" y="370"/>
                  </a:cubicBezTo>
                  <a:cubicBezTo>
                    <a:pt x="58853" y="370"/>
                    <a:pt x="74318" y="3961"/>
                    <a:pt x="86547" y="10091"/>
                  </a:cubicBezTo>
                  <a:cubicBezTo>
                    <a:pt x="94441" y="14044"/>
                    <a:pt x="101227" y="19211"/>
                    <a:pt x="107776" y="24188"/>
                  </a:cubicBezTo>
                  <a:cubicBezTo>
                    <a:pt x="118432" y="32332"/>
                    <a:pt x="128528" y="39999"/>
                    <a:pt x="143018" y="42869"/>
                  </a:cubicBezTo>
                  <a:cubicBezTo>
                    <a:pt x="146843" y="43627"/>
                    <a:pt x="150492" y="43975"/>
                    <a:pt x="153996" y="43975"/>
                  </a:cubicBezTo>
                  <a:cubicBezTo>
                    <a:pt x="172677" y="43975"/>
                    <a:pt x="187246" y="34086"/>
                    <a:pt x="202525" y="23700"/>
                  </a:cubicBezTo>
                  <a:cubicBezTo>
                    <a:pt x="205562" y="21640"/>
                    <a:pt x="208693" y="19509"/>
                    <a:pt x="211884" y="17449"/>
                  </a:cubicBezTo>
                  <a:cubicBezTo>
                    <a:pt x="218840" y="12936"/>
                    <a:pt x="229526" y="7594"/>
                    <a:pt x="241107" y="7594"/>
                  </a:cubicBezTo>
                  <a:cubicBezTo>
                    <a:pt x="249447" y="7594"/>
                    <a:pt x="258252" y="10365"/>
                    <a:pt x="266462" y="18211"/>
                  </a:cubicBezTo>
                  <a:lnTo>
                    <a:pt x="266712" y="17949"/>
                  </a:lnTo>
                  <a:cubicBezTo>
                    <a:pt x="259310" y="10864"/>
                    <a:pt x="250693" y="7276"/>
                    <a:pt x="241074" y="7276"/>
                  </a:cubicBezTo>
                  <a:cubicBezTo>
                    <a:pt x="240574" y="7276"/>
                    <a:pt x="240071" y="7285"/>
                    <a:pt x="239566" y="7305"/>
                  </a:cubicBezTo>
                  <a:cubicBezTo>
                    <a:pt x="230731" y="7638"/>
                    <a:pt x="221099" y="11043"/>
                    <a:pt x="211681" y="17139"/>
                  </a:cubicBezTo>
                  <a:cubicBezTo>
                    <a:pt x="208490" y="19211"/>
                    <a:pt x="205359" y="21342"/>
                    <a:pt x="202323" y="23402"/>
                  </a:cubicBezTo>
                  <a:cubicBezTo>
                    <a:pt x="187090" y="33751"/>
                    <a:pt x="172575" y="43610"/>
                    <a:pt x="153990" y="43610"/>
                  </a:cubicBezTo>
                  <a:cubicBezTo>
                    <a:pt x="150510" y="43610"/>
                    <a:pt x="146887" y="43265"/>
                    <a:pt x="143089" y="42512"/>
                  </a:cubicBezTo>
                  <a:cubicBezTo>
                    <a:pt x="128683" y="39654"/>
                    <a:pt x="118622" y="31998"/>
                    <a:pt x="107990" y="23902"/>
                  </a:cubicBezTo>
                  <a:cubicBezTo>
                    <a:pt x="101418" y="18913"/>
                    <a:pt x="94631" y="13734"/>
                    <a:pt x="86701" y="9758"/>
                  </a:cubicBezTo>
                  <a:cubicBezTo>
                    <a:pt x="74419" y="3595"/>
                    <a:pt x="58900" y="1"/>
                    <a:pt x="45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15"/>
            <p:cNvSpPr/>
            <p:nvPr/>
          </p:nvSpPr>
          <p:spPr>
            <a:xfrm>
              <a:off x="610775" y="2627700"/>
              <a:ext cx="6663075" cy="1147100"/>
            </a:xfrm>
            <a:custGeom>
              <a:rect b="b" l="l" r="r" t="t"/>
              <a:pathLst>
                <a:path extrusionOk="0" h="45884" w="266523">
                  <a:moveTo>
                    <a:pt x="43919" y="0"/>
                  </a:moveTo>
                  <a:cubicBezTo>
                    <a:pt x="42779" y="0"/>
                    <a:pt x="41652" y="26"/>
                    <a:pt x="40541" y="77"/>
                  </a:cubicBezTo>
                  <a:cubicBezTo>
                    <a:pt x="19515" y="1054"/>
                    <a:pt x="5870" y="4090"/>
                    <a:pt x="1" y="9102"/>
                  </a:cubicBezTo>
                  <a:lnTo>
                    <a:pt x="239" y="9376"/>
                  </a:lnTo>
                  <a:cubicBezTo>
                    <a:pt x="4227" y="5971"/>
                    <a:pt x="14467" y="1649"/>
                    <a:pt x="40553" y="434"/>
                  </a:cubicBezTo>
                  <a:cubicBezTo>
                    <a:pt x="41663" y="383"/>
                    <a:pt x="42788" y="357"/>
                    <a:pt x="43926" y="357"/>
                  </a:cubicBezTo>
                  <a:cubicBezTo>
                    <a:pt x="57980" y="357"/>
                    <a:pt x="73989" y="4252"/>
                    <a:pt x="86523" y="10817"/>
                  </a:cubicBezTo>
                  <a:cubicBezTo>
                    <a:pt x="94346" y="14912"/>
                    <a:pt x="101037" y="20187"/>
                    <a:pt x="107502" y="25283"/>
                  </a:cubicBezTo>
                  <a:cubicBezTo>
                    <a:pt x="118039" y="33593"/>
                    <a:pt x="127981" y="41451"/>
                    <a:pt x="142411" y="44571"/>
                  </a:cubicBezTo>
                  <a:cubicBezTo>
                    <a:pt x="146566" y="45473"/>
                    <a:pt x="150520" y="45883"/>
                    <a:pt x="154313" y="45883"/>
                  </a:cubicBezTo>
                  <a:cubicBezTo>
                    <a:pt x="172548" y="45883"/>
                    <a:pt x="187052" y="36397"/>
                    <a:pt x="202240" y="26461"/>
                  </a:cubicBezTo>
                  <a:cubicBezTo>
                    <a:pt x="205312" y="24449"/>
                    <a:pt x="208491" y="22378"/>
                    <a:pt x="211706" y="20365"/>
                  </a:cubicBezTo>
                  <a:cubicBezTo>
                    <a:pt x="218611" y="16054"/>
                    <a:pt x="229117" y="11007"/>
                    <a:pt x="240446" y="11007"/>
                  </a:cubicBezTo>
                  <a:cubicBezTo>
                    <a:pt x="248983" y="11007"/>
                    <a:pt x="257988" y="13873"/>
                    <a:pt x="266272" y="22080"/>
                  </a:cubicBezTo>
                  <a:lnTo>
                    <a:pt x="266522" y="21818"/>
                  </a:lnTo>
                  <a:cubicBezTo>
                    <a:pt x="259063" y="14429"/>
                    <a:pt x="250259" y="10690"/>
                    <a:pt x="240352" y="10690"/>
                  </a:cubicBezTo>
                  <a:cubicBezTo>
                    <a:pt x="240091" y="10690"/>
                    <a:pt x="239829" y="10692"/>
                    <a:pt x="239566" y="10698"/>
                  </a:cubicBezTo>
                  <a:cubicBezTo>
                    <a:pt x="230732" y="10876"/>
                    <a:pt x="221040" y="14115"/>
                    <a:pt x="211515" y="20056"/>
                  </a:cubicBezTo>
                  <a:cubicBezTo>
                    <a:pt x="208300" y="22068"/>
                    <a:pt x="205122" y="24152"/>
                    <a:pt x="202050" y="26152"/>
                  </a:cubicBezTo>
                  <a:cubicBezTo>
                    <a:pt x="186888" y="36065"/>
                    <a:pt x="172430" y="45521"/>
                    <a:pt x="154274" y="45521"/>
                  </a:cubicBezTo>
                  <a:cubicBezTo>
                    <a:pt x="150515" y="45521"/>
                    <a:pt x="146598" y="45116"/>
                    <a:pt x="142483" y="44226"/>
                  </a:cubicBezTo>
                  <a:cubicBezTo>
                    <a:pt x="128136" y="41118"/>
                    <a:pt x="118218" y="33284"/>
                    <a:pt x="107716" y="24997"/>
                  </a:cubicBezTo>
                  <a:cubicBezTo>
                    <a:pt x="101239" y="19889"/>
                    <a:pt x="94548" y="14603"/>
                    <a:pt x="86690" y="10495"/>
                  </a:cubicBezTo>
                  <a:cubicBezTo>
                    <a:pt x="74109" y="3907"/>
                    <a:pt x="58032" y="0"/>
                    <a:pt x="439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15"/>
            <p:cNvSpPr/>
            <p:nvPr/>
          </p:nvSpPr>
          <p:spPr>
            <a:xfrm>
              <a:off x="617325" y="2530375"/>
              <a:ext cx="6656525" cy="1195600"/>
            </a:xfrm>
            <a:custGeom>
              <a:rect b="b" l="l" r="r" t="t"/>
              <a:pathLst>
                <a:path extrusionOk="0" h="47824" w="266261">
                  <a:moveTo>
                    <a:pt x="42753" y="0"/>
                  </a:moveTo>
                  <a:cubicBezTo>
                    <a:pt x="42062" y="0"/>
                    <a:pt x="41376" y="10"/>
                    <a:pt x="40696" y="29"/>
                  </a:cubicBezTo>
                  <a:cubicBezTo>
                    <a:pt x="19646" y="637"/>
                    <a:pt x="5966" y="3435"/>
                    <a:pt x="1" y="8352"/>
                  </a:cubicBezTo>
                  <a:lnTo>
                    <a:pt x="227" y="8626"/>
                  </a:lnTo>
                  <a:cubicBezTo>
                    <a:pt x="4287" y="5292"/>
                    <a:pt x="14598" y="1149"/>
                    <a:pt x="40696" y="387"/>
                  </a:cubicBezTo>
                  <a:cubicBezTo>
                    <a:pt x="41375" y="367"/>
                    <a:pt x="42061" y="357"/>
                    <a:pt x="42751" y="357"/>
                  </a:cubicBezTo>
                  <a:cubicBezTo>
                    <a:pt x="57119" y="357"/>
                    <a:pt x="73684" y="4580"/>
                    <a:pt x="86476" y="11566"/>
                  </a:cubicBezTo>
                  <a:cubicBezTo>
                    <a:pt x="94239" y="15805"/>
                    <a:pt x="100823" y="21199"/>
                    <a:pt x="107193" y="26402"/>
                  </a:cubicBezTo>
                  <a:cubicBezTo>
                    <a:pt x="117587" y="34903"/>
                    <a:pt x="127397" y="42927"/>
                    <a:pt x="141768" y="46297"/>
                  </a:cubicBezTo>
                  <a:cubicBezTo>
                    <a:pt x="146242" y="47349"/>
                    <a:pt x="150491" y="47823"/>
                    <a:pt x="154562" y="47823"/>
                  </a:cubicBezTo>
                  <a:cubicBezTo>
                    <a:pt x="172376" y="47823"/>
                    <a:pt x="186800" y="38740"/>
                    <a:pt x="201919" y="29223"/>
                  </a:cubicBezTo>
                  <a:cubicBezTo>
                    <a:pt x="205014" y="27271"/>
                    <a:pt x="208229" y="25259"/>
                    <a:pt x="211479" y="23306"/>
                  </a:cubicBezTo>
                  <a:cubicBezTo>
                    <a:pt x="218321" y="19200"/>
                    <a:pt x="228632" y="14450"/>
                    <a:pt x="239705" y="14450"/>
                  </a:cubicBezTo>
                  <a:cubicBezTo>
                    <a:pt x="248443" y="14450"/>
                    <a:pt x="257655" y="17408"/>
                    <a:pt x="266010" y="25973"/>
                  </a:cubicBezTo>
                  <a:lnTo>
                    <a:pt x="266260" y="25711"/>
                  </a:lnTo>
                  <a:cubicBezTo>
                    <a:pt x="258758" y="18019"/>
                    <a:pt x="249789" y="14126"/>
                    <a:pt x="239600" y="14126"/>
                  </a:cubicBezTo>
                  <a:cubicBezTo>
                    <a:pt x="239569" y="14126"/>
                    <a:pt x="239538" y="14126"/>
                    <a:pt x="239507" y="14126"/>
                  </a:cubicBezTo>
                  <a:cubicBezTo>
                    <a:pt x="230672" y="14150"/>
                    <a:pt x="220921" y="17222"/>
                    <a:pt x="211301" y="22996"/>
                  </a:cubicBezTo>
                  <a:cubicBezTo>
                    <a:pt x="208038" y="24949"/>
                    <a:pt x="204824" y="26973"/>
                    <a:pt x="201728" y="28926"/>
                  </a:cubicBezTo>
                  <a:cubicBezTo>
                    <a:pt x="186657" y="38411"/>
                    <a:pt x="172266" y="47461"/>
                    <a:pt x="154532" y="47461"/>
                  </a:cubicBezTo>
                  <a:cubicBezTo>
                    <a:pt x="150494" y="47461"/>
                    <a:pt x="146283" y="46992"/>
                    <a:pt x="141852" y="45952"/>
                  </a:cubicBezTo>
                  <a:cubicBezTo>
                    <a:pt x="127564" y="42594"/>
                    <a:pt x="117777" y="34593"/>
                    <a:pt x="107431" y="26128"/>
                  </a:cubicBezTo>
                  <a:cubicBezTo>
                    <a:pt x="101037" y="20901"/>
                    <a:pt x="94441" y="15507"/>
                    <a:pt x="86654" y="11245"/>
                  </a:cubicBezTo>
                  <a:cubicBezTo>
                    <a:pt x="73804" y="4235"/>
                    <a:pt x="57180" y="0"/>
                    <a:pt x="427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15"/>
            <p:cNvSpPr/>
            <p:nvPr/>
          </p:nvSpPr>
          <p:spPr>
            <a:xfrm>
              <a:off x="625950" y="2432750"/>
              <a:ext cx="6647900" cy="1244800"/>
            </a:xfrm>
            <a:custGeom>
              <a:rect b="b" l="l" r="r" t="t"/>
              <a:pathLst>
                <a:path extrusionOk="0" h="49792" w="265916">
                  <a:moveTo>
                    <a:pt x="41667" y="0"/>
                  </a:moveTo>
                  <a:cubicBezTo>
                    <a:pt x="41386" y="0"/>
                    <a:pt x="41106" y="2"/>
                    <a:pt x="40827" y="5"/>
                  </a:cubicBezTo>
                  <a:cubicBezTo>
                    <a:pt x="19777" y="243"/>
                    <a:pt x="6049" y="2803"/>
                    <a:pt x="1" y="7613"/>
                  </a:cubicBezTo>
                  <a:lnTo>
                    <a:pt x="227" y="7899"/>
                  </a:lnTo>
                  <a:cubicBezTo>
                    <a:pt x="4335" y="4625"/>
                    <a:pt x="14717" y="672"/>
                    <a:pt x="40827" y="362"/>
                  </a:cubicBezTo>
                  <a:cubicBezTo>
                    <a:pt x="41089" y="360"/>
                    <a:pt x="41350" y="358"/>
                    <a:pt x="41613" y="358"/>
                  </a:cubicBezTo>
                  <a:cubicBezTo>
                    <a:pt x="56276" y="358"/>
                    <a:pt x="73363" y="4913"/>
                    <a:pt x="86405" y="12340"/>
                  </a:cubicBezTo>
                  <a:cubicBezTo>
                    <a:pt x="94096" y="16710"/>
                    <a:pt x="100585" y="22210"/>
                    <a:pt x="106871" y="27532"/>
                  </a:cubicBezTo>
                  <a:cubicBezTo>
                    <a:pt x="117111" y="36212"/>
                    <a:pt x="126779" y="44404"/>
                    <a:pt x="141078" y="48035"/>
                  </a:cubicBezTo>
                  <a:cubicBezTo>
                    <a:pt x="145866" y="49249"/>
                    <a:pt x="150405" y="49792"/>
                    <a:pt x="154753" y="49792"/>
                  </a:cubicBezTo>
                  <a:cubicBezTo>
                    <a:pt x="172149" y="49792"/>
                    <a:pt x="186490" y="41108"/>
                    <a:pt x="201502" y="32021"/>
                  </a:cubicBezTo>
                  <a:cubicBezTo>
                    <a:pt x="204645" y="30116"/>
                    <a:pt x="207884" y="28152"/>
                    <a:pt x="211182" y="26258"/>
                  </a:cubicBezTo>
                  <a:cubicBezTo>
                    <a:pt x="217949" y="22353"/>
                    <a:pt x="228064" y="17884"/>
                    <a:pt x="238884" y="17884"/>
                  </a:cubicBezTo>
                  <a:cubicBezTo>
                    <a:pt x="247824" y="17884"/>
                    <a:pt x="257244" y="20936"/>
                    <a:pt x="265653" y="29878"/>
                  </a:cubicBezTo>
                  <a:lnTo>
                    <a:pt x="265915" y="29628"/>
                  </a:lnTo>
                  <a:cubicBezTo>
                    <a:pt x="258521" y="21770"/>
                    <a:pt x="249592" y="17722"/>
                    <a:pt x="239364" y="17567"/>
                  </a:cubicBezTo>
                  <a:cubicBezTo>
                    <a:pt x="239173" y="17564"/>
                    <a:pt x="238981" y="17563"/>
                    <a:pt x="238788" y="17563"/>
                  </a:cubicBezTo>
                  <a:cubicBezTo>
                    <a:pt x="230104" y="17563"/>
                    <a:pt x="220508" y="20451"/>
                    <a:pt x="211003" y="25937"/>
                  </a:cubicBezTo>
                  <a:cubicBezTo>
                    <a:pt x="207717" y="27842"/>
                    <a:pt x="204467" y="29807"/>
                    <a:pt x="201336" y="31700"/>
                  </a:cubicBezTo>
                  <a:cubicBezTo>
                    <a:pt x="186364" y="40762"/>
                    <a:pt x="172056" y="49421"/>
                    <a:pt x="154743" y="49421"/>
                  </a:cubicBezTo>
                  <a:cubicBezTo>
                    <a:pt x="150426" y="49421"/>
                    <a:pt x="145921" y="48883"/>
                    <a:pt x="141173" y="47678"/>
                  </a:cubicBezTo>
                  <a:cubicBezTo>
                    <a:pt x="126945" y="44082"/>
                    <a:pt x="117301" y="35903"/>
                    <a:pt x="107098" y="27259"/>
                  </a:cubicBezTo>
                  <a:cubicBezTo>
                    <a:pt x="100799" y="21925"/>
                    <a:pt x="94298" y="16412"/>
                    <a:pt x="86583" y="12031"/>
                  </a:cubicBezTo>
                  <a:cubicBezTo>
                    <a:pt x="73509" y="4577"/>
                    <a:pt x="56377" y="0"/>
                    <a:pt x="416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15"/>
            <p:cNvSpPr/>
            <p:nvPr/>
          </p:nvSpPr>
          <p:spPr>
            <a:xfrm>
              <a:off x="636675" y="2334800"/>
              <a:ext cx="6637450" cy="1294425"/>
            </a:xfrm>
            <a:custGeom>
              <a:rect b="b" l="l" r="r" t="t"/>
              <a:pathLst>
                <a:path extrusionOk="0" h="51777" w="265498">
                  <a:moveTo>
                    <a:pt x="39287" y="1"/>
                  </a:moveTo>
                  <a:cubicBezTo>
                    <a:pt x="19177" y="1"/>
                    <a:pt x="5968" y="2322"/>
                    <a:pt x="0" y="6900"/>
                  </a:cubicBezTo>
                  <a:lnTo>
                    <a:pt x="227" y="7186"/>
                  </a:lnTo>
                  <a:cubicBezTo>
                    <a:pt x="4311" y="4047"/>
                    <a:pt x="14422" y="359"/>
                    <a:pt x="39404" y="359"/>
                  </a:cubicBezTo>
                  <a:cubicBezTo>
                    <a:pt x="39912" y="359"/>
                    <a:pt x="40426" y="360"/>
                    <a:pt x="40946" y="363"/>
                  </a:cubicBezTo>
                  <a:cubicBezTo>
                    <a:pt x="55781" y="447"/>
                    <a:pt x="73164" y="5340"/>
                    <a:pt x="86309" y="13127"/>
                  </a:cubicBezTo>
                  <a:cubicBezTo>
                    <a:pt x="93917" y="17639"/>
                    <a:pt x="100311" y="23247"/>
                    <a:pt x="106502" y="28676"/>
                  </a:cubicBezTo>
                  <a:cubicBezTo>
                    <a:pt x="116586" y="37535"/>
                    <a:pt x="126111" y="45905"/>
                    <a:pt x="140363" y="49774"/>
                  </a:cubicBezTo>
                  <a:cubicBezTo>
                    <a:pt x="145461" y="51162"/>
                    <a:pt x="150287" y="51777"/>
                    <a:pt x="154911" y="51777"/>
                  </a:cubicBezTo>
                  <a:cubicBezTo>
                    <a:pt x="171899" y="51777"/>
                    <a:pt x="186153" y="43484"/>
                    <a:pt x="201061" y="34808"/>
                  </a:cubicBezTo>
                  <a:cubicBezTo>
                    <a:pt x="204228" y="32963"/>
                    <a:pt x="207503" y="31058"/>
                    <a:pt x="210836" y="29212"/>
                  </a:cubicBezTo>
                  <a:cubicBezTo>
                    <a:pt x="217522" y="25512"/>
                    <a:pt x="227422" y="21326"/>
                    <a:pt x="237978" y="21326"/>
                  </a:cubicBezTo>
                  <a:cubicBezTo>
                    <a:pt x="247122" y="21326"/>
                    <a:pt x="256758" y="24467"/>
                    <a:pt x="265224" y="33784"/>
                  </a:cubicBezTo>
                  <a:lnTo>
                    <a:pt x="265498" y="33546"/>
                  </a:lnTo>
                  <a:cubicBezTo>
                    <a:pt x="258247" y="25569"/>
                    <a:pt x="249377" y="21354"/>
                    <a:pt x="239149" y="21033"/>
                  </a:cubicBezTo>
                  <a:cubicBezTo>
                    <a:pt x="238730" y="21019"/>
                    <a:pt x="238308" y="21012"/>
                    <a:pt x="237884" y="21012"/>
                  </a:cubicBezTo>
                  <a:cubicBezTo>
                    <a:pt x="229391" y="21012"/>
                    <a:pt x="220013" y="23731"/>
                    <a:pt x="210658" y="28903"/>
                  </a:cubicBezTo>
                  <a:cubicBezTo>
                    <a:pt x="207324" y="30748"/>
                    <a:pt x="204050" y="32653"/>
                    <a:pt x="200871" y="34498"/>
                  </a:cubicBezTo>
                  <a:cubicBezTo>
                    <a:pt x="186013" y="43140"/>
                    <a:pt x="171810" y="51406"/>
                    <a:pt x="154899" y="51406"/>
                  </a:cubicBezTo>
                  <a:cubicBezTo>
                    <a:pt x="150304" y="51406"/>
                    <a:pt x="145509" y="50796"/>
                    <a:pt x="140447" y="49417"/>
                  </a:cubicBezTo>
                  <a:cubicBezTo>
                    <a:pt x="126290" y="45571"/>
                    <a:pt x="116789" y="37237"/>
                    <a:pt x="106740" y="28402"/>
                  </a:cubicBezTo>
                  <a:cubicBezTo>
                    <a:pt x="100537" y="22961"/>
                    <a:pt x="94131" y="17342"/>
                    <a:pt x="86499" y="12817"/>
                  </a:cubicBezTo>
                  <a:cubicBezTo>
                    <a:pt x="73295" y="4995"/>
                    <a:pt x="55841" y="89"/>
                    <a:pt x="40958" y="6"/>
                  </a:cubicBezTo>
                  <a:cubicBezTo>
                    <a:pt x="40396" y="3"/>
                    <a:pt x="39839" y="1"/>
                    <a:pt x="392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15"/>
            <p:cNvSpPr/>
            <p:nvPr/>
          </p:nvSpPr>
          <p:spPr>
            <a:xfrm>
              <a:off x="649475" y="2235200"/>
              <a:ext cx="6624950" cy="1345700"/>
            </a:xfrm>
            <a:custGeom>
              <a:rect b="b" l="l" r="r" t="t"/>
              <a:pathLst>
                <a:path extrusionOk="0" h="53828" w="264998">
                  <a:moveTo>
                    <a:pt x="35160" y="0"/>
                  </a:moveTo>
                  <a:cubicBezTo>
                    <a:pt x="17419" y="0"/>
                    <a:pt x="5602" y="2101"/>
                    <a:pt x="0" y="6240"/>
                  </a:cubicBezTo>
                  <a:lnTo>
                    <a:pt x="215" y="6538"/>
                  </a:lnTo>
                  <a:cubicBezTo>
                    <a:pt x="4112" y="3654"/>
                    <a:pt x="13403" y="362"/>
                    <a:pt x="35411" y="362"/>
                  </a:cubicBezTo>
                  <a:cubicBezTo>
                    <a:pt x="37206" y="362"/>
                    <a:pt x="39085" y="384"/>
                    <a:pt x="41053" y="430"/>
                  </a:cubicBezTo>
                  <a:cubicBezTo>
                    <a:pt x="55876" y="787"/>
                    <a:pt x="73176" y="5978"/>
                    <a:pt x="86202" y="13979"/>
                  </a:cubicBezTo>
                  <a:cubicBezTo>
                    <a:pt x="93726" y="18623"/>
                    <a:pt x="100025" y="24350"/>
                    <a:pt x="106109" y="29886"/>
                  </a:cubicBezTo>
                  <a:cubicBezTo>
                    <a:pt x="116039" y="38911"/>
                    <a:pt x="125421" y="47436"/>
                    <a:pt x="139601" y="51567"/>
                  </a:cubicBezTo>
                  <a:cubicBezTo>
                    <a:pt x="145004" y="53139"/>
                    <a:pt x="150116" y="53827"/>
                    <a:pt x="155015" y="53827"/>
                  </a:cubicBezTo>
                  <a:cubicBezTo>
                    <a:pt x="171610" y="53827"/>
                    <a:pt x="185768" y="45925"/>
                    <a:pt x="200549" y="37661"/>
                  </a:cubicBezTo>
                  <a:cubicBezTo>
                    <a:pt x="203752" y="35875"/>
                    <a:pt x="207062" y="34030"/>
                    <a:pt x="210420" y="32244"/>
                  </a:cubicBezTo>
                  <a:cubicBezTo>
                    <a:pt x="217020" y="28737"/>
                    <a:pt x="226700" y="24823"/>
                    <a:pt x="236995" y="24823"/>
                  </a:cubicBezTo>
                  <a:cubicBezTo>
                    <a:pt x="246347" y="24823"/>
                    <a:pt x="256206" y="28053"/>
                    <a:pt x="264724" y="37756"/>
                  </a:cubicBezTo>
                  <a:lnTo>
                    <a:pt x="264998" y="37518"/>
                  </a:lnTo>
                  <a:cubicBezTo>
                    <a:pt x="257890" y="29422"/>
                    <a:pt x="249103" y="25052"/>
                    <a:pt x="238887" y="24552"/>
                  </a:cubicBezTo>
                  <a:cubicBezTo>
                    <a:pt x="238234" y="24520"/>
                    <a:pt x="237575" y="24503"/>
                    <a:pt x="236910" y="24503"/>
                  </a:cubicBezTo>
                  <a:cubicBezTo>
                    <a:pt x="228589" y="24503"/>
                    <a:pt x="219426" y="27049"/>
                    <a:pt x="210253" y="31922"/>
                  </a:cubicBezTo>
                  <a:cubicBezTo>
                    <a:pt x="206883" y="33708"/>
                    <a:pt x="203574" y="35565"/>
                    <a:pt x="200371" y="37351"/>
                  </a:cubicBezTo>
                  <a:cubicBezTo>
                    <a:pt x="185637" y="45583"/>
                    <a:pt x="171528" y="53466"/>
                    <a:pt x="155004" y="53466"/>
                  </a:cubicBezTo>
                  <a:cubicBezTo>
                    <a:pt x="150137" y="53466"/>
                    <a:pt x="145060" y="52782"/>
                    <a:pt x="139696" y="51222"/>
                  </a:cubicBezTo>
                  <a:cubicBezTo>
                    <a:pt x="125599" y="47114"/>
                    <a:pt x="116253" y="38613"/>
                    <a:pt x="106359" y="29612"/>
                  </a:cubicBezTo>
                  <a:cubicBezTo>
                    <a:pt x="100251" y="24064"/>
                    <a:pt x="93941" y="18325"/>
                    <a:pt x="86392" y="13682"/>
                  </a:cubicBezTo>
                  <a:cubicBezTo>
                    <a:pt x="73331" y="5633"/>
                    <a:pt x="55960" y="418"/>
                    <a:pt x="41077" y="73"/>
                  </a:cubicBezTo>
                  <a:cubicBezTo>
                    <a:pt x="39037" y="25"/>
                    <a:pt x="37064" y="0"/>
                    <a:pt x="35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15"/>
            <p:cNvSpPr/>
            <p:nvPr/>
          </p:nvSpPr>
          <p:spPr>
            <a:xfrm>
              <a:off x="664050" y="2134250"/>
              <a:ext cx="6610375" cy="1399125"/>
            </a:xfrm>
            <a:custGeom>
              <a:rect b="b" l="l" r="r" t="t"/>
              <a:pathLst>
                <a:path extrusionOk="0" h="55965" w="264415">
                  <a:moveTo>
                    <a:pt x="31658" y="1"/>
                  </a:moveTo>
                  <a:cubicBezTo>
                    <a:pt x="15910" y="1"/>
                    <a:pt x="5285" y="1898"/>
                    <a:pt x="1" y="5671"/>
                  </a:cubicBezTo>
                  <a:lnTo>
                    <a:pt x="215" y="5968"/>
                  </a:lnTo>
                  <a:cubicBezTo>
                    <a:pt x="3941" y="3311"/>
                    <a:pt x="12454" y="374"/>
                    <a:pt x="31865" y="374"/>
                  </a:cubicBezTo>
                  <a:cubicBezTo>
                    <a:pt x="34721" y="374"/>
                    <a:pt x="37813" y="437"/>
                    <a:pt x="41161" y="575"/>
                  </a:cubicBezTo>
                  <a:cubicBezTo>
                    <a:pt x="55972" y="1182"/>
                    <a:pt x="73177" y="6671"/>
                    <a:pt x="86047" y="14910"/>
                  </a:cubicBezTo>
                  <a:cubicBezTo>
                    <a:pt x="93489" y="19684"/>
                    <a:pt x="99692" y="25518"/>
                    <a:pt x="105681" y="31162"/>
                  </a:cubicBezTo>
                  <a:cubicBezTo>
                    <a:pt x="115456" y="40365"/>
                    <a:pt x="124683" y="49045"/>
                    <a:pt x="138792" y="53427"/>
                  </a:cubicBezTo>
                  <a:cubicBezTo>
                    <a:pt x="144499" y="55196"/>
                    <a:pt x="149895" y="55964"/>
                    <a:pt x="155070" y="55964"/>
                  </a:cubicBezTo>
                  <a:cubicBezTo>
                    <a:pt x="171272" y="55964"/>
                    <a:pt x="185312" y="48439"/>
                    <a:pt x="199966" y="40580"/>
                  </a:cubicBezTo>
                  <a:cubicBezTo>
                    <a:pt x="203205" y="38853"/>
                    <a:pt x="206539" y="37056"/>
                    <a:pt x="209932" y="35329"/>
                  </a:cubicBezTo>
                  <a:cubicBezTo>
                    <a:pt x="216438" y="32021"/>
                    <a:pt x="225885" y="28376"/>
                    <a:pt x="235908" y="28376"/>
                  </a:cubicBezTo>
                  <a:cubicBezTo>
                    <a:pt x="245474" y="28376"/>
                    <a:pt x="255565" y="31695"/>
                    <a:pt x="264129" y="41794"/>
                  </a:cubicBezTo>
                  <a:lnTo>
                    <a:pt x="264415" y="41568"/>
                  </a:lnTo>
                  <a:cubicBezTo>
                    <a:pt x="257438" y="33341"/>
                    <a:pt x="248734" y="28828"/>
                    <a:pt x="238519" y="28138"/>
                  </a:cubicBezTo>
                  <a:cubicBezTo>
                    <a:pt x="237634" y="28078"/>
                    <a:pt x="236737" y="28048"/>
                    <a:pt x="235830" y="28048"/>
                  </a:cubicBezTo>
                  <a:cubicBezTo>
                    <a:pt x="227710" y="28048"/>
                    <a:pt x="218762" y="30434"/>
                    <a:pt x="209765" y="35008"/>
                  </a:cubicBezTo>
                  <a:cubicBezTo>
                    <a:pt x="206372" y="36734"/>
                    <a:pt x="203026" y="38532"/>
                    <a:pt x="199800" y="40258"/>
                  </a:cubicBezTo>
                  <a:cubicBezTo>
                    <a:pt x="185191" y="48086"/>
                    <a:pt x="171191" y="55586"/>
                    <a:pt x="155054" y="55586"/>
                  </a:cubicBezTo>
                  <a:cubicBezTo>
                    <a:pt x="149912" y="55586"/>
                    <a:pt x="144552" y="54824"/>
                    <a:pt x="138887" y="53069"/>
                  </a:cubicBezTo>
                  <a:cubicBezTo>
                    <a:pt x="124862" y="48724"/>
                    <a:pt x="115658" y="40068"/>
                    <a:pt x="105931" y="30900"/>
                  </a:cubicBezTo>
                  <a:cubicBezTo>
                    <a:pt x="99918" y="25245"/>
                    <a:pt x="93715" y="19387"/>
                    <a:pt x="86238" y="14612"/>
                  </a:cubicBezTo>
                  <a:cubicBezTo>
                    <a:pt x="73320" y="6337"/>
                    <a:pt x="56055" y="813"/>
                    <a:pt x="41173" y="206"/>
                  </a:cubicBezTo>
                  <a:cubicBezTo>
                    <a:pt x="37818" y="69"/>
                    <a:pt x="34646" y="1"/>
                    <a:pt x="316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381" name="Google Shape;381;p15"/>
          <p:cNvPicPr preferRelativeResize="0"/>
          <p:nvPr/>
        </p:nvPicPr>
        <p:blipFill rotWithShape="1">
          <a:blip r:embed="rId4">
            <a:alphaModFix/>
          </a:blip>
          <a:srcRect b="709" l="0" r="0" t="699"/>
          <a:stretch/>
        </p:blipFill>
        <p:spPr>
          <a:xfrm>
            <a:off x="2890250" y="4668250"/>
            <a:ext cx="383858" cy="363124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15"/>
          <p:cNvSpPr txBox="1"/>
          <p:nvPr>
            <p:ph type="title"/>
          </p:nvPr>
        </p:nvSpPr>
        <p:spPr>
          <a:xfrm>
            <a:off x="720000" y="45421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3_2_1_1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4" name="Google Shape;384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5" name="Google Shape;385;p16"/>
          <p:cNvGrpSpPr/>
          <p:nvPr/>
        </p:nvGrpSpPr>
        <p:grpSpPr>
          <a:xfrm rot="916819">
            <a:off x="-1184401" y="3779344"/>
            <a:ext cx="5321066" cy="1664508"/>
            <a:chOff x="603050" y="2134250"/>
            <a:chExt cx="6671375" cy="1887675"/>
          </a:xfrm>
        </p:grpSpPr>
        <p:sp>
          <p:nvSpPr>
            <p:cNvPr id="386" name="Google Shape;386;p16"/>
            <p:cNvSpPr/>
            <p:nvPr/>
          </p:nvSpPr>
          <p:spPr>
            <a:xfrm>
              <a:off x="608100" y="2949275"/>
              <a:ext cx="6665750" cy="1072650"/>
            </a:xfrm>
            <a:custGeom>
              <a:rect b="b" l="l" r="r" t="t"/>
              <a:pathLst>
                <a:path extrusionOk="0" h="42906" w="266630">
                  <a:moveTo>
                    <a:pt x="242926" y="0"/>
                  </a:moveTo>
                  <a:cubicBezTo>
                    <a:pt x="241564" y="0"/>
                    <a:pt x="240185" y="76"/>
                    <a:pt x="238792" y="228"/>
                  </a:cubicBezTo>
                  <a:cubicBezTo>
                    <a:pt x="230005" y="1168"/>
                    <a:pt x="220635" y="5240"/>
                    <a:pt x="211670" y="11979"/>
                  </a:cubicBezTo>
                  <a:cubicBezTo>
                    <a:pt x="208634" y="14265"/>
                    <a:pt x="205645" y="16611"/>
                    <a:pt x="202764" y="18885"/>
                  </a:cubicBezTo>
                  <a:cubicBezTo>
                    <a:pt x="187340" y="31016"/>
                    <a:pt x="172685" y="42543"/>
                    <a:pt x="152232" y="42543"/>
                  </a:cubicBezTo>
                  <a:cubicBezTo>
                    <a:pt x="149902" y="42543"/>
                    <a:pt x="147497" y="42394"/>
                    <a:pt x="145007" y="42078"/>
                  </a:cubicBezTo>
                  <a:cubicBezTo>
                    <a:pt x="130433" y="40233"/>
                    <a:pt x="119873" y="33291"/>
                    <a:pt x="108693" y="25957"/>
                  </a:cubicBezTo>
                  <a:cubicBezTo>
                    <a:pt x="101799" y="21433"/>
                    <a:pt x="94667" y="16754"/>
                    <a:pt x="86476" y="13337"/>
                  </a:cubicBezTo>
                  <a:cubicBezTo>
                    <a:pt x="75578" y="8791"/>
                    <a:pt x="62424" y="6298"/>
                    <a:pt x="50215" y="6298"/>
                  </a:cubicBezTo>
                  <a:cubicBezTo>
                    <a:pt x="46564" y="6298"/>
                    <a:pt x="42997" y="6521"/>
                    <a:pt x="39601" y="6979"/>
                  </a:cubicBezTo>
                  <a:cubicBezTo>
                    <a:pt x="18729" y="9788"/>
                    <a:pt x="5418" y="14003"/>
                    <a:pt x="0" y="19504"/>
                  </a:cubicBezTo>
                  <a:lnTo>
                    <a:pt x="262" y="19766"/>
                  </a:lnTo>
                  <a:cubicBezTo>
                    <a:pt x="3941" y="16015"/>
                    <a:pt x="13764" y="10824"/>
                    <a:pt x="39648" y="7348"/>
                  </a:cubicBezTo>
                  <a:cubicBezTo>
                    <a:pt x="43028" y="6893"/>
                    <a:pt x="46578" y="6672"/>
                    <a:pt x="50211" y="6672"/>
                  </a:cubicBezTo>
                  <a:cubicBezTo>
                    <a:pt x="62374" y="6672"/>
                    <a:pt x="75481" y="9153"/>
                    <a:pt x="86345" y="13682"/>
                  </a:cubicBezTo>
                  <a:cubicBezTo>
                    <a:pt x="94500" y="17075"/>
                    <a:pt x="101620" y="21742"/>
                    <a:pt x="108502" y="26255"/>
                  </a:cubicBezTo>
                  <a:cubicBezTo>
                    <a:pt x="119718" y="33625"/>
                    <a:pt x="130314" y="40578"/>
                    <a:pt x="144959" y="42435"/>
                  </a:cubicBezTo>
                  <a:cubicBezTo>
                    <a:pt x="147474" y="42754"/>
                    <a:pt x="149902" y="42906"/>
                    <a:pt x="152253" y="42906"/>
                  </a:cubicBezTo>
                  <a:cubicBezTo>
                    <a:pt x="172815" y="42906"/>
                    <a:pt x="187519" y="31340"/>
                    <a:pt x="202990" y="19171"/>
                  </a:cubicBezTo>
                  <a:cubicBezTo>
                    <a:pt x="205871" y="16908"/>
                    <a:pt x="208860" y="14563"/>
                    <a:pt x="211896" y="12277"/>
                  </a:cubicBezTo>
                  <a:cubicBezTo>
                    <a:pt x="219006" y="6920"/>
                    <a:pt x="230335" y="312"/>
                    <a:pt x="242921" y="312"/>
                  </a:cubicBezTo>
                  <a:cubicBezTo>
                    <a:pt x="250504" y="312"/>
                    <a:pt x="258543" y="2711"/>
                    <a:pt x="266391" y="9229"/>
                  </a:cubicBezTo>
                  <a:lnTo>
                    <a:pt x="266629" y="8943"/>
                  </a:lnTo>
                  <a:cubicBezTo>
                    <a:pt x="259467" y="3004"/>
                    <a:pt x="251508" y="0"/>
                    <a:pt x="2429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16"/>
            <p:cNvSpPr/>
            <p:nvPr/>
          </p:nvSpPr>
          <p:spPr>
            <a:xfrm>
              <a:off x="604525" y="2938825"/>
              <a:ext cx="6669025" cy="1033425"/>
            </a:xfrm>
            <a:custGeom>
              <a:rect b="b" l="l" r="r" t="t"/>
              <a:pathLst>
                <a:path extrusionOk="0" h="41337" w="266761">
                  <a:moveTo>
                    <a:pt x="242560" y="0"/>
                  </a:moveTo>
                  <a:cubicBezTo>
                    <a:pt x="241419" y="0"/>
                    <a:pt x="240266" y="53"/>
                    <a:pt x="239102" y="158"/>
                  </a:cubicBezTo>
                  <a:cubicBezTo>
                    <a:pt x="230303" y="955"/>
                    <a:pt x="220850" y="4861"/>
                    <a:pt x="211765" y="11445"/>
                  </a:cubicBezTo>
                  <a:cubicBezTo>
                    <a:pt x="208693" y="13683"/>
                    <a:pt x="205669" y="15969"/>
                    <a:pt x="202752" y="18184"/>
                  </a:cubicBezTo>
                  <a:cubicBezTo>
                    <a:pt x="187359" y="29863"/>
                    <a:pt x="172728" y="40966"/>
                    <a:pt x="152762" y="40966"/>
                  </a:cubicBezTo>
                  <a:cubicBezTo>
                    <a:pt x="150135" y="40966"/>
                    <a:pt x="147416" y="40773"/>
                    <a:pt x="144590" y="40365"/>
                  </a:cubicBezTo>
                  <a:cubicBezTo>
                    <a:pt x="130064" y="38269"/>
                    <a:pt x="119623" y="31150"/>
                    <a:pt x="108574" y="23613"/>
                  </a:cubicBezTo>
                  <a:cubicBezTo>
                    <a:pt x="101751" y="18969"/>
                    <a:pt x="94703" y="14171"/>
                    <a:pt x="86571" y="10611"/>
                  </a:cubicBezTo>
                  <a:cubicBezTo>
                    <a:pt x="75309" y="5677"/>
                    <a:pt x="61560" y="2931"/>
                    <a:pt x="48931" y="2931"/>
                  </a:cubicBezTo>
                  <a:cubicBezTo>
                    <a:pt x="45806" y="2931"/>
                    <a:pt x="42749" y="3099"/>
                    <a:pt x="39815" y="3444"/>
                  </a:cubicBezTo>
                  <a:cubicBezTo>
                    <a:pt x="18908" y="5885"/>
                    <a:pt x="5513" y="9861"/>
                    <a:pt x="1" y="15279"/>
                  </a:cubicBezTo>
                  <a:lnTo>
                    <a:pt x="251" y="15529"/>
                  </a:lnTo>
                  <a:cubicBezTo>
                    <a:pt x="4001" y="11850"/>
                    <a:pt x="13919" y="6825"/>
                    <a:pt x="39851" y="3801"/>
                  </a:cubicBezTo>
                  <a:cubicBezTo>
                    <a:pt x="42768" y="3459"/>
                    <a:pt x="45807" y="3292"/>
                    <a:pt x="48914" y="3292"/>
                  </a:cubicBezTo>
                  <a:cubicBezTo>
                    <a:pt x="61497" y="3292"/>
                    <a:pt x="75199" y="6027"/>
                    <a:pt x="86428" y="10945"/>
                  </a:cubicBezTo>
                  <a:cubicBezTo>
                    <a:pt x="94524" y="14493"/>
                    <a:pt x="101561" y="19279"/>
                    <a:pt x="108359" y="23922"/>
                  </a:cubicBezTo>
                  <a:cubicBezTo>
                    <a:pt x="119456" y="31471"/>
                    <a:pt x="129922" y="38615"/>
                    <a:pt x="144542" y="40734"/>
                  </a:cubicBezTo>
                  <a:cubicBezTo>
                    <a:pt x="147384" y="41144"/>
                    <a:pt x="150118" y="41337"/>
                    <a:pt x="152759" y="41337"/>
                  </a:cubicBezTo>
                  <a:cubicBezTo>
                    <a:pt x="172836" y="41337"/>
                    <a:pt x="187520" y="30193"/>
                    <a:pt x="202966" y="18481"/>
                  </a:cubicBezTo>
                  <a:cubicBezTo>
                    <a:pt x="205883" y="16267"/>
                    <a:pt x="208908" y="13969"/>
                    <a:pt x="211979" y="11742"/>
                  </a:cubicBezTo>
                  <a:cubicBezTo>
                    <a:pt x="219066" y="6599"/>
                    <a:pt x="230260" y="308"/>
                    <a:pt x="242600" y="308"/>
                  </a:cubicBezTo>
                  <a:cubicBezTo>
                    <a:pt x="250370" y="308"/>
                    <a:pt x="258594" y="2802"/>
                    <a:pt x="266534" y="9647"/>
                  </a:cubicBezTo>
                  <a:lnTo>
                    <a:pt x="266760" y="9373"/>
                  </a:lnTo>
                  <a:cubicBezTo>
                    <a:pt x="259527" y="3141"/>
                    <a:pt x="251396" y="0"/>
                    <a:pt x="242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16"/>
            <p:cNvSpPr/>
            <p:nvPr/>
          </p:nvSpPr>
          <p:spPr>
            <a:xfrm>
              <a:off x="603050" y="2916775"/>
              <a:ext cx="6670800" cy="1005800"/>
            </a:xfrm>
            <a:custGeom>
              <a:rect b="b" l="l" r="r" t="t"/>
              <a:pathLst>
                <a:path extrusionOk="0" h="40232" w="266832">
                  <a:moveTo>
                    <a:pt x="47581" y="0"/>
                  </a:moveTo>
                  <a:cubicBezTo>
                    <a:pt x="44993" y="0"/>
                    <a:pt x="42457" y="119"/>
                    <a:pt x="40005" y="361"/>
                  </a:cubicBezTo>
                  <a:cubicBezTo>
                    <a:pt x="19062" y="2445"/>
                    <a:pt x="5608" y="6183"/>
                    <a:pt x="0" y="11505"/>
                  </a:cubicBezTo>
                  <a:lnTo>
                    <a:pt x="250" y="11767"/>
                  </a:lnTo>
                  <a:cubicBezTo>
                    <a:pt x="4060" y="8148"/>
                    <a:pt x="14061" y="3302"/>
                    <a:pt x="40041" y="730"/>
                  </a:cubicBezTo>
                  <a:cubicBezTo>
                    <a:pt x="42490" y="487"/>
                    <a:pt x="45023" y="368"/>
                    <a:pt x="47608" y="368"/>
                  </a:cubicBezTo>
                  <a:cubicBezTo>
                    <a:pt x="60603" y="368"/>
                    <a:pt x="74908" y="3370"/>
                    <a:pt x="86487" y="8683"/>
                  </a:cubicBezTo>
                  <a:cubicBezTo>
                    <a:pt x="94524" y="12362"/>
                    <a:pt x="101477" y="17292"/>
                    <a:pt x="108192" y="22042"/>
                  </a:cubicBezTo>
                  <a:cubicBezTo>
                    <a:pt x="119146" y="29793"/>
                    <a:pt x="129504" y="37116"/>
                    <a:pt x="144078" y="39473"/>
                  </a:cubicBezTo>
                  <a:cubicBezTo>
                    <a:pt x="147258" y="39990"/>
                    <a:pt x="150307" y="40232"/>
                    <a:pt x="153246" y="40232"/>
                  </a:cubicBezTo>
                  <a:cubicBezTo>
                    <a:pt x="172829" y="40232"/>
                    <a:pt x="187478" y="29509"/>
                    <a:pt x="202883" y="18256"/>
                  </a:cubicBezTo>
                  <a:cubicBezTo>
                    <a:pt x="205835" y="16089"/>
                    <a:pt x="208895" y="13851"/>
                    <a:pt x="212015" y="11672"/>
                  </a:cubicBezTo>
                  <a:cubicBezTo>
                    <a:pt x="219065" y="6740"/>
                    <a:pt x="230090" y="772"/>
                    <a:pt x="242173" y="772"/>
                  </a:cubicBezTo>
                  <a:cubicBezTo>
                    <a:pt x="250128" y="772"/>
                    <a:pt x="258541" y="3359"/>
                    <a:pt x="266581" y="10529"/>
                  </a:cubicBezTo>
                  <a:lnTo>
                    <a:pt x="266831" y="10255"/>
                  </a:lnTo>
                  <a:cubicBezTo>
                    <a:pt x="259528" y="3740"/>
                    <a:pt x="251234" y="461"/>
                    <a:pt x="242138" y="461"/>
                  </a:cubicBezTo>
                  <a:cubicBezTo>
                    <a:pt x="241209" y="461"/>
                    <a:pt x="240272" y="495"/>
                    <a:pt x="239328" y="563"/>
                  </a:cubicBezTo>
                  <a:cubicBezTo>
                    <a:pt x="230517" y="1206"/>
                    <a:pt x="220992" y="4945"/>
                    <a:pt x="211800" y="11374"/>
                  </a:cubicBezTo>
                  <a:cubicBezTo>
                    <a:pt x="208681" y="13553"/>
                    <a:pt x="205621" y="15791"/>
                    <a:pt x="202668" y="17958"/>
                  </a:cubicBezTo>
                  <a:cubicBezTo>
                    <a:pt x="187317" y="29187"/>
                    <a:pt x="172706" y="39865"/>
                    <a:pt x="153219" y="39865"/>
                  </a:cubicBezTo>
                  <a:cubicBezTo>
                    <a:pt x="150307" y="39865"/>
                    <a:pt x="147286" y="39627"/>
                    <a:pt x="144137" y="39116"/>
                  </a:cubicBezTo>
                  <a:cubicBezTo>
                    <a:pt x="129635" y="36770"/>
                    <a:pt x="119325" y="29472"/>
                    <a:pt x="108406" y="21745"/>
                  </a:cubicBezTo>
                  <a:cubicBezTo>
                    <a:pt x="101679" y="16982"/>
                    <a:pt x="94702" y="12053"/>
                    <a:pt x="86642" y="8350"/>
                  </a:cubicBezTo>
                  <a:cubicBezTo>
                    <a:pt x="75006" y="3014"/>
                    <a:pt x="60634" y="0"/>
                    <a:pt x="475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16"/>
            <p:cNvSpPr/>
            <p:nvPr/>
          </p:nvSpPr>
          <p:spPr>
            <a:xfrm>
              <a:off x="603625" y="2820875"/>
              <a:ext cx="6670225" cy="1052250"/>
            </a:xfrm>
            <a:custGeom>
              <a:rect b="b" l="l" r="r" t="t"/>
              <a:pathLst>
                <a:path extrusionOk="0" h="42090" w="266809">
                  <a:moveTo>
                    <a:pt x="46344" y="0"/>
                  </a:moveTo>
                  <a:cubicBezTo>
                    <a:pt x="44253" y="0"/>
                    <a:pt x="42198" y="80"/>
                    <a:pt x="40196" y="244"/>
                  </a:cubicBezTo>
                  <a:cubicBezTo>
                    <a:pt x="19218" y="1959"/>
                    <a:pt x="5692" y="5471"/>
                    <a:pt x="1" y="10686"/>
                  </a:cubicBezTo>
                  <a:lnTo>
                    <a:pt x="239" y="10948"/>
                  </a:lnTo>
                  <a:cubicBezTo>
                    <a:pt x="4120" y="7400"/>
                    <a:pt x="14193" y="2721"/>
                    <a:pt x="40220" y="601"/>
                  </a:cubicBezTo>
                  <a:cubicBezTo>
                    <a:pt x="42208" y="440"/>
                    <a:pt x="44249" y="360"/>
                    <a:pt x="46327" y="360"/>
                  </a:cubicBezTo>
                  <a:cubicBezTo>
                    <a:pt x="59706" y="360"/>
                    <a:pt x="74600" y="3646"/>
                    <a:pt x="86524" y="9376"/>
                  </a:cubicBezTo>
                  <a:cubicBezTo>
                    <a:pt x="94501" y="13198"/>
                    <a:pt x="101359" y="18234"/>
                    <a:pt x="107991" y="23104"/>
                  </a:cubicBezTo>
                  <a:cubicBezTo>
                    <a:pt x="118813" y="31046"/>
                    <a:pt x="129029" y="38546"/>
                    <a:pt x="143566" y="41166"/>
                  </a:cubicBezTo>
                  <a:cubicBezTo>
                    <a:pt x="147069" y="41797"/>
                    <a:pt x="150419" y="42090"/>
                    <a:pt x="153641" y="42090"/>
                  </a:cubicBezTo>
                  <a:cubicBezTo>
                    <a:pt x="172769" y="42090"/>
                    <a:pt x="187383" y="31783"/>
                    <a:pt x="202729" y="20961"/>
                  </a:cubicBezTo>
                  <a:cubicBezTo>
                    <a:pt x="205729" y="18854"/>
                    <a:pt x="208825" y="16663"/>
                    <a:pt x="211980" y="14543"/>
                  </a:cubicBezTo>
                  <a:cubicBezTo>
                    <a:pt x="218983" y="9825"/>
                    <a:pt x="229850" y="4171"/>
                    <a:pt x="241687" y="4171"/>
                  </a:cubicBezTo>
                  <a:cubicBezTo>
                    <a:pt x="249833" y="4171"/>
                    <a:pt x="258438" y="6849"/>
                    <a:pt x="266558" y="14353"/>
                  </a:cubicBezTo>
                  <a:lnTo>
                    <a:pt x="266808" y="14091"/>
                  </a:lnTo>
                  <a:cubicBezTo>
                    <a:pt x="259457" y="7303"/>
                    <a:pt x="251007" y="3862"/>
                    <a:pt x="241659" y="3862"/>
                  </a:cubicBezTo>
                  <a:cubicBezTo>
                    <a:pt x="240939" y="3862"/>
                    <a:pt x="240214" y="3882"/>
                    <a:pt x="239483" y="3923"/>
                  </a:cubicBezTo>
                  <a:cubicBezTo>
                    <a:pt x="230661" y="4411"/>
                    <a:pt x="221076" y="7971"/>
                    <a:pt x="211777" y="14246"/>
                  </a:cubicBezTo>
                  <a:cubicBezTo>
                    <a:pt x="208622" y="16365"/>
                    <a:pt x="205515" y="18556"/>
                    <a:pt x="202526" y="20663"/>
                  </a:cubicBezTo>
                  <a:cubicBezTo>
                    <a:pt x="187233" y="31450"/>
                    <a:pt x="172655" y="41722"/>
                    <a:pt x="153612" y="41722"/>
                  </a:cubicBezTo>
                  <a:cubicBezTo>
                    <a:pt x="150417" y="41722"/>
                    <a:pt x="147097" y="41433"/>
                    <a:pt x="143626" y="40809"/>
                  </a:cubicBezTo>
                  <a:cubicBezTo>
                    <a:pt x="129172" y="38201"/>
                    <a:pt x="118992" y="30724"/>
                    <a:pt x="108205" y="22806"/>
                  </a:cubicBezTo>
                  <a:cubicBezTo>
                    <a:pt x="101561" y="17925"/>
                    <a:pt x="94679" y="12877"/>
                    <a:pt x="86678" y="9043"/>
                  </a:cubicBezTo>
                  <a:cubicBezTo>
                    <a:pt x="74718" y="3305"/>
                    <a:pt x="59772" y="0"/>
                    <a:pt x="463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16"/>
            <p:cNvSpPr/>
            <p:nvPr/>
          </p:nvSpPr>
          <p:spPr>
            <a:xfrm>
              <a:off x="606025" y="2724425"/>
              <a:ext cx="6667825" cy="1099375"/>
            </a:xfrm>
            <a:custGeom>
              <a:rect b="b" l="l" r="r" t="t"/>
              <a:pathLst>
                <a:path extrusionOk="0" h="43975" w="266713">
                  <a:moveTo>
                    <a:pt x="45120" y="1"/>
                  </a:moveTo>
                  <a:cubicBezTo>
                    <a:pt x="43512" y="1"/>
                    <a:pt x="41927" y="50"/>
                    <a:pt x="40374" y="149"/>
                  </a:cubicBezTo>
                  <a:cubicBezTo>
                    <a:pt x="19372" y="1495"/>
                    <a:pt x="5787" y="4769"/>
                    <a:pt x="0" y="9889"/>
                  </a:cubicBezTo>
                  <a:lnTo>
                    <a:pt x="250" y="10150"/>
                  </a:lnTo>
                  <a:cubicBezTo>
                    <a:pt x="4191" y="6674"/>
                    <a:pt x="14335" y="2185"/>
                    <a:pt x="40410" y="518"/>
                  </a:cubicBezTo>
                  <a:cubicBezTo>
                    <a:pt x="41956" y="419"/>
                    <a:pt x="43534" y="370"/>
                    <a:pt x="45136" y="370"/>
                  </a:cubicBezTo>
                  <a:cubicBezTo>
                    <a:pt x="58853" y="370"/>
                    <a:pt x="74318" y="3961"/>
                    <a:pt x="86547" y="10091"/>
                  </a:cubicBezTo>
                  <a:cubicBezTo>
                    <a:pt x="94441" y="14044"/>
                    <a:pt x="101227" y="19211"/>
                    <a:pt x="107776" y="24188"/>
                  </a:cubicBezTo>
                  <a:cubicBezTo>
                    <a:pt x="118432" y="32332"/>
                    <a:pt x="128528" y="39999"/>
                    <a:pt x="143018" y="42869"/>
                  </a:cubicBezTo>
                  <a:cubicBezTo>
                    <a:pt x="146843" y="43627"/>
                    <a:pt x="150492" y="43975"/>
                    <a:pt x="153996" y="43975"/>
                  </a:cubicBezTo>
                  <a:cubicBezTo>
                    <a:pt x="172677" y="43975"/>
                    <a:pt x="187246" y="34086"/>
                    <a:pt x="202525" y="23700"/>
                  </a:cubicBezTo>
                  <a:cubicBezTo>
                    <a:pt x="205562" y="21640"/>
                    <a:pt x="208693" y="19509"/>
                    <a:pt x="211884" y="17449"/>
                  </a:cubicBezTo>
                  <a:cubicBezTo>
                    <a:pt x="218840" y="12936"/>
                    <a:pt x="229526" y="7594"/>
                    <a:pt x="241107" y="7594"/>
                  </a:cubicBezTo>
                  <a:cubicBezTo>
                    <a:pt x="249447" y="7594"/>
                    <a:pt x="258252" y="10365"/>
                    <a:pt x="266462" y="18211"/>
                  </a:cubicBezTo>
                  <a:lnTo>
                    <a:pt x="266712" y="17949"/>
                  </a:lnTo>
                  <a:cubicBezTo>
                    <a:pt x="259310" y="10864"/>
                    <a:pt x="250693" y="7276"/>
                    <a:pt x="241074" y="7276"/>
                  </a:cubicBezTo>
                  <a:cubicBezTo>
                    <a:pt x="240574" y="7276"/>
                    <a:pt x="240071" y="7285"/>
                    <a:pt x="239566" y="7305"/>
                  </a:cubicBezTo>
                  <a:cubicBezTo>
                    <a:pt x="230731" y="7638"/>
                    <a:pt x="221099" y="11043"/>
                    <a:pt x="211681" y="17139"/>
                  </a:cubicBezTo>
                  <a:cubicBezTo>
                    <a:pt x="208490" y="19211"/>
                    <a:pt x="205359" y="21342"/>
                    <a:pt x="202323" y="23402"/>
                  </a:cubicBezTo>
                  <a:cubicBezTo>
                    <a:pt x="187090" y="33751"/>
                    <a:pt x="172575" y="43610"/>
                    <a:pt x="153990" y="43610"/>
                  </a:cubicBezTo>
                  <a:cubicBezTo>
                    <a:pt x="150510" y="43610"/>
                    <a:pt x="146887" y="43265"/>
                    <a:pt x="143089" y="42512"/>
                  </a:cubicBezTo>
                  <a:cubicBezTo>
                    <a:pt x="128683" y="39654"/>
                    <a:pt x="118622" y="31998"/>
                    <a:pt x="107990" y="23902"/>
                  </a:cubicBezTo>
                  <a:cubicBezTo>
                    <a:pt x="101418" y="18913"/>
                    <a:pt x="94631" y="13734"/>
                    <a:pt x="86701" y="9758"/>
                  </a:cubicBezTo>
                  <a:cubicBezTo>
                    <a:pt x="74419" y="3595"/>
                    <a:pt x="58900" y="1"/>
                    <a:pt x="45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16"/>
            <p:cNvSpPr/>
            <p:nvPr/>
          </p:nvSpPr>
          <p:spPr>
            <a:xfrm>
              <a:off x="610775" y="2627700"/>
              <a:ext cx="6663075" cy="1147100"/>
            </a:xfrm>
            <a:custGeom>
              <a:rect b="b" l="l" r="r" t="t"/>
              <a:pathLst>
                <a:path extrusionOk="0" h="45884" w="266523">
                  <a:moveTo>
                    <a:pt x="43919" y="0"/>
                  </a:moveTo>
                  <a:cubicBezTo>
                    <a:pt x="42779" y="0"/>
                    <a:pt x="41652" y="26"/>
                    <a:pt x="40541" y="77"/>
                  </a:cubicBezTo>
                  <a:cubicBezTo>
                    <a:pt x="19515" y="1054"/>
                    <a:pt x="5870" y="4090"/>
                    <a:pt x="1" y="9102"/>
                  </a:cubicBezTo>
                  <a:lnTo>
                    <a:pt x="239" y="9376"/>
                  </a:lnTo>
                  <a:cubicBezTo>
                    <a:pt x="4227" y="5971"/>
                    <a:pt x="14467" y="1649"/>
                    <a:pt x="40553" y="434"/>
                  </a:cubicBezTo>
                  <a:cubicBezTo>
                    <a:pt x="41663" y="383"/>
                    <a:pt x="42788" y="357"/>
                    <a:pt x="43926" y="357"/>
                  </a:cubicBezTo>
                  <a:cubicBezTo>
                    <a:pt x="57980" y="357"/>
                    <a:pt x="73989" y="4252"/>
                    <a:pt x="86523" y="10817"/>
                  </a:cubicBezTo>
                  <a:cubicBezTo>
                    <a:pt x="94346" y="14912"/>
                    <a:pt x="101037" y="20187"/>
                    <a:pt x="107502" y="25283"/>
                  </a:cubicBezTo>
                  <a:cubicBezTo>
                    <a:pt x="118039" y="33593"/>
                    <a:pt x="127981" y="41451"/>
                    <a:pt x="142411" y="44571"/>
                  </a:cubicBezTo>
                  <a:cubicBezTo>
                    <a:pt x="146566" y="45473"/>
                    <a:pt x="150520" y="45883"/>
                    <a:pt x="154313" y="45883"/>
                  </a:cubicBezTo>
                  <a:cubicBezTo>
                    <a:pt x="172548" y="45883"/>
                    <a:pt x="187052" y="36397"/>
                    <a:pt x="202240" y="26461"/>
                  </a:cubicBezTo>
                  <a:cubicBezTo>
                    <a:pt x="205312" y="24449"/>
                    <a:pt x="208491" y="22378"/>
                    <a:pt x="211706" y="20365"/>
                  </a:cubicBezTo>
                  <a:cubicBezTo>
                    <a:pt x="218611" y="16054"/>
                    <a:pt x="229117" y="11007"/>
                    <a:pt x="240446" y="11007"/>
                  </a:cubicBezTo>
                  <a:cubicBezTo>
                    <a:pt x="248983" y="11007"/>
                    <a:pt x="257988" y="13873"/>
                    <a:pt x="266272" y="22080"/>
                  </a:cubicBezTo>
                  <a:lnTo>
                    <a:pt x="266522" y="21818"/>
                  </a:lnTo>
                  <a:cubicBezTo>
                    <a:pt x="259063" y="14429"/>
                    <a:pt x="250259" y="10690"/>
                    <a:pt x="240352" y="10690"/>
                  </a:cubicBezTo>
                  <a:cubicBezTo>
                    <a:pt x="240091" y="10690"/>
                    <a:pt x="239829" y="10692"/>
                    <a:pt x="239566" y="10698"/>
                  </a:cubicBezTo>
                  <a:cubicBezTo>
                    <a:pt x="230732" y="10876"/>
                    <a:pt x="221040" y="14115"/>
                    <a:pt x="211515" y="20056"/>
                  </a:cubicBezTo>
                  <a:cubicBezTo>
                    <a:pt x="208300" y="22068"/>
                    <a:pt x="205122" y="24152"/>
                    <a:pt x="202050" y="26152"/>
                  </a:cubicBezTo>
                  <a:cubicBezTo>
                    <a:pt x="186888" y="36065"/>
                    <a:pt x="172430" y="45521"/>
                    <a:pt x="154274" y="45521"/>
                  </a:cubicBezTo>
                  <a:cubicBezTo>
                    <a:pt x="150515" y="45521"/>
                    <a:pt x="146598" y="45116"/>
                    <a:pt x="142483" y="44226"/>
                  </a:cubicBezTo>
                  <a:cubicBezTo>
                    <a:pt x="128136" y="41118"/>
                    <a:pt x="118218" y="33284"/>
                    <a:pt x="107716" y="24997"/>
                  </a:cubicBezTo>
                  <a:cubicBezTo>
                    <a:pt x="101239" y="19889"/>
                    <a:pt x="94548" y="14603"/>
                    <a:pt x="86690" y="10495"/>
                  </a:cubicBezTo>
                  <a:cubicBezTo>
                    <a:pt x="74109" y="3907"/>
                    <a:pt x="58032" y="0"/>
                    <a:pt x="439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16"/>
            <p:cNvSpPr/>
            <p:nvPr/>
          </p:nvSpPr>
          <p:spPr>
            <a:xfrm>
              <a:off x="617325" y="2530375"/>
              <a:ext cx="6656525" cy="1195600"/>
            </a:xfrm>
            <a:custGeom>
              <a:rect b="b" l="l" r="r" t="t"/>
              <a:pathLst>
                <a:path extrusionOk="0" h="47824" w="266261">
                  <a:moveTo>
                    <a:pt x="42753" y="0"/>
                  </a:moveTo>
                  <a:cubicBezTo>
                    <a:pt x="42062" y="0"/>
                    <a:pt x="41376" y="10"/>
                    <a:pt x="40696" y="29"/>
                  </a:cubicBezTo>
                  <a:cubicBezTo>
                    <a:pt x="19646" y="637"/>
                    <a:pt x="5966" y="3435"/>
                    <a:pt x="1" y="8352"/>
                  </a:cubicBezTo>
                  <a:lnTo>
                    <a:pt x="227" y="8626"/>
                  </a:lnTo>
                  <a:cubicBezTo>
                    <a:pt x="4287" y="5292"/>
                    <a:pt x="14598" y="1149"/>
                    <a:pt x="40696" y="387"/>
                  </a:cubicBezTo>
                  <a:cubicBezTo>
                    <a:pt x="41375" y="367"/>
                    <a:pt x="42061" y="357"/>
                    <a:pt x="42751" y="357"/>
                  </a:cubicBezTo>
                  <a:cubicBezTo>
                    <a:pt x="57119" y="357"/>
                    <a:pt x="73684" y="4580"/>
                    <a:pt x="86476" y="11566"/>
                  </a:cubicBezTo>
                  <a:cubicBezTo>
                    <a:pt x="94239" y="15805"/>
                    <a:pt x="100823" y="21199"/>
                    <a:pt x="107193" y="26402"/>
                  </a:cubicBezTo>
                  <a:cubicBezTo>
                    <a:pt x="117587" y="34903"/>
                    <a:pt x="127397" y="42927"/>
                    <a:pt x="141768" y="46297"/>
                  </a:cubicBezTo>
                  <a:cubicBezTo>
                    <a:pt x="146242" y="47349"/>
                    <a:pt x="150491" y="47823"/>
                    <a:pt x="154562" y="47823"/>
                  </a:cubicBezTo>
                  <a:cubicBezTo>
                    <a:pt x="172376" y="47823"/>
                    <a:pt x="186800" y="38740"/>
                    <a:pt x="201919" y="29223"/>
                  </a:cubicBezTo>
                  <a:cubicBezTo>
                    <a:pt x="205014" y="27271"/>
                    <a:pt x="208229" y="25259"/>
                    <a:pt x="211479" y="23306"/>
                  </a:cubicBezTo>
                  <a:cubicBezTo>
                    <a:pt x="218321" y="19200"/>
                    <a:pt x="228632" y="14450"/>
                    <a:pt x="239705" y="14450"/>
                  </a:cubicBezTo>
                  <a:cubicBezTo>
                    <a:pt x="248443" y="14450"/>
                    <a:pt x="257655" y="17408"/>
                    <a:pt x="266010" y="25973"/>
                  </a:cubicBezTo>
                  <a:lnTo>
                    <a:pt x="266260" y="25711"/>
                  </a:lnTo>
                  <a:cubicBezTo>
                    <a:pt x="258758" y="18019"/>
                    <a:pt x="249789" y="14126"/>
                    <a:pt x="239600" y="14126"/>
                  </a:cubicBezTo>
                  <a:cubicBezTo>
                    <a:pt x="239569" y="14126"/>
                    <a:pt x="239538" y="14126"/>
                    <a:pt x="239507" y="14126"/>
                  </a:cubicBezTo>
                  <a:cubicBezTo>
                    <a:pt x="230672" y="14150"/>
                    <a:pt x="220921" y="17222"/>
                    <a:pt x="211301" y="22996"/>
                  </a:cubicBezTo>
                  <a:cubicBezTo>
                    <a:pt x="208038" y="24949"/>
                    <a:pt x="204824" y="26973"/>
                    <a:pt x="201728" y="28926"/>
                  </a:cubicBezTo>
                  <a:cubicBezTo>
                    <a:pt x="186657" y="38411"/>
                    <a:pt x="172266" y="47461"/>
                    <a:pt x="154532" y="47461"/>
                  </a:cubicBezTo>
                  <a:cubicBezTo>
                    <a:pt x="150494" y="47461"/>
                    <a:pt x="146283" y="46992"/>
                    <a:pt x="141852" y="45952"/>
                  </a:cubicBezTo>
                  <a:cubicBezTo>
                    <a:pt x="127564" y="42594"/>
                    <a:pt x="117777" y="34593"/>
                    <a:pt x="107431" y="26128"/>
                  </a:cubicBezTo>
                  <a:cubicBezTo>
                    <a:pt x="101037" y="20901"/>
                    <a:pt x="94441" y="15507"/>
                    <a:pt x="86654" y="11245"/>
                  </a:cubicBezTo>
                  <a:cubicBezTo>
                    <a:pt x="73804" y="4235"/>
                    <a:pt x="57180" y="0"/>
                    <a:pt x="427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16"/>
            <p:cNvSpPr/>
            <p:nvPr/>
          </p:nvSpPr>
          <p:spPr>
            <a:xfrm>
              <a:off x="625950" y="2432750"/>
              <a:ext cx="6647900" cy="1244800"/>
            </a:xfrm>
            <a:custGeom>
              <a:rect b="b" l="l" r="r" t="t"/>
              <a:pathLst>
                <a:path extrusionOk="0" h="49792" w="265916">
                  <a:moveTo>
                    <a:pt x="41667" y="0"/>
                  </a:moveTo>
                  <a:cubicBezTo>
                    <a:pt x="41386" y="0"/>
                    <a:pt x="41106" y="2"/>
                    <a:pt x="40827" y="5"/>
                  </a:cubicBezTo>
                  <a:cubicBezTo>
                    <a:pt x="19777" y="243"/>
                    <a:pt x="6049" y="2803"/>
                    <a:pt x="1" y="7613"/>
                  </a:cubicBezTo>
                  <a:lnTo>
                    <a:pt x="227" y="7899"/>
                  </a:lnTo>
                  <a:cubicBezTo>
                    <a:pt x="4335" y="4625"/>
                    <a:pt x="14717" y="672"/>
                    <a:pt x="40827" y="362"/>
                  </a:cubicBezTo>
                  <a:cubicBezTo>
                    <a:pt x="41089" y="360"/>
                    <a:pt x="41350" y="358"/>
                    <a:pt x="41613" y="358"/>
                  </a:cubicBezTo>
                  <a:cubicBezTo>
                    <a:pt x="56276" y="358"/>
                    <a:pt x="73363" y="4913"/>
                    <a:pt x="86405" y="12340"/>
                  </a:cubicBezTo>
                  <a:cubicBezTo>
                    <a:pt x="94096" y="16710"/>
                    <a:pt x="100585" y="22210"/>
                    <a:pt x="106871" y="27532"/>
                  </a:cubicBezTo>
                  <a:cubicBezTo>
                    <a:pt x="117111" y="36212"/>
                    <a:pt x="126779" y="44404"/>
                    <a:pt x="141078" y="48035"/>
                  </a:cubicBezTo>
                  <a:cubicBezTo>
                    <a:pt x="145866" y="49249"/>
                    <a:pt x="150405" y="49792"/>
                    <a:pt x="154753" y="49792"/>
                  </a:cubicBezTo>
                  <a:cubicBezTo>
                    <a:pt x="172149" y="49792"/>
                    <a:pt x="186490" y="41108"/>
                    <a:pt x="201502" y="32021"/>
                  </a:cubicBezTo>
                  <a:cubicBezTo>
                    <a:pt x="204645" y="30116"/>
                    <a:pt x="207884" y="28152"/>
                    <a:pt x="211182" y="26258"/>
                  </a:cubicBezTo>
                  <a:cubicBezTo>
                    <a:pt x="217949" y="22353"/>
                    <a:pt x="228064" y="17884"/>
                    <a:pt x="238884" y="17884"/>
                  </a:cubicBezTo>
                  <a:cubicBezTo>
                    <a:pt x="247824" y="17884"/>
                    <a:pt x="257244" y="20936"/>
                    <a:pt x="265653" y="29878"/>
                  </a:cubicBezTo>
                  <a:lnTo>
                    <a:pt x="265915" y="29628"/>
                  </a:lnTo>
                  <a:cubicBezTo>
                    <a:pt x="258521" y="21770"/>
                    <a:pt x="249592" y="17722"/>
                    <a:pt x="239364" y="17567"/>
                  </a:cubicBezTo>
                  <a:cubicBezTo>
                    <a:pt x="239173" y="17564"/>
                    <a:pt x="238981" y="17563"/>
                    <a:pt x="238788" y="17563"/>
                  </a:cubicBezTo>
                  <a:cubicBezTo>
                    <a:pt x="230104" y="17563"/>
                    <a:pt x="220508" y="20451"/>
                    <a:pt x="211003" y="25937"/>
                  </a:cubicBezTo>
                  <a:cubicBezTo>
                    <a:pt x="207717" y="27842"/>
                    <a:pt x="204467" y="29807"/>
                    <a:pt x="201336" y="31700"/>
                  </a:cubicBezTo>
                  <a:cubicBezTo>
                    <a:pt x="186364" y="40762"/>
                    <a:pt x="172056" y="49421"/>
                    <a:pt x="154743" y="49421"/>
                  </a:cubicBezTo>
                  <a:cubicBezTo>
                    <a:pt x="150426" y="49421"/>
                    <a:pt x="145921" y="48883"/>
                    <a:pt x="141173" y="47678"/>
                  </a:cubicBezTo>
                  <a:cubicBezTo>
                    <a:pt x="126945" y="44082"/>
                    <a:pt x="117301" y="35903"/>
                    <a:pt x="107098" y="27259"/>
                  </a:cubicBezTo>
                  <a:cubicBezTo>
                    <a:pt x="100799" y="21925"/>
                    <a:pt x="94298" y="16412"/>
                    <a:pt x="86583" y="12031"/>
                  </a:cubicBezTo>
                  <a:cubicBezTo>
                    <a:pt x="73509" y="4577"/>
                    <a:pt x="56377" y="0"/>
                    <a:pt x="416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16"/>
            <p:cNvSpPr/>
            <p:nvPr/>
          </p:nvSpPr>
          <p:spPr>
            <a:xfrm>
              <a:off x="636675" y="2334800"/>
              <a:ext cx="6637450" cy="1294425"/>
            </a:xfrm>
            <a:custGeom>
              <a:rect b="b" l="l" r="r" t="t"/>
              <a:pathLst>
                <a:path extrusionOk="0" h="51777" w="265498">
                  <a:moveTo>
                    <a:pt x="39287" y="1"/>
                  </a:moveTo>
                  <a:cubicBezTo>
                    <a:pt x="19177" y="1"/>
                    <a:pt x="5968" y="2322"/>
                    <a:pt x="0" y="6900"/>
                  </a:cubicBezTo>
                  <a:lnTo>
                    <a:pt x="227" y="7186"/>
                  </a:lnTo>
                  <a:cubicBezTo>
                    <a:pt x="4311" y="4047"/>
                    <a:pt x="14422" y="359"/>
                    <a:pt x="39404" y="359"/>
                  </a:cubicBezTo>
                  <a:cubicBezTo>
                    <a:pt x="39912" y="359"/>
                    <a:pt x="40426" y="360"/>
                    <a:pt x="40946" y="363"/>
                  </a:cubicBezTo>
                  <a:cubicBezTo>
                    <a:pt x="55781" y="447"/>
                    <a:pt x="73164" y="5340"/>
                    <a:pt x="86309" y="13127"/>
                  </a:cubicBezTo>
                  <a:cubicBezTo>
                    <a:pt x="93917" y="17639"/>
                    <a:pt x="100311" y="23247"/>
                    <a:pt x="106502" y="28676"/>
                  </a:cubicBezTo>
                  <a:cubicBezTo>
                    <a:pt x="116586" y="37535"/>
                    <a:pt x="126111" y="45905"/>
                    <a:pt x="140363" y="49774"/>
                  </a:cubicBezTo>
                  <a:cubicBezTo>
                    <a:pt x="145461" y="51162"/>
                    <a:pt x="150287" y="51777"/>
                    <a:pt x="154911" y="51777"/>
                  </a:cubicBezTo>
                  <a:cubicBezTo>
                    <a:pt x="171899" y="51777"/>
                    <a:pt x="186153" y="43484"/>
                    <a:pt x="201061" y="34808"/>
                  </a:cubicBezTo>
                  <a:cubicBezTo>
                    <a:pt x="204228" y="32963"/>
                    <a:pt x="207503" y="31058"/>
                    <a:pt x="210836" y="29212"/>
                  </a:cubicBezTo>
                  <a:cubicBezTo>
                    <a:pt x="217522" y="25512"/>
                    <a:pt x="227422" y="21326"/>
                    <a:pt x="237978" y="21326"/>
                  </a:cubicBezTo>
                  <a:cubicBezTo>
                    <a:pt x="247122" y="21326"/>
                    <a:pt x="256758" y="24467"/>
                    <a:pt x="265224" y="33784"/>
                  </a:cubicBezTo>
                  <a:lnTo>
                    <a:pt x="265498" y="33546"/>
                  </a:lnTo>
                  <a:cubicBezTo>
                    <a:pt x="258247" y="25569"/>
                    <a:pt x="249377" y="21354"/>
                    <a:pt x="239149" y="21033"/>
                  </a:cubicBezTo>
                  <a:cubicBezTo>
                    <a:pt x="238730" y="21019"/>
                    <a:pt x="238308" y="21012"/>
                    <a:pt x="237884" y="21012"/>
                  </a:cubicBezTo>
                  <a:cubicBezTo>
                    <a:pt x="229391" y="21012"/>
                    <a:pt x="220013" y="23731"/>
                    <a:pt x="210658" y="28903"/>
                  </a:cubicBezTo>
                  <a:cubicBezTo>
                    <a:pt x="207324" y="30748"/>
                    <a:pt x="204050" y="32653"/>
                    <a:pt x="200871" y="34498"/>
                  </a:cubicBezTo>
                  <a:cubicBezTo>
                    <a:pt x="186013" y="43140"/>
                    <a:pt x="171810" y="51406"/>
                    <a:pt x="154899" y="51406"/>
                  </a:cubicBezTo>
                  <a:cubicBezTo>
                    <a:pt x="150304" y="51406"/>
                    <a:pt x="145509" y="50796"/>
                    <a:pt x="140447" y="49417"/>
                  </a:cubicBezTo>
                  <a:cubicBezTo>
                    <a:pt x="126290" y="45571"/>
                    <a:pt x="116789" y="37237"/>
                    <a:pt x="106740" y="28402"/>
                  </a:cubicBezTo>
                  <a:cubicBezTo>
                    <a:pt x="100537" y="22961"/>
                    <a:pt x="94131" y="17342"/>
                    <a:pt x="86499" y="12817"/>
                  </a:cubicBezTo>
                  <a:cubicBezTo>
                    <a:pt x="73295" y="4995"/>
                    <a:pt x="55841" y="89"/>
                    <a:pt x="40958" y="6"/>
                  </a:cubicBezTo>
                  <a:cubicBezTo>
                    <a:pt x="40396" y="3"/>
                    <a:pt x="39839" y="1"/>
                    <a:pt x="392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16"/>
            <p:cNvSpPr/>
            <p:nvPr/>
          </p:nvSpPr>
          <p:spPr>
            <a:xfrm>
              <a:off x="649475" y="2235200"/>
              <a:ext cx="6624950" cy="1345700"/>
            </a:xfrm>
            <a:custGeom>
              <a:rect b="b" l="l" r="r" t="t"/>
              <a:pathLst>
                <a:path extrusionOk="0" h="53828" w="264998">
                  <a:moveTo>
                    <a:pt x="35160" y="0"/>
                  </a:moveTo>
                  <a:cubicBezTo>
                    <a:pt x="17419" y="0"/>
                    <a:pt x="5602" y="2101"/>
                    <a:pt x="0" y="6240"/>
                  </a:cubicBezTo>
                  <a:lnTo>
                    <a:pt x="215" y="6538"/>
                  </a:lnTo>
                  <a:cubicBezTo>
                    <a:pt x="4112" y="3654"/>
                    <a:pt x="13403" y="362"/>
                    <a:pt x="35411" y="362"/>
                  </a:cubicBezTo>
                  <a:cubicBezTo>
                    <a:pt x="37206" y="362"/>
                    <a:pt x="39085" y="384"/>
                    <a:pt x="41053" y="430"/>
                  </a:cubicBezTo>
                  <a:cubicBezTo>
                    <a:pt x="55876" y="787"/>
                    <a:pt x="73176" y="5978"/>
                    <a:pt x="86202" y="13979"/>
                  </a:cubicBezTo>
                  <a:cubicBezTo>
                    <a:pt x="93726" y="18623"/>
                    <a:pt x="100025" y="24350"/>
                    <a:pt x="106109" y="29886"/>
                  </a:cubicBezTo>
                  <a:cubicBezTo>
                    <a:pt x="116039" y="38911"/>
                    <a:pt x="125421" y="47436"/>
                    <a:pt x="139601" y="51567"/>
                  </a:cubicBezTo>
                  <a:cubicBezTo>
                    <a:pt x="145004" y="53139"/>
                    <a:pt x="150116" y="53827"/>
                    <a:pt x="155015" y="53827"/>
                  </a:cubicBezTo>
                  <a:cubicBezTo>
                    <a:pt x="171610" y="53827"/>
                    <a:pt x="185768" y="45925"/>
                    <a:pt x="200549" y="37661"/>
                  </a:cubicBezTo>
                  <a:cubicBezTo>
                    <a:pt x="203752" y="35875"/>
                    <a:pt x="207062" y="34030"/>
                    <a:pt x="210420" y="32244"/>
                  </a:cubicBezTo>
                  <a:cubicBezTo>
                    <a:pt x="217020" y="28737"/>
                    <a:pt x="226700" y="24823"/>
                    <a:pt x="236995" y="24823"/>
                  </a:cubicBezTo>
                  <a:cubicBezTo>
                    <a:pt x="246347" y="24823"/>
                    <a:pt x="256206" y="28053"/>
                    <a:pt x="264724" y="37756"/>
                  </a:cubicBezTo>
                  <a:lnTo>
                    <a:pt x="264998" y="37518"/>
                  </a:lnTo>
                  <a:cubicBezTo>
                    <a:pt x="257890" y="29422"/>
                    <a:pt x="249103" y="25052"/>
                    <a:pt x="238887" y="24552"/>
                  </a:cubicBezTo>
                  <a:cubicBezTo>
                    <a:pt x="238234" y="24520"/>
                    <a:pt x="237575" y="24503"/>
                    <a:pt x="236910" y="24503"/>
                  </a:cubicBezTo>
                  <a:cubicBezTo>
                    <a:pt x="228589" y="24503"/>
                    <a:pt x="219426" y="27049"/>
                    <a:pt x="210253" y="31922"/>
                  </a:cubicBezTo>
                  <a:cubicBezTo>
                    <a:pt x="206883" y="33708"/>
                    <a:pt x="203574" y="35565"/>
                    <a:pt x="200371" y="37351"/>
                  </a:cubicBezTo>
                  <a:cubicBezTo>
                    <a:pt x="185637" y="45583"/>
                    <a:pt x="171528" y="53466"/>
                    <a:pt x="155004" y="53466"/>
                  </a:cubicBezTo>
                  <a:cubicBezTo>
                    <a:pt x="150137" y="53466"/>
                    <a:pt x="145060" y="52782"/>
                    <a:pt x="139696" y="51222"/>
                  </a:cubicBezTo>
                  <a:cubicBezTo>
                    <a:pt x="125599" y="47114"/>
                    <a:pt x="116253" y="38613"/>
                    <a:pt x="106359" y="29612"/>
                  </a:cubicBezTo>
                  <a:cubicBezTo>
                    <a:pt x="100251" y="24064"/>
                    <a:pt x="93941" y="18325"/>
                    <a:pt x="86392" y="13682"/>
                  </a:cubicBezTo>
                  <a:cubicBezTo>
                    <a:pt x="73331" y="5633"/>
                    <a:pt x="55960" y="418"/>
                    <a:pt x="41077" y="73"/>
                  </a:cubicBezTo>
                  <a:cubicBezTo>
                    <a:pt x="39037" y="25"/>
                    <a:pt x="37064" y="0"/>
                    <a:pt x="35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16"/>
            <p:cNvSpPr/>
            <p:nvPr/>
          </p:nvSpPr>
          <p:spPr>
            <a:xfrm>
              <a:off x="664050" y="2134250"/>
              <a:ext cx="6610375" cy="1399125"/>
            </a:xfrm>
            <a:custGeom>
              <a:rect b="b" l="l" r="r" t="t"/>
              <a:pathLst>
                <a:path extrusionOk="0" h="55965" w="264415">
                  <a:moveTo>
                    <a:pt x="31658" y="1"/>
                  </a:moveTo>
                  <a:cubicBezTo>
                    <a:pt x="15910" y="1"/>
                    <a:pt x="5285" y="1898"/>
                    <a:pt x="1" y="5671"/>
                  </a:cubicBezTo>
                  <a:lnTo>
                    <a:pt x="215" y="5968"/>
                  </a:lnTo>
                  <a:cubicBezTo>
                    <a:pt x="3941" y="3311"/>
                    <a:pt x="12454" y="374"/>
                    <a:pt x="31865" y="374"/>
                  </a:cubicBezTo>
                  <a:cubicBezTo>
                    <a:pt x="34721" y="374"/>
                    <a:pt x="37813" y="437"/>
                    <a:pt x="41161" y="575"/>
                  </a:cubicBezTo>
                  <a:cubicBezTo>
                    <a:pt x="55972" y="1182"/>
                    <a:pt x="73177" y="6671"/>
                    <a:pt x="86047" y="14910"/>
                  </a:cubicBezTo>
                  <a:cubicBezTo>
                    <a:pt x="93489" y="19684"/>
                    <a:pt x="99692" y="25518"/>
                    <a:pt x="105681" y="31162"/>
                  </a:cubicBezTo>
                  <a:cubicBezTo>
                    <a:pt x="115456" y="40365"/>
                    <a:pt x="124683" y="49045"/>
                    <a:pt x="138792" y="53427"/>
                  </a:cubicBezTo>
                  <a:cubicBezTo>
                    <a:pt x="144499" y="55196"/>
                    <a:pt x="149895" y="55964"/>
                    <a:pt x="155070" y="55964"/>
                  </a:cubicBezTo>
                  <a:cubicBezTo>
                    <a:pt x="171272" y="55964"/>
                    <a:pt x="185312" y="48439"/>
                    <a:pt x="199966" y="40580"/>
                  </a:cubicBezTo>
                  <a:cubicBezTo>
                    <a:pt x="203205" y="38853"/>
                    <a:pt x="206539" y="37056"/>
                    <a:pt x="209932" y="35329"/>
                  </a:cubicBezTo>
                  <a:cubicBezTo>
                    <a:pt x="216438" y="32021"/>
                    <a:pt x="225885" y="28376"/>
                    <a:pt x="235908" y="28376"/>
                  </a:cubicBezTo>
                  <a:cubicBezTo>
                    <a:pt x="245474" y="28376"/>
                    <a:pt x="255565" y="31695"/>
                    <a:pt x="264129" y="41794"/>
                  </a:cubicBezTo>
                  <a:lnTo>
                    <a:pt x="264415" y="41568"/>
                  </a:lnTo>
                  <a:cubicBezTo>
                    <a:pt x="257438" y="33341"/>
                    <a:pt x="248734" y="28828"/>
                    <a:pt x="238519" y="28138"/>
                  </a:cubicBezTo>
                  <a:cubicBezTo>
                    <a:pt x="237634" y="28078"/>
                    <a:pt x="236737" y="28048"/>
                    <a:pt x="235830" y="28048"/>
                  </a:cubicBezTo>
                  <a:cubicBezTo>
                    <a:pt x="227710" y="28048"/>
                    <a:pt x="218762" y="30434"/>
                    <a:pt x="209765" y="35008"/>
                  </a:cubicBezTo>
                  <a:cubicBezTo>
                    <a:pt x="206372" y="36734"/>
                    <a:pt x="203026" y="38532"/>
                    <a:pt x="199800" y="40258"/>
                  </a:cubicBezTo>
                  <a:cubicBezTo>
                    <a:pt x="185191" y="48086"/>
                    <a:pt x="171191" y="55586"/>
                    <a:pt x="155054" y="55586"/>
                  </a:cubicBezTo>
                  <a:cubicBezTo>
                    <a:pt x="149912" y="55586"/>
                    <a:pt x="144552" y="54824"/>
                    <a:pt x="138887" y="53069"/>
                  </a:cubicBezTo>
                  <a:cubicBezTo>
                    <a:pt x="124862" y="48724"/>
                    <a:pt x="115658" y="40068"/>
                    <a:pt x="105931" y="30900"/>
                  </a:cubicBezTo>
                  <a:cubicBezTo>
                    <a:pt x="99918" y="25245"/>
                    <a:pt x="93715" y="19387"/>
                    <a:pt x="86238" y="14612"/>
                  </a:cubicBezTo>
                  <a:cubicBezTo>
                    <a:pt x="73320" y="6337"/>
                    <a:pt x="56055" y="813"/>
                    <a:pt x="41173" y="206"/>
                  </a:cubicBezTo>
                  <a:cubicBezTo>
                    <a:pt x="37818" y="69"/>
                    <a:pt x="34646" y="1"/>
                    <a:pt x="316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7" name="Google Shape;397;p16"/>
          <p:cNvGrpSpPr/>
          <p:nvPr/>
        </p:nvGrpSpPr>
        <p:grpSpPr>
          <a:xfrm rot="245444">
            <a:off x="4431360" y="-987916"/>
            <a:ext cx="5321303" cy="1664451"/>
            <a:chOff x="603050" y="2134250"/>
            <a:chExt cx="6671375" cy="1887675"/>
          </a:xfrm>
        </p:grpSpPr>
        <p:sp>
          <p:nvSpPr>
            <p:cNvPr id="398" name="Google Shape;398;p16"/>
            <p:cNvSpPr/>
            <p:nvPr/>
          </p:nvSpPr>
          <p:spPr>
            <a:xfrm>
              <a:off x="608100" y="2949275"/>
              <a:ext cx="6665750" cy="1072650"/>
            </a:xfrm>
            <a:custGeom>
              <a:rect b="b" l="l" r="r" t="t"/>
              <a:pathLst>
                <a:path extrusionOk="0" h="42906" w="266630">
                  <a:moveTo>
                    <a:pt x="242926" y="0"/>
                  </a:moveTo>
                  <a:cubicBezTo>
                    <a:pt x="241564" y="0"/>
                    <a:pt x="240185" y="76"/>
                    <a:pt x="238792" y="228"/>
                  </a:cubicBezTo>
                  <a:cubicBezTo>
                    <a:pt x="230005" y="1168"/>
                    <a:pt x="220635" y="5240"/>
                    <a:pt x="211670" y="11979"/>
                  </a:cubicBezTo>
                  <a:cubicBezTo>
                    <a:pt x="208634" y="14265"/>
                    <a:pt x="205645" y="16611"/>
                    <a:pt x="202764" y="18885"/>
                  </a:cubicBezTo>
                  <a:cubicBezTo>
                    <a:pt x="187340" y="31016"/>
                    <a:pt x="172685" y="42543"/>
                    <a:pt x="152232" y="42543"/>
                  </a:cubicBezTo>
                  <a:cubicBezTo>
                    <a:pt x="149902" y="42543"/>
                    <a:pt x="147497" y="42394"/>
                    <a:pt x="145007" y="42078"/>
                  </a:cubicBezTo>
                  <a:cubicBezTo>
                    <a:pt x="130433" y="40233"/>
                    <a:pt x="119873" y="33291"/>
                    <a:pt x="108693" y="25957"/>
                  </a:cubicBezTo>
                  <a:cubicBezTo>
                    <a:pt x="101799" y="21433"/>
                    <a:pt x="94667" y="16754"/>
                    <a:pt x="86476" y="13337"/>
                  </a:cubicBezTo>
                  <a:cubicBezTo>
                    <a:pt x="75578" y="8791"/>
                    <a:pt x="62424" y="6298"/>
                    <a:pt x="50215" y="6298"/>
                  </a:cubicBezTo>
                  <a:cubicBezTo>
                    <a:pt x="46564" y="6298"/>
                    <a:pt x="42997" y="6521"/>
                    <a:pt x="39601" y="6979"/>
                  </a:cubicBezTo>
                  <a:cubicBezTo>
                    <a:pt x="18729" y="9788"/>
                    <a:pt x="5418" y="14003"/>
                    <a:pt x="0" y="19504"/>
                  </a:cubicBezTo>
                  <a:lnTo>
                    <a:pt x="262" y="19766"/>
                  </a:lnTo>
                  <a:cubicBezTo>
                    <a:pt x="3941" y="16015"/>
                    <a:pt x="13764" y="10824"/>
                    <a:pt x="39648" y="7348"/>
                  </a:cubicBezTo>
                  <a:cubicBezTo>
                    <a:pt x="43028" y="6893"/>
                    <a:pt x="46578" y="6672"/>
                    <a:pt x="50211" y="6672"/>
                  </a:cubicBezTo>
                  <a:cubicBezTo>
                    <a:pt x="62374" y="6672"/>
                    <a:pt x="75481" y="9153"/>
                    <a:pt x="86345" y="13682"/>
                  </a:cubicBezTo>
                  <a:cubicBezTo>
                    <a:pt x="94500" y="17075"/>
                    <a:pt x="101620" y="21742"/>
                    <a:pt x="108502" y="26255"/>
                  </a:cubicBezTo>
                  <a:cubicBezTo>
                    <a:pt x="119718" y="33625"/>
                    <a:pt x="130314" y="40578"/>
                    <a:pt x="144959" y="42435"/>
                  </a:cubicBezTo>
                  <a:cubicBezTo>
                    <a:pt x="147474" y="42754"/>
                    <a:pt x="149902" y="42906"/>
                    <a:pt x="152253" y="42906"/>
                  </a:cubicBezTo>
                  <a:cubicBezTo>
                    <a:pt x="172815" y="42906"/>
                    <a:pt x="187519" y="31340"/>
                    <a:pt x="202990" y="19171"/>
                  </a:cubicBezTo>
                  <a:cubicBezTo>
                    <a:pt x="205871" y="16908"/>
                    <a:pt x="208860" y="14563"/>
                    <a:pt x="211896" y="12277"/>
                  </a:cubicBezTo>
                  <a:cubicBezTo>
                    <a:pt x="219006" y="6920"/>
                    <a:pt x="230335" y="312"/>
                    <a:pt x="242921" y="312"/>
                  </a:cubicBezTo>
                  <a:cubicBezTo>
                    <a:pt x="250504" y="312"/>
                    <a:pt x="258543" y="2711"/>
                    <a:pt x="266391" y="9229"/>
                  </a:cubicBezTo>
                  <a:lnTo>
                    <a:pt x="266629" y="8943"/>
                  </a:lnTo>
                  <a:cubicBezTo>
                    <a:pt x="259467" y="3004"/>
                    <a:pt x="251508" y="0"/>
                    <a:pt x="2429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16"/>
            <p:cNvSpPr/>
            <p:nvPr/>
          </p:nvSpPr>
          <p:spPr>
            <a:xfrm>
              <a:off x="604525" y="2938825"/>
              <a:ext cx="6669025" cy="1033425"/>
            </a:xfrm>
            <a:custGeom>
              <a:rect b="b" l="l" r="r" t="t"/>
              <a:pathLst>
                <a:path extrusionOk="0" h="41337" w="266761">
                  <a:moveTo>
                    <a:pt x="242560" y="0"/>
                  </a:moveTo>
                  <a:cubicBezTo>
                    <a:pt x="241419" y="0"/>
                    <a:pt x="240266" y="53"/>
                    <a:pt x="239102" y="158"/>
                  </a:cubicBezTo>
                  <a:cubicBezTo>
                    <a:pt x="230303" y="955"/>
                    <a:pt x="220850" y="4861"/>
                    <a:pt x="211765" y="11445"/>
                  </a:cubicBezTo>
                  <a:cubicBezTo>
                    <a:pt x="208693" y="13683"/>
                    <a:pt x="205669" y="15969"/>
                    <a:pt x="202752" y="18184"/>
                  </a:cubicBezTo>
                  <a:cubicBezTo>
                    <a:pt x="187359" y="29863"/>
                    <a:pt x="172728" y="40966"/>
                    <a:pt x="152762" y="40966"/>
                  </a:cubicBezTo>
                  <a:cubicBezTo>
                    <a:pt x="150135" y="40966"/>
                    <a:pt x="147416" y="40773"/>
                    <a:pt x="144590" y="40365"/>
                  </a:cubicBezTo>
                  <a:cubicBezTo>
                    <a:pt x="130064" y="38269"/>
                    <a:pt x="119623" y="31150"/>
                    <a:pt x="108574" y="23613"/>
                  </a:cubicBezTo>
                  <a:cubicBezTo>
                    <a:pt x="101751" y="18969"/>
                    <a:pt x="94703" y="14171"/>
                    <a:pt x="86571" y="10611"/>
                  </a:cubicBezTo>
                  <a:cubicBezTo>
                    <a:pt x="75309" y="5677"/>
                    <a:pt x="61560" y="2931"/>
                    <a:pt x="48931" y="2931"/>
                  </a:cubicBezTo>
                  <a:cubicBezTo>
                    <a:pt x="45806" y="2931"/>
                    <a:pt x="42749" y="3099"/>
                    <a:pt x="39815" y="3444"/>
                  </a:cubicBezTo>
                  <a:cubicBezTo>
                    <a:pt x="18908" y="5885"/>
                    <a:pt x="5513" y="9861"/>
                    <a:pt x="1" y="15279"/>
                  </a:cubicBezTo>
                  <a:lnTo>
                    <a:pt x="251" y="15529"/>
                  </a:lnTo>
                  <a:cubicBezTo>
                    <a:pt x="4001" y="11850"/>
                    <a:pt x="13919" y="6825"/>
                    <a:pt x="39851" y="3801"/>
                  </a:cubicBezTo>
                  <a:cubicBezTo>
                    <a:pt x="42768" y="3459"/>
                    <a:pt x="45807" y="3292"/>
                    <a:pt x="48914" y="3292"/>
                  </a:cubicBezTo>
                  <a:cubicBezTo>
                    <a:pt x="61497" y="3292"/>
                    <a:pt x="75199" y="6027"/>
                    <a:pt x="86428" y="10945"/>
                  </a:cubicBezTo>
                  <a:cubicBezTo>
                    <a:pt x="94524" y="14493"/>
                    <a:pt x="101561" y="19279"/>
                    <a:pt x="108359" y="23922"/>
                  </a:cubicBezTo>
                  <a:cubicBezTo>
                    <a:pt x="119456" y="31471"/>
                    <a:pt x="129922" y="38615"/>
                    <a:pt x="144542" y="40734"/>
                  </a:cubicBezTo>
                  <a:cubicBezTo>
                    <a:pt x="147384" y="41144"/>
                    <a:pt x="150118" y="41337"/>
                    <a:pt x="152759" y="41337"/>
                  </a:cubicBezTo>
                  <a:cubicBezTo>
                    <a:pt x="172836" y="41337"/>
                    <a:pt x="187520" y="30193"/>
                    <a:pt x="202966" y="18481"/>
                  </a:cubicBezTo>
                  <a:cubicBezTo>
                    <a:pt x="205883" y="16267"/>
                    <a:pt x="208908" y="13969"/>
                    <a:pt x="211979" y="11742"/>
                  </a:cubicBezTo>
                  <a:cubicBezTo>
                    <a:pt x="219066" y="6599"/>
                    <a:pt x="230260" y="308"/>
                    <a:pt x="242600" y="308"/>
                  </a:cubicBezTo>
                  <a:cubicBezTo>
                    <a:pt x="250370" y="308"/>
                    <a:pt x="258594" y="2802"/>
                    <a:pt x="266534" y="9647"/>
                  </a:cubicBezTo>
                  <a:lnTo>
                    <a:pt x="266760" y="9373"/>
                  </a:lnTo>
                  <a:cubicBezTo>
                    <a:pt x="259527" y="3141"/>
                    <a:pt x="251396" y="0"/>
                    <a:pt x="242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16"/>
            <p:cNvSpPr/>
            <p:nvPr/>
          </p:nvSpPr>
          <p:spPr>
            <a:xfrm>
              <a:off x="603050" y="2916775"/>
              <a:ext cx="6670800" cy="1005800"/>
            </a:xfrm>
            <a:custGeom>
              <a:rect b="b" l="l" r="r" t="t"/>
              <a:pathLst>
                <a:path extrusionOk="0" h="40232" w="266832">
                  <a:moveTo>
                    <a:pt x="47581" y="0"/>
                  </a:moveTo>
                  <a:cubicBezTo>
                    <a:pt x="44993" y="0"/>
                    <a:pt x="42457" y="119"/>
                    <a:pt x="40005" y="361"/>
                  </a:cubicBezTo>
                  <a:cubicBezTo>
                    <a:pt x="19062" y="2445"/>
                    <a:pt x="5608" y="6183"/>
                    <a:pt x="0" y="11505"/>
                  </a:cubicBezTo>
                  <a:lnTo>
                    <a:pt x="250" y="11767"/>
                  </a:lnTo>
                  <a:cubicBezTo>
                    <a:pt x="4060" y="8148"/>
                    <a:pt x="14061" y="3302"/>
                    <a:pt x="40041" y="730"/>
                  </a:cubicBezTo>
                  <a:cubicBezTo>
                    <a:pt x="42490" y="487"/>
                    <a:pt x="45023" y="368"/>
                    <a:pt x="47608" y="368"/>
                  </a:cubicBezTo>
                  <a:cubicBezTo>
                    <a:pt x="60603" y="368"/>
                    <a:pt x="74908" y="3370"/>
                    <a:pt x="86487" y="8683"/>
                  </a:cubicBezTo>
                  <a:cubicBezTo>
                    <a:pt x="94524" y="12362"/>
                    <a:pt x="101477" y="17292"/>
                    <a:pt x="108192" y="22042"/>
                  </a:cubicBezTo>
                  <a:cubicBezTo>
                    <a:pt x="119146" y="29793"/>
                    <a:pt x="129504" y="37116"/>
                    <a:pt x="144078" y="39473"/>
                  </a:cubicBezTo>
                  <a:cubicBezTo>
                    <a:pt x="147258" y="39990"/>
                    <a:pt x="150307" y="40232"/>
                    <a:pt x="153246" y="40232"/>
                  </a:cubicBezTo>
                  <a:cubicBezTo>
                    <a:pt x="172829" y="40232"/>
                    <a:pt x="187478" y="29509"/>
                    <a:pt x="202883" y="18256"/>
                  </a:cubicBezTo>
                  <a:cubicBezTo>
                    <a:pt x="205835" y="16089"/>
                    <a:pt x="208895" y="13851"/>
                    <a:pt x="212015" y="11672"/>
                  </a:cubicBezTo>
                  <a:cubicBezTo>
                    <a:pt x="219065" y="6740"/>
                    <a:pt x="230090" y="772"/>
                    <a:pt x="242173" y="772"/>
                  </a:cubicBezTo>
                  <a:cubicBezTo>
                    <a:pt x="250128" y="772"/>
                    <a:pt x="258541" y="3359"/>
                    <a:pt x="266581" y="10529"/>
                  </a:cubicBezTo>
                  <a:lnTo>
                    <a:pt x="266831" y="10255"/>
                  </a:lnTo>
                  <a:cubicBezTo>
                    <a:pt x="259528" y="3740"/>
                    <a:pt x="251234" y="461"/>
                    <a:pt x="242138" y="461"/>
                  </a:cubicBezTo>
                  <a:cubicBezTo>
                    <a:pt x="241209" y="461"/>
                    <a:pt x="240272" y="495"/>
                    <a:pt x="239328" y="563"/>
                  </a:cubicBezTo>
                  <a:cubicBezTo>
                    <a:pt x="230517" y="1206"/>
                    <a:pt x="220992" y="4945"/>
                    <a:pt x="211800" y="11374"/>
                  </a:cubicBezTo>
                  <a:cubicBezTo>
                    <a:pt x="208681" y="13553"/>
                    <a:pt x="205621" y="15791"/>
                    <a:pt x="202668" y="17958"/>
                  </a:cubicBezTo>
                  <a:cubicBezTo>
                    <a:pt x="187317" y="29187"/>
                    <a:pt x="172706" y="39865"/>
                    <a:pt x="153219" y="39865"/>
                  </a:cubicBezTo>
                  <a:cubicBezTo>
                    <a:pt x="150307" y="39865"/>
                    <a:pt x="147286" y="39627"/>
                    <a:pt x="144137" y="39116"/>
                  </a:cubicBezTo>
                  <a:cubicBezTo>
                    <a:pt x="129635" y="36770"/>
                    <a:pt x="119325" y="29472"/>
                    <a:pt x="108406" y="21745"/>
                  </a:cubicBezTo>
                  <a:cubicBezTo>
                    <a:pt x="101679" y="16982"/>
                    <a:pt x="94702" y="12053"/>
                    <a:pt x="86642" y="8350"/>
                  </a:cubicBezTo>
                  <a:cubicBezTo>
                    <a:pt x="75006" y="3014"/>
                    <a:pt x="60634" y="0"/>
                    <a:pt x="475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16"/>
            <p:cNvSpPr/>
            <p:nvPr/>
          </p:nvSpPr>
          <p:spPr>
            <a:xfrm>
              <a:off x="603625" y="2820875"/>
              <a:ext cx="6670225" cy="1052250"/>
            </a:xfrm>
            <a:custGeom>
              <a:rect b="b" l="l" r="r" t="t"/>
              <a:pathLst>
                <a:path extrusionOk="0" h="42090" w="266809">
                  <a:moveTo>
                    <a:pt x="46344" y="0"/>
                  </a:moveTo>
                  <a:cubicBezTo>
                    <a:pt x="44253" y="0"/>
                    <a:pt x="42198" y="80"/>
                    <a:pt x="40196" y="244"/>
                  </a:cubicBezTo>
                  <a:cubicBezTo>
                    <a:pt x="19218" y="1959"/>
                    <a:pt x="5692" y="5471"/>
                    <a:pt x="1" y="10686"/>
                  </a:cubicBezTo>
                  <a:lnTo>
                    <a:pt x="239" y="10948"/>
                  </a:lnTo>
                  <a:cubicBezTo>
                    <a:pt x="4120" y="7400"/>
                    <a:pt x="14193" y="2721"/>
                    <a:pt x="40220" y="601"/>
                  </a:cubicBezTo>
                  <a:cubicBezTo>
                    <a:pt x="42208" y="440"/>
                    <a:pt x="44249" y="360"/>
                    <a:pt x="46327" y="360"/>
                  </a:cubicBezTo>
                  <a:cubicBezTo>
                    <a:pt x="59706" y="360"/>
                    <a:pt x="74600" y="3646"/>
                    <a:pt x="86524" y="9376"/>
                  </a:cubicBezTo>
                  <a:cubicBezTo>
                    <a:pt x="94501" y="13198"/>
                    <a:pt x="101359" y="18234"/>
                    <a:pt x="107991" y="23104"/>
                  </a:cubicBezTo>
                  <a:cubicBezTo>
                    <a:pt x="118813" y="31046"/>
                    <a:pt x="129029" y="38546"/>
                    <a:pt x="143566" y="41166"/>
                  </a:cubicBezTo>
                  <a:cubicBezTo>
                    <a:pt x="147069" y="41797"/>
                    <a:pt x="150419" y="42090"/>
                    <a:pt x="153641" y="42090"/>
                  </a:cubicBezTo>
                  <a:cubicBezTo>
                    <a:pt x="172769" y="42090"/>
                    <a:pt x="187383" y="31783"/>
                    <a:pt x="202729" y="20961"/>
                  </a:cubicBezTo>
                  <a:cubicBezTo>
                    <a:pt x="205729" y="18854"/>
                    <a:pt x="208825" y="16663"/>
                    <a:pt x="211980" y="14543"/>
                  </a:cubicBezTo>
                  <a:cubicBezTo>
                    <a:pt x="218983" y="9825"/>
                    <a:pt x="229850" y="4171"/>
                    <a:pt x="241687" y="4171"/>
                  </a:cubicBezTo>
                  <a:cubicBezTo>
                    <a:pt x="249833" y="4171"/>
                    <a:pt x="258438" y="6849"/>
                    <a:pt x="266558" y="14353"/>
                  </a:cubicBezTo>
                  <a:lnTo>
                    <a:pt x="266808" y="14091"/>
                  </a:lnTo>
                  <a:cubicBezTo>
                    <a:pt x="259457" y="7303"/>
                    <a:pt x="251007" y="3862"/>
                    <a:pt x="241659" y="3862"/>
                  </a:cubicBezTo>
                  <a:cubicBezTo>
                    <a:pt x="240939" y="3862"/>
                    <a:pt x="240214" y="3882"/>
                    <a:pt x="239483" y="3923"/>
                  </a:cubicBezTo>
                  <a:cubicBezTo>
                    <a:pt x="230661" y="4411"/>
                    <a:pt x="221076" y="7971"/>
                    <a:pt x="211777" y="14246"/>
                  </a:cubicBezTo>
                  <a:cubicBezTo>
                    <a:pt x="208622" y="16365"/>
                    <a:pt x="205515" y="18556"/>
                    <a:pt x="202526" y="20663"/>
                  </a:cubicBezTo>
                  <a:cubicBezTo>
                    <a:pt x="187233" y="31450"/>
                    <a:pt x="172655" y="41722"/>
                    <a:pt x="153612" y="41722"/>
                  </a:cubicBezTo>
                  <a:cubicBezTo>
                    <a:pt x="150417" y="41722"/>
                    <a:pt x="147097" y="41433"/>
                    <a:pt x="143626" y="40809"/>
                  </a:cubicBezTo>
                  <a:cubicBezTo>
                    <a:pt x="129172" y="38201"/>
                    <a:pt x="118992" y="30724"/>
                    <a:pt x="108205" y="22806"/>
                  </a:cubicBezTo>
                  <a:cubicBezTo>
                    <a:pt x="101561" y="17925"/>
                    <a:pt x="94679" y="12877"/>
                    <a:pt x="86678" y="9043"/>
                  </a:cubicBezTo>
                  <a:cubicBezTo>
                    <a:pt x="74718" y="3305"/>
                    <a:pt x="59772" y="0"/>
                    <a:pt x="463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16"/>
            <p:cNvSpPr/>
            <p:nvPr/>
          </p:nvSpPr>
          <p:spPr>
            <a:xfrm>
              <a:off x="606025" y="2724425"/>
              <a:ext cx="6667825" cy="1099375"/>
            </a:xfrm>
            <a:custGeom>
              <a:rect b="b" l="l" r="r" t="t"/>
              <a:pathLst>
                <a:path extrusionOk="0" h="43975" w="266713">
                  <a:moveTo>
                    <a:pt x="45120" y="1"/>
                  </a:moveTo>
                  <a:cubicBezTo>
                    <a:pt x="43512" y="1"/>
                    <a:pt x="41927" y="50"/>
                    <a:pt x="40374" y="149"/>
                  </a:cubicBezTo>
                  <a:cubicBezTo>
                    <a:pt x="19372" y="1495"/>
                    <a:pt x="5787" y="4769"/>
                    <a:pt x="0" y="9889"/>
                  </a:cubicBezTo>
                  <a:lnTo>
                    <a:pt x="250" y="10150"/>
                  </a:lnTo>
                  <a:cubicBezTo>
                    <a:pt x="4191" y="6674"/>
                    <a:pt x="14335" y="2185"/>
                    <a:pt x="40410" y="518"/>
                  </a:cubicBezTo>
                  <a:cubicBezTo>
                    <a:pt x="41956" y="419"/>
                    <a:pt x="43534" y="370"/>
                    <a:pt x="45136" y="370"/>
                  </a:cubicBezTo>
                  <a:cubicBezTo>
                    <a:pt x="58853" y="370"/>
                    <a:pt x="74318" y="3961"/>
                    <a:pt x="86547" y="10091"/>
                  </a:cubicBezTo>
                  <a:cubicBezTo>
                    <a:pt x="94441" y="14044"/>
                    <a:pt x="101227" y="19211"/>
                    <a:pt x="107776" y="24188"/>
                  </a:cubicBezTo>
                  <a:cubicBezTo>
                    <a:pt x="118432" y="32332"/>
                    <a:pt x="128528" y="39999"/>
                    <a:pt x="143018" y="42869"/>
                  </a:cubicBezTo>
                  <a:cubicBezTo>
                    <a:pt x="146843" y="43627"/>
                    <a:pt x="150492" y="43975"/>
                    <a:pt x="153996" y="43975"/>
                  </a:cubicBezTo>
                  <a:cubicBezTo>
                    <a:pt x="172677" y="43975"/>
                    <a:pt x="187246" y="34086"/>
                    <a:pt x="202525" y="23700"/>
                  </a:cubicBezTo>
                  <a:cubicBezTo>
                    <a:pt x="205562" y="21640"/>
                    <a:pt x="208693" y="19509"/>
                    <a:pt x="211884" y="17449"/>
                  </a:cubicBezTo>
                  <a:cubicBezTo>
                    <a:pt x="218840" y="12936"/>
                    <a:pt x="229526" y="7594"/>
                    <a:pt x="241107" y="7594"/>
                  </a:cubicBezTo>
                  <a:cubicBezTo>
                    <a:pt x="249447" y="7594"/>
                    <a:pt x="258252" y="10365"/>
                    <a:pt x="266462" y="18211"/>
                  </a:cubicBezTo>
                  <a:lnTo>
                    <a:pt x="266712" y="17949"/>
                  </a:lnTo>
                  <a:cubicBezTo>
                    <a:pt x="259310" y="10864"/>
                    <a:pt x="250693" y="7276"/>
                    <a:pt x="241074" y="7276"/>
                  </a:cubicBezTo>
                  <a:cubicBezTo>
                    <a:pt x="240574" y="7276"/>
                    <a:pt x="240071" y="7285"/>
                    <a:pt x="239566" y="7305"/>
                  </a:cubicBezTo>
                  <a:cubicBezTo>
                    <a:pt x="230731" y="7638"/>
                    <a:pt x="221099" y="11043"/>
                    <a:pt x="211681" y="17139"/>
                  </a:cubicBezTo>
                  <a:cubicBezTo>
                    <a:pt x="208490" y="19211"/>
                    <a:pt x="205359" y="21342"/>
                    <a:pt x="202323" y="23402"/>
                  </a:cubicBezTo>
                  <a:cubicBezTo>
                    <a:pt x="187090" y="33751"/>
                    <a:pt x="172575" y="43610"/>
                    <a:pt x="153990" y="43610"/>
                  </a:cubicBezTo>
                  <a:cubicBezTo>
                    <a:pt x="150510" y="43610"/>
                    <a:pt x="146887" y="43265"/>
                    <a:pt x="143089" y="42512"/>
                  </a:cubicBezTo>
                  <a:cubicBezTo>
                    <a:pt x="128683" y="39654"/>
                    <a:pt x="118622" y="31998"/>
                    <a:pt x="107990" y="23902"/>
                  </a:cubicBezTo>
                  <a:cubicBezTo>
                    <a:pt x="101418" y="18913"/>
                    <a:pt x="94631" y="13734"/>
                    <a:pt x="86701" y="9758"/>
                  </a:cubicBezTo>
                  <a:cubicBezTo>
                    <a:pt x="74419" y="3595"/>
                    <a:pt x="58900" y="1"/>
                    <a:pt x="45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16"/>
            <p:cNvSpPr/>
            <p:nvPr/>
          </p:nvSpPr>
          <p:spPr>
            <a:xfrm>
              <a:off x="610775" y="2627700"/>
              <a:ext cx="6663075" cy="1147100"/>
            </a:xfrm>
            <a:custGeom>
              <a:rect b="b" l="l" r="r" t="t"/>
              <a:pathLst>
                <a:path extrusionOk="0" h="45884" w="266523">
                  <a:moveTo>
                    <a:pt x="43919" y="0"/>
                  </a:moveTo>
                  <a:cubicBezTo>
                    <a:pt x="42779" y="0"/>
                    <a:pt x="41652" y="26"/>
                    <a:pt x="40541" y="77"/>
                  </a:cubicBezTo>
                  <a:cubicBezTo>
                    <a:pt x="19515" y="1054"/>
                    <a:pt x="5870" y="4090"/>
                    <a:pt x="1" y="9102"/>
                  </a:cubicBezTo>
                  <a:lnTo>
                    <a:pt x="239" y="9376"/>
                  </a:lnTo>
                  <a:cubicBezTo>
                    <a:pt x="4227" y="5971"/>
                    <a:pt x="14467" y="1649"/>
                    <a:pt x="40553" y="434"/>
                  </a:cubicBezTo>
                  <a:cubicBezTo>
                    <a:pt x="41663" y="383"/>
                    <a:pt x="42788" y="357"/>
                    <a:pt x="43926" y="357"/>
                  </a:cubicBezTo>
                  <a:cubicBezTo>
                    <a:pt x="57980" y="357"/>
                    <a:pt x="73989" y="4252"/>
                    <a:pt x="86523" y="10817"/>
                  </a:cubicBezTo>
                  <a:cubicBezTo>
                    <a:pt x="94346" y="14912"/>
                    <a:pt x="101037" y="20187"/>
                    <a:pt x="107502" y="25283"/>
                  </a:cubicBezTo>
                  <a:cubicBezTo>
                    <a:pt x="118039" y="33593"/>
                    <a:pt x="127981" y="41451"/>
                    <a:pt x="142411" y="44571"/>
                  </a:cubicBezTo>
                  <a:cubicBezTo>
                    <a:pt x="146566" y="45473"/>
                    <a:pt x="150520" y="45883"/>
                    <a:pt x="154313" y="45883"/>
                  </a:cubicBezTo>
                  <a:cubicBezTo>
                    <a:pt x="172548" y="45883"/>
                    <a:pt x="187052" y="36397"/>
                    <a:pt x="202240" y="26461"/>
                  </a:cubicBezTo>
                  <a:cubicBezTo>
                    <a:pt x="205312" y="24449"/>
                    <a:pt x="208491" y="22378"/>
                    <a:pt x="211706" y="20365"/>
                  </a:cubicBezTo>
                  <a:cubicBezTo>
                    <a:pt x="218611" y="16054"/>
                    <a:pt x="229117" y="11007"/>
                    <a:pt x="240446" y="11007"/>
                  </a:cubicBezTo>
                  <a:cubicBezTo>
                    <a:pt x="248983" y="11007"/>
                    <a:pt x="257988" y="13873"/>
                    <a:pt x="266272" y="22080"/>
                  </a:cubicBezTo>
                  <a:lnTo>
                    <a:pt x="266522" y="21818"/>
                  </a:lnTo>
                  <a:cubicBezTo>
                    <a:pt x="259063" y="14429"/>
                    <a:pt x="250259" y="10690"/>
                    <a:pt x="240352" y="10690"/>
                  </a:cubicBezTo>
                  <a:cubicBezTo>
                    <a:pt x="240091" y="10690"/>
                    <a:pt x="239829" y="10692"/>
                    <a:pt x="239566" y="10698"/>
                  </a:cubicBezTo>
                  <a:cubicBezTo>
                    <a:pt x="230732" y="10876"/>
                    <a:pt x="221040" y="14115"/>
                    <a:pt x="211515" y="20056"/>
                  </a:cubicBezTo>
                  <a:cubicBezTo>
                    <a:pt x="208300" y="22068"/>
                    <a:pt x="205122" y="24152"/>
                    <a:pt x="202050" y="26152"/>
                  </a:cubicBezTo>
                  <a:cubicBezTo>
                    <a:pt x="186888" y="36065"/>
                    <a:pt x="172430" y="45521"/>
                    <a:pt x="154274" y="45521"/>
                  </a:cubicBezTo>
                  <a:cubicBezTo>
                    <a:pt x="150515" y="45521"/>
                    <a:pt x="146598" y="45116"/>
                    <a:pt x="142483" y="44226"/>
                  </a:cubicBezTo>
                  <a:cubicBezTo>
                    <a:pt x="128136" y="41118"/>
                    <a:pt x="118218" y="33284"/>
                    <a:pt x="107716" y="24997"/>
                  </a:cubicBezTo>
                  <a:cubicBezTo>
                    <a:pt x="101239" y="19889"/>
                    <a:pt x="94548" y="14603"/>
                    <a:pt x="86690" y="10495"/>
                  </a:cubicBezTo>
                  <a:cubicBezTo>
                    <a:pt x="74109" y="3907"/>
                    <a:pt x="58032" y="0"/>
                    <a:pt x="439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16"/>
            <p:cNvSpPr/>
            <p:nvPr/>
          </p:nvSpPr>
          <p:spPr>
            <a:xfrm>
              <a:off x="617325" y="2530375"/>
              <a:ext cx="6656525" cy="1195600"/>
            </a:xfrm>
            <a:custGeom>
              <a:rect b="b" l="l" r="r" t="t"/>
              <a:pathLst>
                <a:path extrusionOk="0" h="47824" w="266261">
                  <a:moveTo>
                    <a:pt x="42753" y="0"/>
                  </a:moveTo>
                  <a:cubicBezTo>
                    <a:pt x="42062" y="0"/>
                    <a:pt x="41376" y="10"/>
                    <a:pt x="40696" y="29"/>
                  </a:cubicBezTo>
                  <a:cubicBezTo>
                    <a:pt x="19646" y="637"/>
                    <a:pt x="5966" y="3435"/>
                    <a:pt x="1" y="8352"/>
                  </a:cubicBezTo>
                  <a:lnTo>
                    <a:pt x="227" y="8626"/>
                  </a:lnTo>
                  <a:cubicBezTo>
                    <a:pt x="4287" y="5292"/>
                    <a:pt x="14598" y="1149"/>
                    <a:pt x="40696" y="387"/>
                  </a:cubicBezTo>
                  <a:cubicBezTo>
                    <a:pt x="41375" y="367"/>
                    <a:pt x="42061" y="357"/>
                    <a:pt x="42751" y="357"/>
                  </a:cubicBezTo>
                  <a:cubicBezTo>
                    <a:pt x="57119" y="357"/>
                    <a:pt x="73684" y="4580"/>
                    <a:pt x="86476" y="11566"/>
                  </a:cubicBezTo>
                  <a:cubicBezTo>
                    <a:pt x="94239" y="15805"/>
                    <a:pt x="100823" y="21199"/>
                    <a:pt x="107193" y="26402"/>
                  </a:cubicBezTo>
                  <a:cubicBezTo>
                    <a:pt x="117587" y="34903"/>
                    <a:pt x="127397" y="42927"/>
                    <a:pt x="141768" y="46297"/>
                  </a:cubicBezTo>
                  <a:cubicBezTo>
                    <a:pt x="146242" y="47349"/>
                    <a:pt x="150491" y="47823"/>
                    <a:pt x="154562" y="47823"/>
                  </a:cubicBezTo>
                  <a:cubicBezTo>
                    <a:pt x="172376" y="47823"/>
                    <a:pt x="186800" y="38740"/>
                    <a:pt x="201919" y="29223"/>
                  </a:cubicBezTo>
                  <a:cubicBezTo>
                    <a:pt x="205014" y="27271"/>
                    <a:pt x="208229" y="25259"/>
                    <a:pt x="211479" y="23306"/>
                  </a:cubicBezTo>
                  <a:cubicBezTo>
                    <a:pt x="218321" y="19200"/>
                    <a:pt x="228632" y="14450"/>
                    <a:pt x="239705" y="14450"/>
                  </a:cubicBezTo>
                  <a:cubicBezTo>
                    <a:pt x="248443" y="14450"/>
                    <a:pt x="257655" y="17408"/>
                    <a:pt x="266010" y="25973"/>
                  </a:cubicBezTo>
                  <a:lnTo>
                    <a:pt x="266260" y="25711"/>
                  </a:lnTo>
                  <a:cubicBezTo>
                    <a:pt x="258758" y="18019"/>
                    <a:pt x="249789" y="14126"/>
                    <a:pt x="239600" y="14126"/>
                  </a:cubicBezTo>
                  <a:cubicBezTo>
                    <a:pt x="239569" y="14126"/>
                    <a:pt x="239538" y="14126"/>
                    <a:pt x="239507" y="14126"/>
                  </a:cubicBezTo>
                  <a:cubicBezTo>
                    <a:pt x="230672" y="14150"/>
                    <a:pt x="220921" y="17222"/>
                    <a:pt x="211301" y="22996"/>
                  </a:cubicBezTo>
                  <a:cubicBezTo>
                    <a:pt x="208038" y="24949"/>
                    <a:pt x="204824" y="26973"/>
                    <a:pt x="201728" y="28926"/>
                  </a:cubicBezTo>
                  <a:cubicBezTo>
                    <a:pt x="186657" y="38411"/>
                    <a:pt x="172266" y="47461"/>
                    <a:pt x="154532" y="47461"/>
                  </a:cubicBezTo>
                  <a:cubicBezTo>
                    <a:pt x="150494" y="47461"/>
                    <a:pt x="146283" y="46992"/>
                    <a:pt x="141852" y="45952"/>
                  </a:cubicBezTo>
                  <a:cubicBezTo>
                    <a:pt x="127564" y="42594"/>
                    <a:pt x="117777" y="34593"/>
                    <a:pt x="107431" y="26128"/>
                  </a:cubicBezTo>
                  <a:cubicBezTo>
                    <a:pt x="101037" y="20901"/>
                    <a:pt x="94441" y="15507"/>
                    <a:pt x="86654" y="11245"/>
                  </a:cubicBezTo>
                  <a:cubicBezTo>
                    <a:pt x="73804" y="4235"/>
                    <a:pt x="57180" y="0"/>
                    <a:pt x="427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16"/>
            <p:cNvSpPr/>
            <p:nvPr/>
          </p:nvSpPr>
          <p:spPr>
            <a:xfrm>
              <a:off x="625950" y="2432750"/>
              <a:ext cx="6647900" cy="1244800"/>
            </a:xfrm>
            <a:custGeom>
              <a:rect b="b" l="l" r="r" t="t"/>
              <a:pathLst>
                <a:path extrusionOk="0" h="49792" w="265916">
                  <a:moveTo>
                    <a:pt x="41667" y="0"/>
                  </a:moveTo>
                  <a:cubicBezTo>
                    <a:pt x="41386" y="0"/>
                    <a:pt x="41106" y="2"/>
                    <a:pt x="40827" y="5"/>
                  </a:cubicBezTo>
                  <a:cubicBezTo>
                    <a:pt x="19777" y="243"/>
                    <a:pt x="6049" y="2803"/>
                    <a:pt x="1" y="7613"/>
                  </a:cubicBezTo>
                  <a:lnTo>
                    <a:pt x="227" y="7899"/>
                  </a:lnTo>
                  <a:cubicBezTo>
                    <a:pt x="4335" y="4625"/>
                    <a:pt x="14717" y="672"/>
                    <a:pt x="40827" y="362"/>
                  </a:cubicBezTo>
                  <a:cubicBezTo>
                    <a:pt x="41089" y="360"/>
                    <a:pt x="41350" y="358"/>
                    <a:pt x="41613" y="358"/>
                  </a:cubicBezTo>
                  <a:cubicBezTo>
                    <a:pt x="56276" y="358"/>
                    <a:pt x="73363" y="4913"/>
                    <a:pt x="86405" y="12340"/>
                  </a:cubicBezTo>
                  <a:cubicBezTo>
                    <a:pt x="94096" y="16710"/>
                    <a:pt x="100585" y="22210"/>
                    <a:pt x="106871" y="27532"/>
                  </a:cubicBezTo>
                  <a:cubicBezTo>
                    <a:pt x="117111" y="36212"/>
                    <a:pt x="126779" y="44404"/>
                    <a:pt x="141078" y="48035"/>
                  </a:cubicBezTo>
                  <a:cubicBezTo>
                    <a:pt x="145866" y="49249"/>
                    <a:pt x="150405" y="49792"/>
                    <a:pt x="154753" y="49792"/>
                  </a:cubicBezTo>
                  <a:cubicBezTo>
                    <a:pt x="172149" y="49792"/>
                    <a:pt x="186490" y="41108"/>
                    <a:pt x="201502" y="32021"/>
                  </a:cubicBezTo>
                  <a:cubicBezTo>
                    <a:pt x="204645" y="30116"/>
                    <a:pt x="207884" y="28152"/>
                    <a:pt x="211182" y="26258"/>
                  </a:cubicBezTo>
                  <a:cubicBezTo>
                    <a:pt x="217949" y="22353"/>
                    <a:pt x="228064" y="17884"/>
                    <a:pt x="238884" y="17884"/>
                  </a:cubicBezTo>
                  <a:cubicBezTo>
                    <a:pt x="247824" y="17884"/>
                    <a:pt x="257244" y="20936"/>
                    <a:pt x="265653" y="29878"/>
                  </a:cubicBezTo>
                  <a:lnTo>
                    <a:pt x="265915" y="29628"/>
                  </a:lnTo>
                  <a:cubicBezTo>
                    <a:pt x="258521" y="21770"/>
                    <a:pt x="249592" y="17722"/>
                    <a:pt x="239364" y="17567"/>
                  </a:cubicBezTo>
                  <a:cubicBezTo>
                    <a:pt x="239173" y="17564"/>
                    <a:pt x="238981" y="17563"/>
                    <a:pt x="238788" y="17563"/>
                  </a:cubicBezTo>
                  <a:cubicBezTo>
                    <a:pt x="230104" y="17563"/>
                    <a:pt x="220508" y="20451"/>
                    <a:pt x="211003" y="25937"/>
                  </a:cubicBezTo>
                  <a:cubicBezTo>
                    <a:pt x="207717" y="27842"/>
                    <a:pt x="204467" y="29807"/>
                    <a:pt x="201336" y="31700"/>
                  </a:cubicBezTo>
                  <a:cubicBezTo>
                    <a:pt x="186364" y="40762"/>
                    <a:pt x="172056" y="49421"/>
                    <a:pt x="154743" y="49421"/>
                  </a:cubicBezTo>
                  <a:cubicBezTo>
                    <a:pt x="150426" y="49421"/>
                    <a:pt x="145921" y="48883"/>
                    <a:pt x="141173" y="47678"/>
                  </a:cubicBezTo>
                  <a:cubicBezTo>
                    <a:pt x="126945" y="44082"/>
                    <a:pt x="117301" y="35903"/>
                    <a:pt x="107098" y="27259"/>
                  </a:cubicBezTo>
                  <a:cubicBezTo>
                    <a:pt x="100799" y="21925"/>
                    <a:pt x="94298" y="16412"/>
                    <a:pt x="86583" y="12031"/>
                  </a:cubicBezTo>
                  <a:cubicBezTo>
                    <a:pt x="73509" y="4577"/>
                    <a:pt x="56377" y="0"/>
                    <a:pt x="416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16"/>
            <p:cNvSpPr/>
            <p:nvPr/>
          </p:nvSpPr>
          <p:spPr>
            <a:xfrm>
              <a:off x="636675" y="2334800"/>
              <a:ext cx="6637450" cy="1294425"/>
            </a:xfrm>
            <a:custGeom>
              <a:rect b="b" l="l" r="r" t="t"/>
              <a:pathLst>
                <a:path extrusionOk="0" h="51777" w="265498">
                  <a:moveTo>
                    <a:pt x="39287" y="1"/>
                  </a:moveTo>
                  <a:cubicBezTo>
                    <a:pt x="19177" y="1"/>
                    <a:pt x="5968" y="2322"/>
                    <a:pt x="0" y="6900"/>
                  </a:cubicBezTo>
                  <a:lnTo>
                    <a:pt x="227" y="7186"/>
                  </a:lnTo>
                  <a:cubicBezTo>
                    <a:pt x="4311" y="4047"/>
                    <a:pt x="14422" y="359"/>
                    <a:pt x="39404" y="359"/>
                  </a:cubicBezTo>
                  <a:cubicBezTo>
                    <a:pt x="39912" y="359"/>
                    <a:pt x="40426" y="360"/>
                    <a:pt x="40946" y="363"/>
                  </a:cubicBezTo>
                  <a:cubicBezTo>
                    <a:pt x="55781" y="447"/>
                    <a:pt x="73164" y="5340"/>
                    <a:pt x="86309" y="13127"/>
                  </a:cubicBezTo>
                  <a:cubicBezTo>
                    <a:pt x="93917" y="17639"/>
                    <a:pt x="100311" y="23247"/>
                    <a:pt x="106502" y="28676"/>
                  </a:cubicBezTo>
                  <a:cubicBezTo>
                    <a:pt x="116586" y="37535"/>
                    <a:pt x="126111" y="45905"/>
                    <a:pt x="140363" y="49774"/>
                  </a:cubicBezTo>
                  <a:cubicBezTo>
                    <a:pt x="145461" y="51162"/>
                    <a:pt x="150287" y="51777"/>
                    <a:pt x="154911" y="51777"/>
                  </a:cubicBezTo>
                  <a:cubicBezTo>
                    <a:pt x="171899" y="51777"/>
                    <a:pt x="186153" y="43484"/>
                    <a:pt x="201061" y="34808"/>
                  </a:cubicBezTo>
                  <a:cubicBezTo>
                    <a:pt x="204228" y="32963"/>
                    <a:pt x="207503" y="31058"/>
                    <a:pt x="210836" y="29212"/>
                  </a:cubicBezTo>
                  <a:cubicBezTo>
                    <a:pt x="217522" y="25512"/>
                    <a:pt x="227422" y="21326"/>
                    <a:pt x="237978" y="21326"/>
                  </a:cubicBezTo>
                  <a:cubicBezTo>
                    <a:pt x="247122" y="21326"/>
                    <a:pt x="256758" y="24467"/>
                    <a:pt x="265224" y="33784"/>
                  </a:cubicBezTo>
                  <a:lnTo>
                    <a:pt x="265498" y="33546"/>
                  </a:lnTo>
                  <a:cubicBezTo>
                    <a:pt x="258247" y="25569"/>
                    <a:pt x="249377" y="21354"/>
                    <a:pt x="239149" y="21033"/>
                  </a:cubicBezTo>
                  <a:cubicBezTo>
                    <a:pt x="238730" y="21019"/>
                    <a:pt x="238308" y="21012"/>
                    <a:pt x="237884" y="21012"/>
                  </a:cubicBezTo>
                  <a:cubicBezTo>
                    <a:pt x="229391" y="21012"/>
                    <a:pt x="220013" y="23731"/>
                    <a:pt x="210658" y="28903"/>
                  </a:cubicBezTo>
                  <a:cubicBezTo>
                    <a:pt x="207324" y="30748"/>
                    <a:pt x="204050" y="32653"/>
                    <a:pt x="200871" y="34498"/>
                  </a:cubicBezTo>
                  <a:cubicBezTo>
                    <a:pt x="186013" y="43140"/>
                    <a:pt x="171810" y="51406"/>
                    <a:pt x="154899" y="51406"/>
                  </a:cubicBezTo>
                  <a:cubicBezTo>
                    <a:pt x="150304" y="51406"/>
                    <a:pt x="145509" y="50796"/>
                    <a:pt x="140447" y="49417"/>
                  </a:cubicBezTo>
                  <a:cubicBezTo>
                    <a:pt x="126290" y="45571"/>
                    <a:pt x="116789" y="37237"/>
                    <a:pt x="106740" y="28402"/>
                  </a:cubicBezTo>
                  <a:cubicBezTo>
                    <a:pt x="100537" y="22961"/>
                    <a:pt x="94131" y="17342"/>
                    <a:pt x="86499" y="12817"/>
                  </a:cubicBezTo>
                  <a:cubicBezTo>
                    <a:pt x="73295" y="4995"/>
                    <a:pt x="55841" y="89"/>
                    <a:pt x="40958" y="6"/>
                  </a:cubicBezTo>
                  <a:cubicBezTo>
                    <a:pt x="40396" y="3"/>
                    <a:pt x="39839" y="1"/>
                    <a:pt x="392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16"/>
            <p:cNvSpPr/>
            <p:nvPr/>
          </p:nvSpPr>
          <p:spPr>
            <a:xfrm>
              <a:off x="649475" y="2235200"/>
              <a:ext cx="6624950" cy="1345700"/>
            </a:xfrm>
            <a:custGeom>
              <a:rect b="b" l="l" r="r" t="t"/>
              <a:pathLst>
                <a:path extrusionOk="0" h="53828" w="264998">
                  <a:moveTo>
                    <a:pt x="35160" y="0"/>
                  </a:moveTo>
                  <a:cubicBezTo>
                    <a:pt x="17419" y="0"/>
                    <a:pt x="5602" y="2101"/>
                    <a:pt x="0" y="6240"/>
                  </a:cubicBezTo>
                  <a:lnTo>
                    <a:pt x="215" y="6538"/>
                  </a:lnTo>
                  <a:cubicBezTo>
                    <a:pt x="4112" y="3654"/>
                    <a:pt x="13403" y="362"/>
                    <a:pt x="35411" y="362"/>
                  </a:cubicBezTo>
                  <a:cubicBezTo>
                    <a:pt x="37206" y="362"/>
                    <a:pt x="39085" y="384"/>
                    <a:pt x="41053" y="430"/>
                  </a:cubicBezTo>
                  <a:cubicBezTo>
                    <a:pt x="55876" y="787"/>
                    <a:pt x="73176" y="5978"/>
                    <a:pt x="86202" y="13979"/>
                  </a:cubicBezTo>
                  <a:cubicBezTo>
                    <a:pt x="93726" y="18623"/>
                    <a:pt x="100025" y="24350"/>
                    <a:pt x="106109" y="29886"/>
                  </a:cubicBezTo>
                  <a:cubicBezTo>
                    <a:pt x="116039" y="38911"/>
                    <a:pt x="125421" y="47436"/>
                    <a:pt x="139601" y="51567"/>
                  </a:cubicBezTo>
                  <a:cubicBezTo>
                    <a:pt x="145004" y="53139"/>
                    <a:pt x="150116" y="53827"/>
                    <a:pt x="155015" y="53827"/>
                  </a:cubicBezTo>
                  <a:cubicBezTo>
                    <a:pt x="171610" y="53827"/>
                    <a:pt x="185768" y="45925"/>
                    <a:pt x="200549" y="37661"/>
                  </a:cubicBezTo>
                  <a:cubicBezTo>
                    <a:pt x="203752" y="35875"/>
                    <a:pt x="207062" y="34030"/>
                    <a:pt x="210420" y="32244"/>
                  </a:cubicBezTo>
                  <a:cubicBezTo>
                    <a:pt x="217020" y="28737"/>
                    <a:pt x="226700" y="24823"/>
                    <a:pt x="236995" y="24823"/>
                  </a:cubicBezTo>
                  <a:cubicBezTo>
                    <a:pt x="246347" y="24823"/>
                    <a:pt x="256206" y="28053"/>
                    <a:pt x="264724" y="37756"/>
                  </a:cubicBezTo>
                  <a:lnTo>
                    <a:pt x="264998" y="37518"/>
                  </a:lnTo>
                  <a:cubicBezTo>
                    <a:pt x="257890" y="29422"/>
                    <a:pt x="249103" y="25052"/>
                    <a:pt x="238887" y="24552"/>
                  </a:cubicBezTo>
                  <a:cubicBezTo>
                    <a:pt x="238234" y="24520"/>
                    <a:pt x="237575" y="24503"/>
                    <a:pt x="236910" y="24503"/>
                  </a:cubicBezTo>
                  <a:cubicBezTo>
                    <a:pt x="228589" y="24503"/>
                    <a:pt x="219426" y="27049"/>
                    <a:pt x="210253" y="31922"/>
                  </a:cubicBezTo>
                  <a:cubicBezTo>
                    <a:pt x="206883" y="33708"/>
                    <a:pt x="203574" y="35565"/>
                    <a:pt x="200371" y="37351"/>
                  </a:cubicBezTo>
                  <a:cubicBezTo>
                    <a:pt x="185637" y="45583"/>
                    <a:pt x="171528" y="53466"/>
                    <a:pt x="155004" y="53466"/>
                  </a:cubicBezTo>
                  <a:cubicBezTo>
                    <a:pt x="150137" y="53466"/>
                    <a:pt x="145060" y="52782"/>
                    <a:pt x="139696" y="51222"/>
                  </a:cubicBezTo>
                  <a:cubicBezTo>
                    <a:pt x="125599" y="47114"/>
                    <a:pt x="116253" y="38613"/>
                    <a:pt x="106359" y="29612"/>
                  </a:cubicBezTo>
                  <a:cubicBezTo>
                    <a:pt x="100251" y="24064"/>
                    <a:pt x="93941" y="18325"/>
                    <a:pt x="86392" y="13682"/>
                  </a:cubicBezTo>
                  <a:cubicBezTo>
                    <a:pt x="73331" y="5633"/>
                    <a:pt x="55960" y="418"/>
                    <a:pt x="41077" y="73"/>
                  </a:cubicBezTo>
                  <a:cubicBezTo>
                    <a:pt x="39037" y="25"/>
                    <a:pt x="37064" y="0"/>
                    <a:pt x="35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16"/>
            <p:cNvSpPr/>
            <p:nvPr/>
          </p:nvSpPr>
          <p:spPr>
            <a:xfrm>
              <a:off x="664050" y="2134250"/>
              <a:ext cx="6610375" cy="1399125"/>
            </a:xfrm>
            <a:custGeom>
              <a:rect b="b" l="l" r="r" t="t"/>
              <a:pathLst>
                <a:path extrusionOk="0" h="55965" w="264415">
                  <a:moveTo>
                    <a:pt x="31658" y="1"/>
                  </a:moveTo>
                  <a:cubicBezTo>
                    <a:pt x="15910" y="1"/>
                    <a:pt x="5285" y="1898"/>
                    <a:pt x="1" y="5671"/>
                  </a:cubicBezTo>
                  <a:lnTo>
                    <a:pt x="215" y="5968"/>
                  </a:lnTo>
                  <a:cubicBezTo>
                    <a:pt x="3941" y="3311"/>
                    <a:pt x="12454" y="374"/>
                    <a:pt x="31865" y="374"/>
                  </a:cubicBezTo>
                  <a:cubicBezTo>
                    <a:pt x="34721" y="374"/>
                    <a:pt x="37813" y="437"/>
                    <a:pt x="41161" y="575"/>
                  </a:cubicBezTo>
                  <a:cubicBezTo>
                    <a:pt x="55972" y="1182"/>
                    <a:pt x="73177" y="6671"/>
                    <a:pt x="86047" y="14910"/>
                  </a:cubicBezTo>
                  <a:cubicBezTo>
                    <a:pt x="93489" y="19684"/>
                    <a:pt x="99692" y="25518"/>
                    <a:pt x="105681" y="31162"/>
                  </a:cubicBezTo>
                  <a:cubicBezTo>
                    <a:pt x="115456" y="40365"/>
                    <a:pt x="124683" y="49045"/>
                    <a:pt x="138792" y="53427"/>
                  </a:cubicBezTo>
                  <a:cubicBezTo>
                    <a:pt x="144499" y="55196"/>
                    <a:pt x="149895" y="55964"/>
                    <a:pt x="155070" y="55964"/>
                  </a:cubicBezTo>
                  <a:cubicBezTo>
                    <a:pt x="171272" y="55964"/>
                    <a:pt x="185312" y="48439"/>
                    <a:pt x="199966" y="40580"/>
                  </a:cubicBezTo>
                  <a:cubicBezTo>
                    <a:pt x="203205" y="38853"/>
                    <a:pt x="206539" y="37056"/>
                    <a:pt x="209932" y="35329"/>
                  </a:cubicBezTo>
                  <a:cubicBezTo>
                    <a:pt x="216438" y="32021"/>
                    <a:pt x="225885" y="28376"/>
                    <a:pt x="235908" y="28376"/>
                  </a:cubicBezTo>
                  <a:cubicBezTo>
                    <a:pt x="245474" y="28376"/>
                    <a:pt x="255565" y="31695"/>
                    <a:pt x="264129" y="41794"/>
                  </a:cubicBezTo>
                  <a:lnTo>
                    <a:pt x="264415" y="41568"/>
                  </a:lnTo>
                  <a:cubicBezTo>
                    <a:pt x="257438" y="33341"/>
                    <a:pt x="248734" y="28828"/>
                    <a:pt x="238519" y="28138"/>
                  </a:cubicBezTo>
                  <a:cubicBezTo>
                    <a:pt x="237634" y="28078"/>
                    <a:pt x="236737" y="28048"/>
                    <a:pt x="235830" y="28048"/>
                  </a:cubicBezTo>
                  <a:cubicBezTo>
                    <a:pt x="227710" y="28048"/>
                    <a:pt x="218762" y="30434"/>
                    <a:pt x="209765" y="35008"/>
                  </a:cubicBezTo>
                  <a:cubicBezTo>
                    <a:pt x="206372" y="36734"/>
                    <a:pt x="203026" y="38532"/>
                    <a:pt x="199800" y="40258"/>
                  </a:cubicBezTo>
                  <a:cubicBezTo>
                    <a:pt x="185191" y="48086"/>
                    <a:pt x="171191" y="55586"/>
                    <a:pt x="155054" y="55586"/>
                  </a:cubicBezTo>
                  <a:cubicBezTo>
                    <a:pt x="149912" y="55586"/>
                    <a:pt x="144552" y="54824"/>
                    <a:pt x="138887" y="53069"/>
                  </a:cubicBezTo>
                  <a:cubicBezTo>
                    <a:pt x="124862" y="48724"/>
                    <a:pt x="115658" y="40068"/>
                    <a:pt x="105931" y="30900"/>
                  </a:cubicBezTo>
                  <a:cubicBezTo>
                    <a:pt x="99918" y="25245"/>
                    <a:pt x="93715" y="19387"/>
                    <a:pt x="86238" y="14612"/>
                  </a:cubicBezTo>
                  <a:cubicBezTo>
                    <a:pt x="73320" y="6337"/>
                    <a:pt x="56055" y="813"/>
                    <a:pt x="41173" y="206"/>
                  </a:cubicBezTo>
                  <a:cubicBezTo>
                    <a:pt x="37818" y="69"/>
                    <a:pt x="34646" y="1"/>
                    <a:pt x="316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409" name="Google Shape;409;p16"/>
          <p:cNvPicPr preferRelativeResize="0"/>
          <p:nvPr/>
        </p:nvPicPr>
        <p:blipFill rotWithShape="1">
          <a:blip r:embed="rId3">
            <a:alphaModFix/>
          </a:blip>
          <a:srcRect b="700" l="0" r="0" t="700"/>
          <a:stretch/>
        </p:blipFill>
        <p:spPr>
          <a:xfrm>
            <a:off x="8525212" y="326850"/>
            <a:ext cx="433501" cy="410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16"/>
          <p:cNvPicPr preferRelativeResize="0"/>
          <p:nvPr/>
        </p:nvPicPr>
        <p:blipFill rotWithShape="1">
          <a:blip r:embed="rId4">
            <a:alphaModFix/>
          </a:blip>
          <a:srcRect b="7653" l="3721" r="45158" t="10143"/>
          <a:stretch/>
        </p:blipFill>
        <p:spPr>
          <a:xfrm>
            <a:off x="-522170" y="140750"/>
            <a:ext cx="1209196" cy="109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16"/>
          <p:cNvPicPr preferRelativeResize="0"/>
          <p:nvPr/>
        </p:nvPicPr>
        <p:blipFill rotWithShape="1">
          <a:blip r:embed="rId4">
            <a:alphaModFix/>
          </a:blip>
          <a:srcRect b="7653" l="3721" r="45158" t="10143"/>
          <a:stretch/>
        </p:blipFill>
        <p:spPr>
          <a:xfrm>
            <a:off x="8364837" y="4594490"/>
            <a:ext cx="605399" cy="54766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16"/>
          <p:cNvPicPr preferRelativeResize="0"/>
          <p:nvPr/>
        </p:nvPicPr>
        <p:blipFill rotWithShape="1">
          <a:blip r:embed="rId3">
            <a:alphaModFix/>
          </a:blip>
          <a:srcRect b="2866" l="0" r="0" t="2856"/>
          <a:stretch/>
        </p:blipFill>
        <p:spPr>
          <a:xfrm>
            <a:off x="90625" y="4611605"/>
            <a:ext cx="433526" cy="392170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16"/>
          <p:cNvSpPr txBox="1"/>
          <p:nvPr>
            <p:ph type="title"/>
          </p:nvPr>
        </p:nvSpPr>
        <p:spPr>
          <a:xfrm>
            <a:off x="720000" y="45421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pic>
        <p:nvPicPr>
          <p:cNvPr id="414" name="Google Shape;414;p16"/>
          <p:cNvPicPr preferRelativeResize="0"/>
          <p:nvPr/>
        </p:nvPicPr>
        <p:blipFill rotWithShape="1">
          <a:blip r:embed="rId5">
            <a:alphaModFix/>
          </a:blip>
          <a:srcRect b="2866" l="0" r="0" t="2856"/>
          <a:stretch/>
        </p:blipFill>
        <p:spPr>
          <a:xfrm>
            <a:off x="4133625" y="4502650"/>
            <a:ext cx="525399" cy="475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16"/>
          <p:cNvPicPr preferRelativeResize="0"/>
          <p:nvPr/>
        </p:nvPicPr>
        <p:blipFill rotWithShape="1">
          <a:blip r:embed="rId5">
            <a:alphaModFix/>
          </a:blip>
          <a:srcRect b="2866" l="0" r="0" t="2856"/>
          <a:stretch/>
        </p:blipFill>
        <p:spPr>
          <a:xfrm>
            <a:off x="4422967" y="-423000"/>
            <a:ext cx="1055611" cy="9549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9_1_1_2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7" name="Google Shape;41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10038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17"/>
          <p:cNvSpPr/>
          <p:nvPr/>
        </p:nvSpPr>
        <p:spPr>
          <a:xfrm flipH="1">
            <a:off x="11" y="0"/>
            <a:ext cx="9144000" cy="5143500"/>
          </a:xfrm>
          <a:prstGeom prst="rect">
            <a:avLst/>
          </a:prstGeom>
          <a:solidFill>
            <a:srgbClr val="17273B">
              <a:alpha val="339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9" name="Google Shape;419;p17"/>
          <p:cNvPicPr preferRelativeResize="0"/>
          <p:nvPr/>
        </p:nvPicPr>
        <p:blipFill rotWithShape="1">
          <a:blip r:embed="rId3">
            <a:alphaModFix/>
          </a:blip>
          <a:srcRect b="709" l="0" r="0" t="699"/>
          <a:stretch/>
        </p:blipFill>
        <p:spPr>
          <a:xfrm flipH="1">
            <a:off x="8310911" y="3820150"/>
            <a:ext cx="427751" cy="404648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17"/>
          <p:cNvPicPr preferRelativeResize="0"/>
          <p:nvPr/>
        </p:nvPicPr>
        <p:blipFill rotWithShape="1">
          <a:blip r:embed="rId4">
            <a:alphaModFix/>
          </a:blip>
          <a:srcRect b="6398" l="6912" r="43289" t="9856"/>
          <a:stretch/>
        </p:blipFill>
        <p:spPr>
          <a:xfrm flipH="1">
            <a:off x="8289396" y="531907"/>
            <a:ext cx="750377" cy="70980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17"/>
          <p:cNvPicPr preferRelativeResize="0"/>
          <p:nvPr/>
        </p:nvPicPr>
        <p:blipFill rotWithShape="1">
          <a:blip r:embed="rId3">
            <a:alphaModFix/>
          </a:blip>
          <a:srcRect b="709" l="0" r="0" t="699"/>
          <a:stretch/>
        </p:blipFill>
        <p:spPr>
          <a:xfrm flipH="1">
            <a:off x="372292" y="4498225"/>
            <a:ext cx="470732" cy="4452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2" name="Google Shape;422;p17"/>
          <p:cNvGrpSpPr/>
          <p:nvPr/>
        </p:nvGrpSpPr>
        <p:grpSpPr>
          <a:xfrm rot="665279">
            <a:off x="2810410" y="-1222215"/>
            <a:ext cx="6788761" cy="2123393"/>
            <a:chOff x="603050" y="2134250"/>
            <a:chExt cx="6671375" cy="1887675"/>
          </a:xfrm>
        </p:grpSpPr>
        <p:sp>
          <p:nvSpPr>
            <p:cNvPr id="423" name="Google Shape;423;p17"/>
            <p:cNvSpPr/>
            <p:nvPr/>
          </p:nvSpPr>
          <p:spPr>
            <a:xfrm>
              <a:off x="608100" y="2949275"/>
              <a:ext cx="6665750" cy="1072650"/>
            </a:xfrm>
            <a:custGeom>
              <a:rect b="b" l="l" r="r" t="t"/>
              <a:pathLst>
                <a:path extrusionOk="0" h="42906" w="266630">
                  <a:moveTo>
                    <a:pt x="242926" y="0"/>
                  </a:moveTo>
                  <a:cubicBezTo>
                    <a:pt x="241564" y="0"/>
                    <a:pt x="240185" y="76"/>
                    <a:pt x="238792" y="228"/>
                  </a:cubicBezTo>
                  <a:cubicBezTo>
                    <a:pt x="230005" y="1168"/>
                    <a:pt x="220635" y="5240"/>
                    <a:pt x="211670" y="11979"/>
                  </a:cubicBezTo>
                  <a:cubicBezTo>
                    <a:pt x="208634" y="14265"/>
                    <a:pt x="205645" y="16611"/>
                    <a:pt x="202764" y="18885"/>
                  </a:cubicBezTo>
                  <a:cubicBezTo>
                    <a:pt x="187340" y="31016"/>
                    <a:pt x="172685" y="42543"/>
                    <a:pt x="152232" y="42543"/>
                  </a:cubicBezTo>
                  <a:cubicBezTo>
                    <a:pt x="149902" y="42543"/>
                    <a:pt x="147497" y="42394"/>
                    <a:pt x="145007" y="42078"/>
                  </a:cubicBezTo>
                  <a:cubicBezTo>
                    <a:pt x="130433" y="40233"/>
                    <a:pt x="119873" y="33291"/>
                    <a:pt x="108693" y="25957"/>
                  </a:cubicBezTo>
                  <a:cubicBezTo>
                    <a:pt x="101799" y="21433"/>
                    <a:pt x="94667" y="16754"/>
                    <a:pt x="86476" y="13337"/>
                  </a:cubicBezTo>
                  <a:cubicBezTo>
                    <a:pt x="75578" y="8791"/>
                    <a:pt x="62424" y="6298"/>
                    <a:pt x="50215" y="6298"/>
                  </a:cubicBezTo>
                  <a:cubicBezTo>
                    <a:pt x="46564" y="6298"/>
                    <a:pt x="42997" y="6521"/>
                    <a:pt x="39601" y="6979"/>
                  </a:cubicBezTo>
                  <a:cubicBezTo>
                    <a:pt x="18729" y="9788"/>
                    <a:pt x="5418" y="14003"/>
                    <a:pt x="0" y="19504"/>
                  </a:cubicBezTo>
                  <a:lnTo>
                    <a:pt x="262" y="19766"/>
                  </a:lnTo>
                  <a:cubicBezTo>
                    <a:pt x="3941" y="16015"/>
                    <a:pt x="13764" y="10824"/>
                    <a:pt x="39648" y="7348"/>
                  </a:cubicBezTo>
                  <a:cubicBezTo>
                    <a:pt x="43028" y="6893"/>
                    <a:pt x="46578" y="6672"/>
                    <a:pt x="50211" y="6672"/>
                  </a:cubicBezTo>
                  <a:cubicBezTo>
                    <a:pt x="62374" y="6672"/>
                    <a:pt x="75481" y="9153"/>
                    <a:pt x="86345" y="13682"/>
                  </a:cubicBezTo>
                  <a:cubicBezTo>
                    <a:pt x="94500" y="17075"/>
                    <a:pt x="101620" y="21742"/>
                    <a:pt x="108502" y="26255"/>
                  </a:cubicBezTo>
                  <a:cubicBezTo>
                    <a:pt x="119718" y="33625"/>
                    <a:pt x="130314" y="40578"/>
                    <a:pt x="144959" y="42435"/>
                  </a:cubicBezTo>
                  <a:cubicBezTo>
                    <a:pt x="147474" y="42754"/>
                    <a:pt x="149902" y="42906"/>
                    <a:pt x="152253" y="42906"/>
                  </a:cubicBezTo>
                  <a:cubicBezTo>
                    <a:pt x="172815" y="42906"/>
                    <a:pt x="187519" y="31340"/>
                    <a:pt x="202990" y="19171"/>
                  </a:cubicBezTo>
                  <a:cubicBezTo>
                    <a:pt x="205871" y="16908"/>
                    <a:pt x="208860" y="14563"/>
                    <a:pt x="211896" y="12277"/>
                  </a:cubicBezTo>
                  <a:cubicBezTo>
                    <a:pt x="219006" y="6920"/>
                    <a:pt x="230335" y="312"/>
                    <a:pt x="242921" y="312"/>
                  </a:cubicBezTo>
                  <a:cubicBezTo>
                    <a:pt x="250504" y="312"/>
                    <a:pt x="258543" y="2711"/>
                    <a:pt x="266391" y="9229"/>
                  </a:cubicBezTo>
                  <a:lnTo>
                    <a:pt x="266629" y="8943"/>
                  </a:lnTo>
                  <a:cubicBezTo>
                    <a:pt x="259467" y="3004"/>
                    <a:pt x="251508" y="0"/>
                    <a:pt x="2429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17"/>
            <p:cNvSpPr/>
            <p:nvPr/>
          </p:nvSpPr>
          <p:spPr>
            <a:xfrm>
              <a:off x="604525" y="2938825"/>
              <a:ext cx="6669025" cy="1033425"/>
            </a:xfrm>
            <a:custGeom>
              <a:rect b="b" l="l" r="r" t="t"/>
              <a:pathLst>
                <a:path extrusionOk="0" h="41337" w="266761">
                  <a:moveTo>
                    <a:pt x="242560" y="0"/>
                  </a:moveTo>
                  <a:cubicBezTo>
                    <a:pt x="241419" y="0"/>
                    <a:pt x="240266" y="53"/>
                    <a:pt x="239102" y="158"/>
                  </a:cubicBezTo>
                  <a:cubicBezTo>
                    <a:pt x="230303" y="955"/>
                    <a:pt x="220850" y="4861"/>
                    <a:pt x="211765" y="11445"/>
                  </a:cubicBezTo>
                  <a:cubicBezTo>
                    <a:pt x="208693" y="13683"/>
                    <a:pt x="205669" y="15969"/>
                    <a:pt x="202752" y="18184"/>
                  </a:cubicBezTo>
                  <a:cubicBezTo>
                    <a:pt x="187359" y="29863"/>
                    <a:pt x="172728" y="40966"/>
                    <a:pt x="152762" y="40966"/>
                  </a:cubicBezTo>
                  <a:cubicBezTo>
                    <a:pt x="150135" y="40966"/>
                    <a:pt x="147416" y="40773"/>
                    <a:pt x="144590" y="40365"/>
                  </a:cubicBezTo>
                  <a:cubicBezTo>
                    <a:pt x="130064" y="38269"/>
                    <a:pt x="119623" y="31150"/>
                    <a:pt x="108574" y="23613"/>
                  </a:cubicBezTo>
                  <a:cubicBezTo>
                    <a:pt x="101751" y="18969"/>
                    <a:pt x="94703" y="14171"/>
                    <a:pt x="86571" y="10611"/>
                  </a:cubicBezTo>
                  <a:cubicBezTo>
                    <a:pt x="75309" y="5677"/>
                    <a:pt x="61560" y="2931"/>
                    <a:pt x="48931" y="2931"/>
                  </a:cubicBezTo>
                  <a:cubicBezTo>
                    <a:pt x="45806" y="2931"/>
                    <a:pt x="42749" y="3099"/>
                    <a:pt x="39815" y="3444"/>
                  </a:cubicBezTo>
                  <a:cubicBezTo>
                    <a:pt x="18908" y="5885"/>
                    <a:pt x="5513" y="9861"/>
                    <a:pt x="1" y="15279"/>
                  </a:cubicBezTo>
                  <a:lnTo>
                    <a:pt x="251" y="15529"/>
                  </a:lnTo>
                  <a:cubicBezTo>
                    <a:pt x="4001" y="11850"/>
                    <a:pt x="13919" y="6825"/>
                    <a:pt x="39851" y="3801"/>
                  </a:cubicBezTo>
                  <a:cubicBezTo>
                    <a:pt x="42768" y="3459"/>
                    <a:pt x="45807" y="3292"/>
                    <a:pt x="48914" y="3292"/>
                  </a:cubicBezTo>
                  <a:cubicBezTo>
                    <a:pt x="61497" y="3292"/>
                    <a:pt x="75199" y="6027"/>
                    <a:pt x="86428" y="10945"/>
                  </a:cubicBezTo>
                  <a:cubicBezTo>
                    <a:pt x="94524" y="14493"/>
                    <a:pt x="101561" y="19279"/>
                    <a:pt x="108359" y="23922"/>
                  </a:cubicBezTo>
                  <a:cubicBezTo>
                    <a:pt x="119456" y="31471"/>
                    <a:pt x="129922" y="38615"/>
                    <a:pt x="144542" y="40734"/>
                  </a:cubicBezTo>
                  <a:cubicBezTo>
                    <a:pt x="147384" y="41144"/>
                    <a:pt x="150118" y="41337"/>
                    <a:pt x="152759" y="41337"/>
                  </a:cubicBezTo>
                  <a:cubicBezTo>
                    <a:pt x="172836" y="41337"/>
                    <a:pt x="187520" y="30193"/>
                    <a:pt x="202966" y="18481"/>
                  </a:cubicBezTo>
                  <a:cubicBezTo>
                    <a:pt x="205883" y="16267"/>
                    <a:pt x="208908" y="13969"/>
                    <a:pt x="211979" y="11742"/>
                  </a:cubicBezTo>
                  <a:cubicBezTo>
                    <a:pt x="219066" y="6599"/>
                    <a:pt x="230260" y="308"/>
                    <a:pt x="242600" y="308"/>
                  </a:cubicBezTo>
                  <a:cubicBezTo>
                    <a:pt x="250370" y="308"/>
                    <a:pt x="258594" y="2802"/>
                    <a:pt x="266534" y="9647"/>
                  </a:cubicBezTo>
                  <a:lnTo>
                    <a:pt x="266760" y="9373"/>
                  </a:lnTo>
                  <a:cubicBezTo>
                    <a:pt x="259527" y="3141"/>
                    <a:pt x="251396" y="0"/>
                    <a:pt x="242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17"/>
            <p:cNvSpPr/>
            <p:nvPr/>
          </p:nvSpPr>
          <p:spPr>
            <a:xfrm>
              <a:off x="603050" y="2916775"/>
              <a:ext cx="6670800" cy="1005800"/>
            </a:xfrm>
            <a:custGeom>
              <a:rect b="b" l="l" r="r" t="t"/>
              <a:pathLst>
                <a:path extrusionOk="0" h="40232" w="266832">
                  <a:moveTo>
                    <a:pt x="47581" y="0"/>
                  </a:moveTo>
                  <a:cubicBezTo>
                    <a:pt x="44993" y="0"/>
                    <a:pt x="42457" y="119"/>
                    <a:pt x="40005" y="361"/>
                  </a:cubicBezTo>
                  <a:cubicBezTo>
                    <a:pt x="19062" y="2445"/>
                    <a:pt x="5608" y="6183"/>
                    <a:pt x="0" y="11505"/>
                  </a:cubicBezTo>
                  <a:lnTo>
                    <a:pt x="250" y="11767"/>
                  </a:lnTo>
                  <a:cubicBezTo>
                    <a:pt x="4060" y="8148"/>
                    <a:pt x="14061" y="3302"/>
                    <a:pt x="40041" y="730"/>
                  </a:cubicBezTo>
                  <a:cubicBezTo>
                    <a:pt x="42490" y="487"/>
                    <a:pt x="45023" y="368"/>
                    <a:pt x="47608" y="368"/>
                  </a:cubicBezTo>
                  <a:cubicBezTo>
                    <a:pt x="60603" y="368"/>
                    <a:pt x="74908" y="3370"/>
                    <a:pt x="86487" y="8683"/>
                  </a:cubicBezTo>
                  <a:cubicBezTo>
                    <a:pt x="94524" y="12362"/>
                    <a:pt x="101477" y="17292"/>
                    <a:pt x="108192" y="22042"/>
                  </a:cubicBezTo>
                  <a:cubicBezTo>
                    <a:pt x="119146" y="29793"/>
                    <a:pt x="129504" y="37116"/>
                    <a:pt x="144078" y="39473"/>
                  </a:cubicBezTo>
                  <a:cubicBezTo>
                    <a:pt x="147258" y="39990"/>
                    <a:pt x="150307" y="40232"/>
                    <a:pt x="153246" y="40232"/>
                  </a:cubicBezTo>
                  <a:cubicBezTo>
                    <a:pt x="172829" y="40232"/>
                    <a:pt x="187478" y="29509"/>
                    <a:pt x="202883" y="18256"/>
                  </a:cubicBezTo>
                  <a:cubicBezTo>
                    <a:pt x="205835" y="16089"/>
                    <a:pt x="208895" y="13851"/>
                    <a:pt x="212015" y="11672"/>
                  </a:cubicBezTo>
                  <a:cubicBezTo>
                    <a:pt x="219065" y="6740"/>
                    <a:pt x="230090" y="772"/>
                    <a:pt x="242173" y="772"/>
                  </a:cubicBezTo>
                  <a:cubicBezTo>
                    <a:pt x="250128" y="772"/>
                    <a:pt x="258541" y="3359"/>
                    <a:pt x="266581" y="10529"/>
                  </a:cubicBezTo>
                  <a:lnTo>
                    <a:pt x="266831" y="10255"/>
                  </a:lnTo>
                  <a:cubicBezTo>
                    <a:pt x="259528" y="3740"/>
                    <a:pt x="251234" y="461"/>
                    <a:pt x="242138" y="461"/>
                  </a:cubicBezTo>
                  <a:cubicBezTo>
                    <a:pt x="241209" y="461"/>
                    <a:pt x="240272" y="495"/>
                    <a:pt x="239328" y="563"/>
                  </a:cubicBezTo>
                  <a:cubicBezTo>
                    <a:pt x="230517" y="1206"/>
                    <a:pt x="220992" y="4945"/>
                    <a:pt x="211800" y="11374"/>
                  </a:cubicBezTo>
                  <a:cubicBezTo>
                    <a:pt x="208681" y="13553"/>
                    <a:pt x="205621" y="15791"/>
                    <a:pt x="202668" y="17958"/>
                  </a:cubicBezTo>
                  <a:cubicBezTo>
                    <a:pt x="187317" y="29187"/>
                    <a:pt x="172706" y="39865"/>
                    <a:pt x="153219" y="39865"/>
                  </a:cubicBezTo>
                  <a:cubicBezTo>
                    <a:pt x="150307" y="39865"/>
                    <a:pt x="147286" y="39627"/>
                    <a:pt x="144137" y="39116"/>
                  </a:cubicBezTo>
                  <a:cubicBezTo>
                    <a:pt x="129635" y="36770"/>
                    <a:pt x="119325" y="29472"/>
                    <a:pt x="108406" y="21745"/>
                  </a:cubicBezTo>
                  <a:cubicBezTo>
                    <a:pt x="101679" y="16982"/>
                    <a:pt x="94702" y="12053"/>
                    <a:pt x="86642" y="8350"/>
                  </a:cubicBezTo>
                  <a:cubicBezTo>
                    <a:pt x="75006" y="3014"/>
                    <a:pt x="60634" y="0"/>
                    <a:pt x="475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17"/>
            <p:cNvSpPr/>
            <p:nvPr/>
          </p:nvSpPr>
          <p:spPr>
            <a:xfrm>
              <a:off x="603625" y="2820875"/>
              <a:ext cx="6670225" cy="1052250"/>
            </a:xfrm>
            <a:custGeom>
              <a:rect b="b" l="l" r="r" t="t"/>
              <a:pathLst>
                <a:path extrusionOk="0" h="42090" w="266809">
                  <a:moveTo>
                    <a:pt x="46344" y="0"/>
                  </a:moveTo>
                  <a:cubicBezTo>
                    <a:pt x="44253" y="0"/>
                    <a:pt x="42198" y="80"/>
                    <a:pt x="40196" y="244"/>
                  </a:cubicBezTo>
                  <a:cubicBezTo>
                    <a:pt x="19218" y="1959"/>
                    <a:pt x="5692" y="5471"/>
                    <a:pt x="1" y="10686"/>
                  </a:cubicBezTo>
                  <a:lnTo>
                    <a:pt x="239" y="10948"/>
                  </a:lnTo>
                  <a:cubicBezTo>
                    <a:pt x="4120" y="7400"/>
                    <a:pt x="14193" y="2721"/>
                    <a:pt x="40220" y="601"/>
                  </a:cubicBezTo>
                  <a:cubicBezTo>
                    <a:pt x="42208" y="440"/>
                    <a:pt x="44249" y="360"/>
                    <a:pt x="46327" y="360"/>
                  </a:cubicBezTo>
                  <a:cubicBezTo>
                    <a:pt x="59706" y="360"/>
                    <a:pt x="74600" y="3646"/>
                    <a:pt x="86524" y="9376"/>
                  </a:cubicBezTo>
                  <a:cubicBezTo>
                    <a:pt x="94501" y="13198"/>
                    <a:pt x="101359" y="18234"/>
                    <a:pt x="107991" y="23104"/>
                  </a:cubicBezTo>
                  <a:cubicBezTo>
                    <a:pt x="118813" y="31046"/>
                    <a:pt x="129029" y="38546"/>
                    <a:pt x="143566" y="41166"/>
                  </a:cubicBezTo>
                  <a:cubicBezTo>
                    <a:pt x="147069" y="41797"/>
                    <a:pt x="150419" y="42090"/>
                    <a:pt x="153641" y="42090"/>
                  </a:cubicBezTo>
                  <a:cubicBezTo>
                    <a:pt x="172769" y="42090"/>
                    <a:pt x="187383" y="31783"/>
                    <a:pt x="202729" y="20961"/>
                  </a:cubicBezTo>
                  <a:cubicBezTo>
                    <a:pt x="205729" y="18854"/>
                    <a:pt x="208825" y="16663"/>
                    <a:pt x="211980" y="14543"/>
                  </a:cubicBezTo>
                  <a:cubicBezTo>
                    <a:pt x="218983" y="9825"/>
                    <a:pt x="229850" y="4171"/>
                    <a:pt x="241687" y="4171"/>
                  </a:cubicBezTo>
                  <a:cubicBezTo>
                    <a:pt x="249833" y="4171"/>
                    <a:pt x="258438" y="6849"/>
                    <a:pt x="266558" y="14353"/>
                  </a:cubicBezTo>
                  <a:lnTo>
                    <a:pt x="266808" y="14091"/>
                  </a:lnTo>
                  <a:cubicBezTo>
                    <a:pt x="259457" y="7303"/>
                    <a:pt x="251007" y="3862"/>
                    <a:pt x="241659" y="3862"/>
                  </a:cubicBezTo>
                  <a:cubicBezTo>
                    <a:pt x="240939" y="3862"/>
                    <a:pt x="240214" y="3882"/>
                    <a:pt x="239483" y="3923"/>
                  </a:cubicBezTo>
                  <a:cubicBezTo>
                    <a:pt x="230661" y="4411"/>
                    <a:pt x="221076" y="7971"/>
                    <a:pt x="211777" y="14246"/>
                  </a:cubicBezTo>
                  <a:cubicBezTo>
                    <a:pt x="208622" y="16365"/>
                    <a:pt x="205515" y="18556"/>
                    <a:pt x="202526" y="20663"/>
                  </a:cubicBezTo>
                  <a:cubicBezTo>
                    <a:pt x="187233" y="31450"/>
                    <a:pt x="172655" y="41722"/>
                    <a:pt x="153612" y="41722"/>
                  </a:cubicBezTo>
                  <a:cubicBezTo>
                    <a:pt x="150417" y="41722"/>
                    <a:pt x="147097" y="41433"/>
                    <a:pt x="143626" y="40809"/>
                  </a:cubicBezTo>
                  <a:cubicBezTo>
                    <a:pt x="129172" y="38201"/>
                    <a:pt x="118992" y="30724"/>
                    <a:pt x="108205" y="22806"/>
                  </a:cubicBezTo>
                  <a:cubicBezTo>
                    <a:pt x="101561" y="17925"/>
                    <a:pt x="94679" y="12877"/>
                    <a:pt x="86678" y="9043"/>
                  </a:cubicBezTo>
                  <a:cubicBezTo>
                    <a:pt x="74718" y="3305"/>
                    <a:pt x="59772" y="0"/>
                    <a:pt x="463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17"/>
            <p:cNvSpPr/>
            <p:nvPr/>
          </p:nvSpPr>
          <p:spPr>
            <a:xfrm>
              <a:off x="606025" y="2724425"/>
              <a:ext cx="6667825" cy="1099375"/>
            </a:xfrm>
            <a:custGeom>
              <a:rect b="b" l="l" r="r" t="t"/>
              <a:pathLst>
                <a:path extrusionOk="0" h="43975" w="266713">
                  <a:moveTo>
                    <a:pt x="45120" y="1"/>
                  </a:moveTo>
                  <a:cubicBezTo>
                    <a:pt x="43512" y="1"/>
                    <a:pt x="41927" y="50"/>
                    <a:pt x="40374" y="149"/>
                  </a:cubicBezTo>
                  <a:cubicBezTo>
                    <a:pt x="19372" y="1495"/>
                    <a:pt x="5787" y="4769"/>
                    <a:pt x="0" y="9889"/>
                  </a:cubicBezTo>
                  <a:lnTo>
                    <a:pt x="250" y="10150"/>
                  </a:lnTo>
                  <a:cubicBezTo>
                    <a:pt x="4191" y="6674"/>
                    <a:pt x="14335" y="2185"/>
                    <a:pt x="40410" y="518"/>
                  </a:cubicBezTo>
                  <a:cubicBezTo>
                    <a:pt x="41956" y="419"/>
                    <a:pt x="43534" y="370"/>
                    <a:pt x="45136" y="370"/>
                  </a:cubicBezTo>
                  <a:cubicBezTo>
                    <a:pt x="58853" y="370"/>
                    <a:pt x="74318" y="3961"/>
                    <a:pt x="86547" y="10091"/>
                  </a:cubicBezTo>
                  <a:cubicBezTo>
                    <a:pt x="94441" y="14044"/>
                    <a:pt x="101227" y="19211"/>
                    <a:pt x="107776" y="24188"/>
                  </a:cubicBezTo>
                  <a:cubicBezTo>
                    <a:pt x="118432" y="32332"/>
                    <a:pt x="128528" y="39999"/>
                    <a:pt x="143018" y="42869"/>
                  </a:cubicBezTo>
                  <a:cubicBezTo>
                    <a:pt x="146843" y="43627"/>
                    <a:pt x="150492" y="43975"/>
                    <a:pt x="153996" y="43975"/>
                  </a:cubicBezTo>
                  <a:cubicBezTo>
                    <a:pt x="172677" y="43975"/>
                    <a:pt x="187246" y="34086"/>
                    <a:pt x="202525" y="23700"/>
                  </a:cubicBezTo>
                  <a:cubicBezTo>
                    <a:pt x="205562" y="21640"/>
                    <a:pt x="208693" y="19509"/>
                    <a:pt x="211884" y="17449"/>
                  </a:cubicBezTo>
                  <a:cubicBezTo>
                    <a:pt x="218840" y="12936"/>
                    <a:pt x="229526" y="7594"/>
                    <a:pt x="241107" y="7594"/>
                  </a:cubicBezTo>
                  <a:cubicBezTo>
                    <a:pt x="249447" y="7594"/>
                    <a:pt x="258252" y="10365"/>
                    <a:pt x="266462" y="18211"/>
                  </a:cubicBezTo>
                  <a:lnTo>
                    <a:pt x="266712" y="17949"/>
                  </a:lnTo>
                  <a:cubicBezTo>
                    <a:pt x="259310" y="10864"/>
                    <a:pt x="250693" y="7276"/>
                    <a:pt x="241074" y="7276"/>
                  </a:cubicBezTo>
                  <a:cubicBezTo>
                    <a:pt x="240574" y="7276"/>
                    <a:pt x="240071" y="7285"/>
                    <a:pt x="239566" y="7305"/>
                  </a:cubicBezTo>
                  <a:cubicBezTo>
                    <a:pt x="230731" y="7638"/>
                    <a:pt x="221099" y="11043"/>
                    <a:pt x="211681" y="17139"/>
                  </a:cubicBezTo>
                  <a:cubicBezTo>
                    <a:pt x="208490" y="19211"/>
                    <a:pt x="205359" y="21342"/>
                    <a:pt x="202323" y="23402"/>
                  </a:cubicBezTo>
                  <a:cubicBezTo>
                    <a:pt x="187090" y="33751"/>
                    <a:pt x="172575" y="43610"/>
                    <a:pt x="153990" y="43610"/>
                  </a:cubicBezTo>
                  <a:cubicBezTo>
                    <a:pt x="150510" y="43610"/>
                    <a:pt x="146887" y="43265"/>
                    <a:pt x="143089" y="42512"/>
                  </a:cubicBezTo>
                  <a:cubicBezTo>
                    <a:pt x="128683" y="39654"/>
                    <a:pt x="118622" y="31998"/>
                    <a:pt x="107990" y="23902"/>
                  </a:cubicBezTo>
                  <a:cubicBezTo>
                    <a:pt x="101418" y="18913"/>
                    <a:pt x="94631" y="13734"/>
                    <a:pt x="86701" y="9758"/>
                  </a:cubicBezTo>
                  <a:cubicBezTo>
                    <a:pt x="74419" y="3595"/>
                    <a:pt x="58900" y="1"/>
                    <a:pt x="45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17"/>
            <p:cNvSpPr/>
            <p:nvPr/>
          </p:nvSpPr>
          <p:spPr>
            <a:xfrm>
              <a:off x="610775" y="2627700"/>
              <a:ext cx="6663075" cy="1147100"/>
            </a:xfrm>
            <a:custGeom>
              <a:rect b="b" l="l" r="r" t="t"/>
              <a:pathLst>
                <a:path extrusionOk="0" h="45884" w="266523">
                  <a:moveTo>
                    <a:pt x="43919" y="0"/>
                  </a:moveTo>
                  <a:cubicBezTo>
                    <a:pt x="42779" y="0"/>
                    <a:pt x="41652" y="26"/>
                    <a:pt x="40541" y="77"/>
                  </a:cubicBezTo>
                  <a:cubicBezTo>
                    <a:pt x="19515" y="1054"/>
                    <a:pt x="5870" y="4090"/>
                    <a:pt x="1" y="9102"/>
                  </a:cubicBezTo>
                  <a:lnTo>
                    <a:pt x="239" y="9376"/>
                  </a:lnTo>
                  <a:cubicBezTo>
                    <a:pt x="4227" y="5971"/>
                    <a:pt x="14467" y="1649"/>
                    <a:pt x="40553" y="434"/>
                  </a:cubicBezTo>
                  <a:cubicBezTo>
                    <a:pt x="41663" y="383"/>
                    <a:pt x="42788" y="357"/>
                    <a:pt x="43926" y="357"/>
                  </a:cubicBezTo>
                  <a:cubicBezTo>
                    <a:pt x="57980" y="357"/>
                    <a:pt x="73989" y="4252"/>
                    <a:pt x="86523" y="10817"/>
                  </a:cubicBezTo>
                  <a:cubicBezTo>
                    <a:pt x="94346" y="14912"/>
                    <a:pt x="101037" y="20187"/>
                    <a:pt x="107502" y="25283"/>
                  </a:cubicBezTo>
                  <a:cubicBezTo>
                    <a:pt x="118039" y="33593"/>
                    <a:pt x="127981" y="41451"/>
                    <a:pt x="142411" y="44571"/>
                  </a:cubicBezTo>
                  <a:cubicBezTo>
                    <a:pt x="146566" y="45473"/>
                    <a:pt x="150520" y="45883"/>
                    <a:pt x="154313" y="45883"/>
                  </a:cubicBezTo>
                  <a:cubicBezTo>
                    <a:pt x="172548" y="45883"/>
                    <a:pt x="187052" y="36397"/>
                    <a:pt x="202240" y="26461"/>
                  </a:cubicBezTo>
                  <a:cubicBezTo>
                    <a:pt x="205312" y="24449"/>
                    <a:pt x="208491" y="22378"/>
                    <a:pt x="211706" y="20365"/>
                  </a:cubicBezTo>
                  <a:cubicBezTo>
                    <a:pt x="218611" y="16054"/>
                    <a:pt x="229117" y="11007"/>
                    <a:pt x="240446" y="11007"/>
                  </a:cubicBezTo>
                  <a:cubicBezTo>
                    <a:pt x="248983" y="11007"/>
                    <a:pt x="257988" y="13873"/>
                    <a:pt x="266272" y="22080"/>
                  </a:cubicBezTo>
                  <a:lnTo>
                    <a:pt x="266522" y="21818"/>
                  </a:lnTo>
                  <a:cubicBezTo>
                    <a:pt x="259063" y="14429"/>
                    <a:pt x="250259" y="10690"/>
                    <a:pt x="240352" y="10690"/>
                  </a:cubicBezTo>
                  <a:cubicBezTo>
                    <a:pt x="240091" y="10690"/>
                    <a:pt x="239829" y="10692"/>
                    <a:pt x="239566" y="10698"/>
                  </a:cubicBezTo>
                  <a:cubicBezTo>
                    <a:pt x="230732" y="10876"/>
                    <a:pt x="221040" y="14115"/>
                    <a:pt x="211515" y="20056"/>
                  </a:cubicBezTo>
                  <a:cubicBezTo>
                    <a:pt x="208300" y="22068"/>
                    <a:pt x="205122" y="24152"/>
                    <a:pt x="202050" y="26152"/>
                  </a:cubicBezTo>
                  <a:cubicBezTo>
                    <a:pt x="186888" y="36065"/>
                    <a:pt x="172430" y="45521"/>
                    <a:pt x="154274" y="45521"/>
                  </a:cubicBezTo>
                  <a:cubicBezTo>
                    <a:pt x="150515" y="45521"/>
                    <a:pt x="146598" y="45116"/>
                    <a:pt x="142483" y="44226"/>
                  </a:cubicBezTo>
                  <a:cubicBezTo>
                    <a:pt x="128136" y="41118"/>
                    <a:pt x="118218" y="33284"/>
                    <a:pt x="107716" y="24997"/>
                  </a:cubicBezTo>
                  <a:cubicBezTo>
                    <a:pt x="101239" y="19889"/>
                    <a:pt x="94548" y="14603"/>
                    <a:pt x="86690" y="10495"/>
                  </a:cubicBezTo>
                  <a:cubicBezTo>
                    <a:pt x="74109" y="3907"/>
                    <a:pt x="58032" y="0"/>
                    <a:pt x="439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17"/>
            <p:cNvSpPr/>
            <p:nvPr/>
          </p:nvSpPr>
          <p:spPr>
            <a:xfrm>
              <a:off x="617325" y="2530375"/>
              <a:ext cx="6656525" cy="1195600"/>
            </a:xfrm>
            <a:custGeom>
              <a:rect b="b" l="l" r="r" t="t"/>
              <a:pathLst>
                <a:path extrusionOk="0" h="47824" w="266261">
                  <a:moveTo>
                    <a:pt x="42753" y="0"/>
                  </a:moveTo>
                  <a:cubicBezTo>
                    <a:pt x="42062" y="0"/>
                    <a:pt x="41376" y="10"/>
                    <a:pt x="40696" y="29"/>
                  </a:cubicBezTo>
                  <a:cubicBezTo>
                    <a:pt x="19646" y="637"/>
                    <a:pt x="5966" y="3435"/>
                    <a:pt x="1" y="8352"/>
                  </a:cubicBezTo>
                  <a:lnTo>
                    <a:pt x="227" y="8626"/>
                  </a:lnTo>
                  <a:cubicBezTo>
                    <a:pt x="4287" y="5292"/>
                    <a:pt x="14598" y="1149"/>
                    <a:pt x="40696" y="387"/>
                  </a:cubicBezTo>
                  <a:cubicBezTo>
                    <a:pt x="41375" y="367"/>
                    <a:pt x="42061" y="357"/>
                    <a:pt x="42751" y="357"/>
                  </a:cubicBezTo>
                  <a:cubicBezTo>
                    <a:pt x="57119" y="357"/>
                    <a:pt x="73684" y="4580"/>
                    <a:pt x="86476" y="11566"/>
                  </a:cubicBezTo>
                  <a:cubicBezTo>
                    <a:pt x="94239" y="15805"/>
                    <a:pt x="100823" y="21199"/>
                    <a:pt x="107193" y="26402"/>
                  </a:cubicBezTo>
                  <a:cubicBezTo>
                    <a:pt x="117587" y="34903"/>
                    <a:pt x="127397" y="42927"/>
                    <a:pt x="141768" y="46297"/>
                  </a:cubicBezTo>
                  <a:cubicBezTo>
                    <a:pt x="146242" y="47349"/>
                    <a:pt x="150491" y="47823"/>
                    <a:pt x="154562" y="47823"/>
                  </a:cubicBezTo>
                  <a:cubicBezTo>
                    <a:pt x="172376" y="47823"/>
                    <a:pt x="186800" y="38740"/>
                    <a:pt x="201919" y="29223"/>
                  </a:cubicBezTo>
                  <a:cubicBezTo>
                    <a:pt x="205014" y="27271"/>
                    <a:pt x="208229" y="25259"/>
                    <a:pt x="211479" y="23306"/>
                  </a:cubicBezTo>
                  <a:cubicBezTo>
                    <a:pt x="218321" y="19200"/>
                    <a:pt x="228632" y="14450"/>
                    <a:pt x="239705" y="14450"/>
                  </a:cubicBezTo>
                  <a:cubicBezTo>
                    <a:pt x="248443" y="14450"/>
                    <a:pt x="257655" y="17408"/>
                    <a:pt x="266010" y="25973"/>
                  </a:cubicBezTo>
                  <a:lnTo>
                    <a:pt x="266260" y="25711"/>
                  </a:lnTo>
                  <a:cubicBezTo>
                    <a:pt x="258758" y="18019"/>
                    <a:pt x="249789" y="14126"/>
                    <a:pt x="239600" y="14126"/>
                  </a:cubicBezTo>
                  <a:cubicBezTo>
                    <a:pt x="239569" y="14126"/>
                    <a:pt x="239538" y="14126"/>
                    <a:pt x="239507" y="14126"/>
                  </a:cubicBezTo>
                  <a:cubicBezTo>
                    <a:pt x="230672" y="14150"/>
                    <a:pt x="220921" y="17222"/>
                    <a:pt x="211301" y="22996"/>
                  </a:cubicBezTo>
                  <a:cubicBezTo>
                    <a:pt x="208038" y="24949"/>
                    <a:pt x="204824" y="26973"/>
                    <a:pt x="201728" y="28926"/>
                  </a:cubicBezTo>
                  <a:cubicBezTo>
                    <a:pt x="186657" y="38411"/>
                    <a:pt x="172266" y="47461"/>
                    <a:pt x="154532" y="47461"/>
                  </a:cubicBezTo>
                  <a:cubicBezTo>
                    <a:pt x="150494" y="47461"/>
                    <a:pt x="146283" y="46992"/>
                    <a:pt x="141852" y="45952"/>
                  </a:cubicBezTo>
                  <a:cubicBezTo>
                    <a:pt x="127564" y="42594"/>
                    <a:pt x="117777" y="34593"/>
                    <a:pt x="107431" y="26128"/>
                  </a:cubicBezTo>
                  <a:cubicBezTo>
                    <a:pt x="101037" y="20901"/>
                    <a:pt x="94441" y="15507"/>
                    <a:pt x="86654" y="11245"/>
                  </a:cubicBezTo>
                  <a:cubicBezTo>
                    <a:pt x="73804" y="4235"/>
                    <a:pt x="57180" y="0"/>
                    <a:pt x="427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17"/>
            <p:cNvSpPr/>
            <p:nvPr/>
          </p:nvSpPr>
          <p:spPr>
            <a:xfrm>
              <a:off x="625950" y="2432750"/>
              <a:ext cx="6647900" cy="1244800"/>
            </a:xfrm>
            <a:custGeom>
              <a:rect b="b" l="l" r="r" t="t"/>
              <a:pathLst>
                <a:path extrusionOk="0" h="49792" w="265916">
                  <a:moveTo>
                    <a:pt x="41667" y="0"/>
                  </a:moveTo>
                  <a:cubicBezTo>
                    <a:pt x="41386" y="0"/>
                    <a:pt x="41106" y="2"/>
                    <a:pt x="40827" y="5"/>
                  </a:cubicBezTo>
                  <a:cubicBezTo>
                    <a:pt x="19777" y="243"/>
                    <a:pt x="6049" y="2803"/>
                    <a:pt x="1" y="7613"/>
                  </a:cubicBezTo>
                  <a:lnTo>
                    <a:pt x="227" y="7899"/>
                  </a:lnTo>
                  <a:cubicBezTo>
                    <a:pt x="4335" y="4625"/>
                    <a:pt x="14717" y="672"/>
                    <a:pt x="40827" y="362"/>
                  </a:cubicBezTo>
                  <a:cubicBezTo>
                    <a:pt x="41089" y="360"/>
                    <a:pt x="41350" y="358"/>
                    <a:pt x="41613" y="358"/>
                  </a:cubicBezTo>
                  <a:cubicBezTo>
                    <a:pt x="56276" y="358"/>
                    <a:pt x="73363" y="4913"/>
                    <a:pt x="86405" y="12340"/>
                  </a:cubicBezTo>
                  <a:cubicBezTo>
                    <a:pt x="94096" y="16710"/>
                    <a:pt x="100585" y="22210"/>
                    <a:pt x="106871" y="27532"/>
                  </a:cubicBezTo>
                  <a:cubicBezTo>
                    <a:pt x="117111" y="36212"/>
                    <a:pt x="126779" y="44404"/>
                    <a:pt x="141078" y="48035"/>
                  </a:cubicBezTo>
                  <a:cubicBezTo>
                    <a:pt x="145866" y="49249"/>
                    <a:pt x="150405" y="49792"/>
                    <a:pt x="154753" y="49792"/>
                  </a:cubicBezTo>
                  <a:cubicBezTo>
                    <a:pt x="172149" y="49792"/>
                    <a:pt x="186490" y="41108"/>
                    <a:pt x="201502" y="32021"/>
                  </a:cubicBezTo>
                  <a:cubicBezTo>
                    <a:pt x="204645" y="30116"/>
                    <a:pt x="207884" y="28152"/>
                    <a:pt x="211182" y="26258"/>
                  </a:cubicBezTo>
                  <a:cubicBezTo>
                    <a:pt x="217949" y="22353"/>
                    <a:pt x="228064" y="17884"/>
                    <a:pt x="238884" y="17884"/>
                  </a:cubicBezTo>
                  <a:cubicBezTo>
                    <a:pt x="247824" y="17884"/>
                    <a:pt x="257244" y="20936"/>
                    <a:pt x="265653" y="29878"/>
                  </a:cubicBezTo>
                  <a:lnTo>
                    <a:pt x="265915" y="29628"/>
                  </a:lnTo>
                  <a:cubicBezTo>
                    <a:pt x="258521" y="21770"/>
                    <a:pt x="249592" y="17722"/>
                    <a:pt x="239364" y="17567"/>
                  </a:cubicBezTo>
                  <a:cubicBezTo>
                    <a:pt x="239173" y="17564"/>
                    <a:pt x="238981" y="17563"/>
                    <a:pt x="238788" y="17563"/>
                  </a:cubicBezTo>
                  <a:cubicBezTo>
                    <a:pt x="230104" y="17563"/>
                    <a:pt x="220508" y="20451"/>
                    <a:pt x="211003" y="25937"/>
                  </a:cubicBezTo>
                  <a:cubicBezTo>
                    <a:pt x="207717" y="27842"/>
                    <a:pt x="204467" y="29807"/>
                    <a:pt x="201336" y="31700"/>
                  </a:cubicBezTo>
                  <a:cubicBezTo>
                    <a:pt x="186364" y="40762"/>
                    <a:pt x="172056" y="49421"/>
                    <a:pt x="154743" y="49421"/>
                  </a:cubicBezTo>
                  <a:cubicBezTo>
                    <a:pt x="150426" y="49421"/>
                    <a:pt x="145921" y="48883"/>
                    <a:pt x="141173" y="47678"/>
                  </a:cubicBezTo>
                  <a:cubicBezTo>
                    <a:pt x="126945" y="44082"/>
                    <a:pt x="117301" y="35903"/>
                    <a:pt x="107098" y="27259"/>
                  </a:cubicBezTo>
                  <a:cubicBezTo>
                    <a:pt x="100799" y="21925"/>
                    <a:pt x="94298" y="16412"/>
                    <a:pt x="86583" y="12031"/>
                  </a:cubicBezTo>
                  <a:cubicBezTo>
                    <a:pt x="73509" y="4577"/>
                    <a:pt x="56377" y="0"/>
                    <a:pt x="416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17"/>
            <p:cNvSpPr/>
            <p:nvPr/>
          </p:nvSpPr>
          <p:spPr>
            <a:xfrm>
              <a:off x="636675" y="2334800"/>
              <a:ext cx="6637450" cy="1294425"/>
            </a:xfrm>
            <a:custGeom>
              <a:rect b="b" l="l" r="r" t="t"/>
              <a:pathLst>
                <a:path extrusionOk="0" h="51777" w="265498">
                  <a:moveTo>
                    <a:pt x="39287" y="1"/>
                  </a:moveTo>
                  <a:cubicBezTo>
                    <a:pt x="19177" y="1"/>
                    <a:pt x="5968" y="2322"/>
                    <a:pt x="0" y="6900"/>
                  </a:cubicBezTo>
                  <a:lnTo>
                    <a:pt x="227" y="7186"/>
                  </a:lnTo>
                  <a:cubicBezTo>
                    <a:pt x="4311" y="4047"/>
                    <a:pt x="14422" y="359"/>
                    <a:pt x="39404" y="359"/>
                  </a:cubicBezTo>
                  <a:cubicBezTo>
                    <a:pt x="39912" y="359"/>
                    <a:pt x="40426" y="360"/>
                    <a:pt x="40946" y="363"/>
                  </a:cubicBezTo>
                  <a:cubicBezTo>
                    <a:pt x="55781" y="447"/>
                    <a:pt x="73164" y="5340"/>
                    <a:pt x="86309" y="13127"/>
                  </a:cubicBezTo>
                  <a:cubicBezTo>
                    <a:pt x="93917" y="17639"/>
                    <a:pt x="100311" y="23247"/>
                    <a:pt x="106502" y="28676"/>
                  </a:cubicBezTo>
                  <a:cubicBezTo>
                    <a:pt x="116586" y="37535"/>
                    <a:pt x="126111" y="45905"/>
                    <a:pt x="140363" y="49774"/>
                  </a:cubicBezTo>
                  <a:cubicBezTo>
                    <a:pt x="145461" y="51162"/>
                    <a:pt x="150287" y="51777"/>
                    <a:pt x="154911" y="51777"/>
                  </a:cubicBezTo>
                  <a:cubicBezTo>
                    <a:pt x="171899" y="51777"/>
                    <a:pt x="186153" y="43484"/>
                    <a:pt x="201061" y="34808"/>
                  </a:cubicBezTo>
                  <a:cubicBezTo>
                    <a:pt x="204228" y="32963"/>
                    <a:pt x="207503" y="31058"/>
                    <a:pt x="210836" y="29212"/>
                  </a:cubicBezTo>
                  <a:cubicBezTo>
                    <a:pt x="217522" y="25512"/>
                    <a:pt x="227422" y="21326"/>
                    <a:pt x="237978" y="21326"/>
                  </a:cubicBezTo>
                  <a:cubicBezTo>
                    <a:pt x="247122" y="21326"/>
                    <a:pt x="256758" y="24467"/>
                    <a:pt x="265224" y="33784"/>
                  </a:cubicBezTo>
                  <a:lnTo>
                    <a:pt x="265498" y="33546"/>
                  </a:lnTo>
                  <a:cubicBezTo>
                    <a:pt x="258247" y="25569"/>
                    <a:pt x="249377" y="21354"/>
                    <a:pt x="239149" y="21033"/>
                  </a:cubicBezTo>
                  <a:cubicBezTo>
                    <a:pt x="238730" y="21019"/>
                    <a:pt x="238308" y="21012"/>
                    <a:pt x="237884" y="21012"/>
                  </a:cubicBezTo>
                  <a:cubicBezTo>
                    <a:pt x="229391" y="21012"/>
                    <a:pt x="220013" y="23731"/>
                    <a:pt x="210658" y="28903"/>
                  </a:cubicBezTo>
                  <a:cubicBezTo>
                    <a:pt x="207324" y="30748"/>
                    <a:pt x="204050" y="32653"/>
                    <a:pt x="200871" y="34498"/>
                  </a:cubicBezTo>
                  <a:cubicBezTo>
                    <a:pt x="186013" y="43140"/>
                    <a:pt x="171810" y="51406"/>
                    <a:pt x="154899" y="51406"/>
                  </a:cubicBezTo>
                  <a:cubicBezTo>
                    <a:pt x="150304" y="51406"/>
                    <a:pt x="145509" y="50796"/>
                    <a:pt x="140447" y="49417"/>
                  </a:cubicBezTo>
                  <a:cubicBezTo>
                    <a:pt x="126290" y="45571"/>
                    <a:pt x="116789" y="37237"/>
                    <a:pt x="106740" y="28402"/>
                  </a:cubicBezTo>
                  <a:cubicBezTo>
                    <a:pt x="100537" y="22961"/>
                    <a:pt x="94131" y="17342"/>
                    <a:pt x="86499" y="12817"/>
                  </a:cubicBezTo>
                  <a:cubicBezTo>
                    <a:pt x="73295" y="4995"/>
                    <a:pt x="55841" y="89"/>
                    <a:pt x="40958" y="6"/>
                  </a:cubicBezTo>
                  <a:cubicBezTo>
                    <a:pt x="40396" y="3"/>
                    <a:pt x="39839" y="1"/>
                    <a:pt x="392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17"/>
            <p:cNvSpPr/>
            <p:nvPr/>
          </p:nvSpPr>
          <p:spPr>
            <a:xfrm>
              <a:off x="649475" y="2235200"/>
              <a:ext cx="6624950" cy="1345700"/>
            </a:xfrm>
            <a:custGeom>
              <a:rect b="b" l="l" r="r" t="t"/>
              <a:pathLst>
                <a:path extrusionOk="0" h="53828" w="264998">
                  <a:moveTo>
                    <a:pt x="35160" y="0"/>
                  </a:moveTo>
                  <a:cubicBezTo>
                    <a:pt x="17419" y="0"/>
                    <a:pt x="5602" y="2101"/>
                    <a:pt x="0" y="6240"/>
                  </a:cubicBezTo>
                  <a:lnTo>
                    <a:pt x="215" y="6538"/>
                  </a:lnTo>
                  <a:cubicBezTo>
                    <a:pt x="4112" y="3654"/>
                    <a:pt x="13403" y="362"/>
                    <a:pt x="35411" y="362"/>
                  </a:cubicBezTo>
                  <a:cubicBezTo>
                    <a:pt x="37206" y="362"/>
                    <a:pt x="39085" y="384"/>
                    <a:pt x="41053" y="430"/>
                  </a:cubicBezTo>
                  <a:cubicBezTo>
                    <a:pt x="55876" y="787"/>
                    <a:pt x="73176" y="5978"/>
                    <a:pt x="86202" y="13979"/>
                  </a:cubicBezTo>
                  <a:cubicBezTo>
                    <a:pt x="93726" y="18623"/>
                    <a:pt x="100025" y="24350"/>
                    <a:pt x="106109" y="29886"/>
                  </a:cubicBezTo>
                  <a:cubicBezTo>
                    <a:pt x="116039" y="38911"/>
                    <a:pt x="125421" y="47436"/>
                    <a:pt x="139601" y="51567"/>
                  </a:cubicBezTo>
                  <a:cubicBezTo>
                    <a:pt x="145004" y="53139"/>
                    <a:pt x="150116" y="53827"/>
                    <a:pt x="155015" y="53827"/>
                  </a:cubicBezTo>
                  <a:cubicBezTo>
                    <a:pt x="171610" y="53827"/>
                    <a:pt x="185768" y="45925"/>
                    <a:pt x="200549" y="37661"/>
                  </a:cubicBezTo>
                  <a:cubicBezTo>
                    <a:pt x="203752" y="35875"/>
                    <a:pt x="207062" y="34030"/>
                    <a:pt x="210420" y="32244"/>
                  </a:cubicBezTo>
                  <a:cubicBezTo>
                    <a:pt x="217020" y="28737"/>
                    <a:pt x="226700" y="24823"/>
                    <a:pt x="236995" y="24823"/>
                  </a:cubicBezTo>
                  <a:cubicBezTo>
                    <a:pt x="246347" y="24823"/>
                    <a:pt x="256206" y="28053"/>
                    <a:pt x="264724" y="37756"/>
                  </a:cubicBezTo>
                  <a:lnTo>
                    <a:pt x="264998" y="37518"/>
                  </a:lnTo>
                  <a:cubicBezTo>
                    <a:pt x="257890" y="29422"/>
                    <a:pt x="249103" y="25052"/>
                    <a:pt x="238887" y="24552"/>
                  </a:cubicBezTo>
                  <a:cubicBezTo>
                    <a:pt x="238234" y="24520"/>
                    <a:pt x="237575" y="24503"/>
                    <a:pt x="236910" y="24503"/>
                  </a:cubicBezTo>
                  <a:cubicBezTo>
                    <a:pt x="228589" y="24503"/>
                    <a:pt x="219426" y="27049"/>
                    <a:pt x="210253" y="31922"/>
                  </a:cubicBezTo>
                  <a:cubicBezTo>
                    <a:pt x="206883" y="33708"/>
                    <a:pt x="203574" y="35565"/>
                    <a:pt x="200371" y="37351"/>
                  </a:cubicBezTo>
                  <a:cubicBezTo>
                    <a:pt x="185637" y="45583"/>
                    <a:pt x="171528" y="53466"/>
                    <a:pt x="155004" y="53466"/>
                  </a:cubicBezTo>
                  <a:cubicBezTo>
                    <a:pt x="150137" y="53466"/>
                    <a:pt x="145060" y="52782"/>
                    <a:pt x="139696" y="51222"/>
                  </a:cubicBezTo>
                  <a:cubicBezTo>
                    <a:pt x="125599" y="47114"/>
                    <a:pt x="116253" y="38613"/>
                    <a:pt x="106359" y="29612"/>
                  </a:cubicBezTo>
                  <a:cubicBezTo>
                    <a:pt x="100251" y="24064"/>
                    <a:pt x="93941" y="18325"/>
                    <a:pt x="86392" y="13682"/>
                  </a:cubicBezTo>
                  <a:cubicBezTo>
                    <a:pt x="73331" y="5633"/>
                    <a:pt x="55960" y="418"/>
                    <a:pt x="41077" y="73"/>
                  </a:cubicBezTo>
                  <a:cubicBezTo>
                    <a:pt x="39037" y="25"/>
                    <a:pt x="37064" y="0"/>
                    <a:pt x="35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17"/>
            <p:cNvSpPr/>
            <p:nvPr/>
          </p:nvSpPr>
          <p:spPr>
            <a:xfrm>
              <a:off x="664050" y="2134250"/>
              <a:ext cx="6610375" cy="1399125"/>
            </a:xfrm>
            <a:custGeom>
              <a:rect b="b" l="l" r="r" t="t"/>
              <a:pathLst>
                <a:path extrusionOk="0" h="55965" w="264415">
                  <a:moveTo>
                    <a:pt x="31658" y="1"/>
                  </a:moveTo>
                  <a:cubicBezTo>
                    <a:pt x="15910" y="1"/>
                    <a:pt x="5285" y="1898"/>
                    <a:pt x="1" y="5671"/>
                  </a:cubicBezTo>
                  <a:lnTo>
                    <a:pt x="215" y="5968"/>
                  </a:lnTo>
                  <a:cubicBezTo>
                    <a:pt x="3941" y="3311"/>
                    <a:pt x="12454" y="374"/>
                    <a:pt x="31865" y="374"/>
                  </a:cubicBezTo>
                  <a:cubicBezTo>
                    <a:pt x="34721" y="374"/>
                    <a:pt x="37813" y="437"/>
                    <a:pt x="41161" y="575"/>
                  </a:cubicBezTo>
                  <a:cubicBezTo>
                    <a:pt x="55972" y="1182"/>
                    <a:pt x="73177" y="6671"/>
                    <a:pt x="86047" y="14910"/>
                  </a:cubicBezTo>
                  <a:cubicBezTo>
                    <a:pt x="93489" y="19684"/>
                    <a:pt x="99692" y="25518"/>
                    <a:pt x="105681" y="31162"/>
                  </a:cubicBezTo>
                  <a:cubicBezTo>
                    <a:pt x="115456" y="40365"/>
                    <a:pt x="124683" y="49045"/>
                    <a:pt x="138792" y="53427"/>
                  </a:cubicBezTo>
                  <a:cubicBezTo>
                    <a:pt x="144499" y="55196"/>
                    <a:pt x="149895" y="55964"/>
                    <a:pt x="155070" y="55964"/>
                  </a:cubicBezTo>
                  <a:cubicBezTo>
                    <a:pt x="171272" y="55964"/>
                    <a:pt x="185312" y="48439"/>
                    <a:pt x="199966" y="40580"/>
                  </a:cubicBezTo>
                  <a:cubicBezTo>
                    <a:pt x="203205" y="38853"/>
                    <a:pt x="206539" y="37056"/>
                    <a:pt x="209932" y="35329"/>
                  </a:cubicBezTo>
                  <a:cubicBezTo>
                    <a:pt x="216438" y="32021"/>
                    <a:pt x="225885" y="28376"/>
                    <a:pt x="235908" y="28376"/>
                  </a:cubicBezTo>
                  <a:cubicBezTo>
                    <a:pt x="245474" y="28376"/>
                    <a:pt x="255565" y="31695"/>
                    <a:pt x="264129" y="41794"/>
                  </a:cubicBezTo>
                  <a:lnTo>
                    <a:pt x="264415" y="41568"/>
                  </a:lnTo>
                  <a:cubicBezTo>
                    <a:pt x="257438" y="33341"/>
                    <a:pt x="248734" y="28828"/>
                    <a:pt x="238519" y="28138"/>
                  </a:cubicBezTo>
                  <a:cubicBezTo>
                    <a:pt x="237634" y="28078"/>
                    <a:pt x="236737" y="28048"/>
                    <a:pt x="235830" y="28048"/>
                  </a:cubicBezTo>
                  <a:cubicBezTo>
                    <a:pt x="227710" y="28048"/>
                    <a:pt x="218762" y="30434"/>
                    <a:pt x="209765" y="35008"/>
                  </a:cubicBezTo>
                  <a:cubicBezTo>
                    <a:pt x="206372" y="36734"/>
                    <a:pt x="203026" y="38532"/>
                    <a:pt x="199800" y="40258"/>
                  </a:cubicBezTo>
                  <a:cubicBezTo>
                    <a:pt x="185191" y="48086"/>
                    <a:pt x="171191" y="55586"/>
                    <a:pt x="155054" y="55586"/>
                  </a:cubicBezTo>
                  <a:cubicBezTo>
                    <a:pt x="149912" y="55586"/>
                    <a:pt x="144552" y="54824"/>
                    <a:pt x="138887" y="53069"/>
                  </a:cubicBezTo>
                  <a:cubicBezTo>
                    <a:pt x="124862" y="48724"/>
                    <a:pt x="115658" y="40068"/>
                    <a:pt x="105931" y="30900"/>
                  </a:cubicBezTo>
                  <a:cubicBezTo>
                    <a:pt x="99918" y="25245"/>
                    <a:pt x="93715" y="19387"/>
                    <a:pt x="86238" y="14612"/>
                  </a:cubicBezTo>
                  <a:cubicBezTo>
                    <a:pt x="73320" y="6337"/>
                    <a:pt x="56055" y="813"/>
                    <a:pt x="41173" y="206"/>
                  </a:cubicBezTo>
                  <a:cubicBezTo>
                    <a:pt x="37818" y="69"/>
                    <a:pt x="34646" y="1"/>
                    <a:pt x="316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434" name="Google Shape;434;p17"/>
          <p:cNvPicPr preferRelativeResize="0"/>
          <p:nvPr/>
        </p:nvPicPr>
        <p:blipFill rotWithShape="1">
          <a:blip r:embed="rId5">
            <a:alphaModFix/>
          </a:blip>
          <a:srcRect b="709" l="0" r="0" t="699"/>
          <a:stretch/>
        </p:blipFill>
        <p:spPr>
          <a:xfrm flipH="1">
            <a:off x="259265" y="145742"/>
            <a:ext cx="750377" cy="709852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17"/>
          <p:cNvSpPr txBox="1"/>
          <p:nvPr>
            <p:ph idx="1" type="subTitle"/>
          </p:nvPr>
        </p:nvSpPr>
        <p:spPr>
          <a:xfrm>
            <a:off x="5480300" y="2744750"/>
            <a:ext cx="2675400" cy="101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6" name="Google Shape;436;p17"/>
          <p:cNvSpPr txBox="1"/>
          <p:nvPr>
            <p:ph type="title"/>
          </p:nvPr>
        </p:nvSpPr>
        <p:spPr>
          <a:xfrm>
            <a:off x="5480300" y="1534175"/>
            <a:ext cx="2675400" cy="117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Font typeface="Arial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TITLE_AND_TWO_COLUMNS_1"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18"/>
          <p:cNvSpPr txBox="1"/>
          <p:nvPr>
            <p:ph idx="1" type="body"/>
          </p:nvPr>
        </p:nvSpPr>
        <p:spPr>
          <a:xfrm>
            <a:off x="1173750" y="1280850"/>
            <a:ext cx="6796500" cy="28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○"/>
              <a:defRPr sz="1200">
                <a:solidFill>
                  <a:schemeClr val="dk1"/>
                </a:solidFill>
              </a:defRPr>
            </a:lvl2pPr>
            <a:lvl3pPr indent="-330200" lvl="2" marL="1371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■"/>
              <a:defRPr>
                <a:solidFill>
                  <a:schemeClr val="dk1"/>
                </a:solidFill>
              </a:defRPr>
            </a:lvl3pPr>
            <a:lvl4pPr indent="-330200" lvl="3" marL="18288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  <a:defRPr>
                <a:solidFill>
                  <a:schemeClr val="dk1"/>
                </a:solidFill>
              </a:defRPr>
            </a:lvl4pPr>
            <a:lvl5pPr indent="-330200" lvl="4" marL="22860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○"/>
              <a:defRPr>
                <a:solidFill>
                  <a:schemeClr val="dk1"/>
                </a:solidFill>
              </a:defRPr>
            </a:lvl5pPr>
            <a:lvl6pPr indent="-330200" lvl="5" marL="27432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■"/>
              <a:defRPr>
                <a:solidFill>
                  <a:schemeClr val="dk1"/>
                </a:solidFill>
              </a:defRPr>
            </a:lvl6pPr>
            <a:lvl7pPr indent="-330200" lvl="6" marL="3200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  <a:defRPr>
                <a:solidFill>
                  <a:schemeClr val="dk1"/>
                </a:solidFill>
              </a:defRPr>
            </a:lvl7pPr>
            <a:lvl8pPr indent="-330200" lvl="7" marL="3657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○"/>
              <a:defRPr>
                <a:solidFill>
                  <a:schemeClr val="dk1"/>
                </a:solidFill>
              </a:defRPr>
            </a:lvl8pPr>
            <a:lvl9pPr indent="-330200" lvl="8" marL="41148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600"/>
              <a:buFont typeface="Montserrat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0" name="Google Shape;440;p18"/>
          <p:cNvSpPr txBox="1"/>
          <p:nvPr>
            <p:ph type="title"/>
          </p:nvPr>
        </p:nvSpPr>
        <p:spPr>
          <a:xfrm>
            <a:off x="720000" y="45421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pic>
        <p:nvPicPr>
          <p:cNvPr id="441" name="Google Shape;441;p18"/>
          <p:cNvPicPr preferRelativeResize="0"/>
          <p:nvPr/>
        </p:nvPicPr>
        <p:blipFill rotWithShape="1">
          <a:blip r:embed="rId3">
            <a:alphaModFix/>
          </a:blip>
          <a:srcRect b="709" l="0" r="0" t="699"/>
          <a:stretch/>
        </p:blipFill>
        <p:spPr>
          <a:xfrm flipH="1">
            <a:off x="4870613" y="4725200"/>
            <a:ext cx="345405" cy="326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2" name="Google Shape;442;p18"/>
          <p:cNvGrpSpPr/>
          <p:nvPr/>
        </p:nvGrpSpPr>
        <p:grpSpPr>
          <a:xfrm flipH="1" rot="6046735">
            <a:off x="-2664600" y="1739278"/>
            <a:ext cx="5322262" cy="1664505"/>
            <a:chOff x="603050" y="2134250"/>
            <a:chExt cx="6671375" cy="1887675"/>
          </a:xfrm>
        </p:grpSpPr>
        <p:sp>
          <p:nvSpPr>
            <p:cNvPr id="443" name="Google Shape;443;p18"/>
            <p:cNvSpPr/>
            <p:nvPr/>
          </p:nvSpPr>
          <p:spPr>
            <a:xfrm>
              <a:off x="608100" y="2949275"/>
              <a:ext cx="6665750" cy="1072650"/>
            </a:xfrm>
            <a:custGeom>
              <a:rect b="b" l="l" r="r" t="t"/>
              <a:pathLst>
                <a:path extrusionOk="0" h="42906" w="266630">
                  <a:moveTo>
                    <a:pt x="242926" y="0"/>
                  </a:moveTo>
                  <a:cubicBezTo>
                    <a:pt x="241564" y="0"/>
                    <a:pt x="240185" y="76"/>
                    <a:pt x="238792" y="228"/>
                  </a:cubicBezTo>
                  <a:cubicBezTo>
                    <a:pt x="230005" y="1168"/>
                    <a:pt x="220635" y="5240"/>
                    <a:pt x="211670" y="11979"/>
                  </a:cubicBezTo>
                  <a:cubicBezTo>
                    <a:pt x="208634" y="14265"/>
                    <a:pt x="205645" y="16611"/>
                    <a:pt x="202764" y="18885"/>
                  </a:cubicBezTo>
                  <a:cubicBezTo>
                    <a:pt x="187340" y="31016"/>
                    <a:pt x="172685" y="42543"/>
                    <a:pt x="152232" y="42543"/>
                  </a:cubicBezTo>
                  <a:cubicBezTo>
                    <a:pt x="149902" y="42543"/>
                    <a:pt x="147497" y="42394"/>
                    <a:pt x="145007" y="42078"/>
                  </a:cubicBezTo>
                  <a:cubicBezTo>
                    <a:pt x="130433" y="40233"/>
                    <a:pt x="119873" y="33291"/>
                    <a:pt x="108693" y="25957"/>
                  </a:cubicBezTo>
                  <a:cubicBezTo>
                    <a:pt x="101799" y="21433"/>
                    <a:pt x="94667" y="16754"/>
                    <a:pt x="86476" y="13337"/>
                  </a:cubicBezTo>
                  <a:cubicBezTo>
                    <a:pt x="75578" y="8791"/>
                    <a:pt x="62424" y="6298"/>
                    <a:pt x="50215" y="6298"/>
                  </a:cubicBezTo>
                  <a:cubicBezTo>
                    <a:pt x="46564" y="6298"/>
                    <a:pt x="42997" y="6521"/>
                    <a:pt x="39601" y="6979"/>
                  </a:cubicBezTo>
                  <a:cubicBezTo>
                    <a:pt x="18729" y="9788"/>
                    <a:pt x="5418" y="14003"/>
                    <a:pt x="0" y="19504"/>
                  </a:cubicBezTo>
                  <a:lnTo>
                    <a:pt x="262" y="19766"/>
                  </a:lnTo>
                  <a:cubicBezTo>
                    <a:pt x="3941" y="16015"/>
                    <a:pt x="13764" y="10824"/>
                    <a:pt x="39648" y="7348"/>
                  </a:cubicBezTo>
                  <a:cubicBezTo>
                    <a:pt x="43028" y="6893"/>
                    <a:pt x="46578" y="6672"/>
                    <a:pt x="50211" y="6672"/>
                  </a:cubicBezTo>
                  <a:cubicBezTo>
                    <a:pt x="62374" y="6672"/>
                    <a:pt x="75481" y="9153"/>
                    <a:pt x="86345" y="13682"/>
                  </a:cubicBezTo>
                  <a:cubicBezTo>
                    <a:pt x="94500" y="17075"/>
                    <a:pt x="101620" y="21742"/>
                    <a:pt x="108502" y="26255"/>
                  </a:cubicBezTo>
                  <a:cubicBezTo>
                    <a:pt x="119718" y="33625"/>
                    <a:pt x="130314" y="40578"/>
                    <a:pt x="144959" y="42435"/>
                  </a:cubicBezTo>
                  <a:cubicBezTo>
                    <a:pt x="147474" y="42754"/>
                    <a:pt x="149902" y="42906"/>
                    <a:pt x="152253" y="42906"/>
                  </a:cubicBezTo>
                  <a:cubicBezTo>
                    <a:pt x="172815" y="42906"/>
                    <a:pt x="187519" y="31340"/>
                    <a:pt x="202990" y="19171"/>
                  </a:cubicBezTo>
                  <a:cubicBezTo>
                    <a:pt x="205871" y="16908"/>
                    <a:pt x="208860" y="14563"/>
                    <a:pt x="211896" y="12277"/>
                  </a:cubicBezTo>
                  <a:cubicBezTo>
                    <a:pt x="219006" y="6920"/>
                    <a:pt x="230335" y="312"/>
                    <a:pt x="242921" y="312"/>
                  </a:cubicBezTo>
                  <a:cubicBezTo>
                    <a:pt x="250504" y="312"/>
                    <a:pt x="258543" y="2711"/>
                    <a:pt x="266391" y="9229"/>
                  </a:cubicBezTo>
                  <a:lnTo>
                    <a:pt x="266629" y="8943"/>
                  </a:lnTo>
                  <a:cubicBezTo>
                    <a:pt x="259467" y="3004"/>
                    <a:pt x="251508" y="0"/>
                    <a:pt x="2429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18"/>
            <p:cNvSpPr/>
            <p:nvPr/>
          </p:nvSpPr>
          <p:spPr>
            <a:xfrm>
              <a:off x="604525" y="2938825"/>
              <a:ext cx="6669025" cy="1033425"/>
            </a:xfrm>
            <a:custGeom>
              <a:rect b="b" l="l" r="r" t="t"/>
              <a:pathLst>
                <a:path extrusionOk="0" h="41337" w="266761">
                  <a:moveTo>
                    <a:pt x="242560" y="0"/>
                  </a:moveTo>
                  <a:cubicBezTo>
                    <a:pt x="241419" y="0"/>
                    <a:pt x="240266" y="53"/>
                    <a:pt x="239102" y="158"/>
                  </a:cubicBezTo>
                  <a:cubicBezTo>
                    <a:pt x="230303" y="955"/>
                    <a:pt x="220850" y="4861"/>
                    <a:pt x="211765" y="11445"/>
                  </a:cubicBezTo>
                  <a:cubicBezTo>
                    <a:pt x="208693" y="13683"/>
                    <a:pt x="205669" y="15969"/>
                    <a:pt x="202752" y="18184"/>
                  </a:cubicBezTo>
                  <a:cubicBezTo>
                    <a:pt x="187359" y="29863"/>
                    <a:pt x="172728" y="40966"/>
                    <a:pt x="152762" y="40966"/>
                  </a:cubicBezTo>
                  <a:cubicBezTo>
                    <a:pt x="150135" y="40966"/>
                    <a:pt x="147416" y="40773"/>
                    <a:pt x="144590" y="40365"/>
                  </a:cubicBezTo>
                  <a:cubicBezTo>
                    <a:pt x="130064" y="38269"/>
                    <a:pt x="119623" y="31150"/>
                    <a:pt x="108574" y="23613"/>
                  </a:cubicBezTo>
                  <a:cubicBezTo>
                    <a:pt x="101751" y="18969"/>
                    <a:pt x="94703" y="14171"/>
                    <a:pt x="86571" y="10611"/>
                  </a:cubicBezTo>
                  <a:cubicBezTo>
                    <a:pt x="75309" y="5677"/>
                    <a:pt x="61560" y="2931"/>
                    <a:pt x="48931" y="2931"/>
                  </a:cubicBezTo>
                  <a:cubicBezTo>
                    <a:pt x="45806" y="2931"/>
                    <a:pt x="42749" y="3099"/>
                    <a:pt x="39815" y="3444"/>
                  </a:cubicBezTo>
                  <a:cubicBezTo>
                    <a:pt x="18908" y="5885"/>
                    <a:pt x="5513" y="9861"/>
                    <a:pt x="1" y="15279"/>
                  </a:cubicBezTo>
                  <a:lnTo>
                    <a:pt x="251" y="15529"/>
                  </a:lnTo>
                  <a:cubicBezTo>
                    <a:pt x="4001" y="11850"/>
                    <a:pt x="13919" y="6825"/>
                    <a:pt x="39851" y="3801"/>
                  </a:cubicBezTo>
                  <a:cubicBezTo>
                    <a:pt x="42768" y="3459"/>
                    <a:pt x="45807" y="3292"/>
                    <a:pt x="48914" y="3292"/>
                  </a:cubicBezTo>
                  <a:cubicBezTo>
                    <a:pt x="61497" y="3292"/>
                    <a:pt x="75199" y="6027"/>
                    <a:pt x="86428" y="10945"/>
                  </a:cubicBezTo>
                  <a:cubicBezTo>
                    <a:pt x="94524" y="14493"/>
                    <a:pt x="101561" y="19279"/>
                    <a:pt x="108359" y="23922"/>
                  </a:cubicBezTo>
                  <a:cubicBezTo>
                    <a:pt x="119456" y="31471"/>
                    <a:pt x="129922" y="38615"/>
                    <a:pt x="144542" y="40734"/>
                  </a:cubicBezTo>
                  <a:cubicBezTo>
                    <a:pt x="147384" y="41144"/>
                    <a:pt x="150118" y="41337"/>
                    <a:pt x="152759" y="41337"/>
                  </a:cubicBezTo>
                  <a:cubicBezTo>
                    <a:pt x="172836" y="41337"/>
                    <a:pt x="187520" y="30193"/>
                    <a:pt x="202966" y="18481"/>
                  </a:cubicBezTo>
                  <a:cubicBezTo>
                    <a:pt x="205883" y="16267"/>
                    <a:pt x="208908" y="13969"/>
                    <a:pt x="211979" y="11742"/>
                  </a:cubicBezTo>
                  <a:cubicBezTo>
                    <a:pt x="219066" y="6599"/>
                    <a:pt x="230260" y="308"/>
                    <a:pt x="242600" y="308"/>
                  </a:cubicBezTo>
                  <a:cubicBezTo>
                    <a:pt x="250370" y="308"/>
                    <a:pt x="258594" y="2802"/>
                    <a:pt x="266534" y="9647"/>
                  </a:cubicBezTo>
                  <a:lnTo>
                    <a:pt x="266760" y="9373"/>
                  </a:lnTo>
                  <a:cubicBezTo>
                    <a:pt x="259527" y="3141"/>
                    <a:pt x="251396" y="0"/>
                    <a:pt x="242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18"/>
            <p:cNvSpPr/>
            <p:nvPr/>
          </p:nvSpPr>
          <p:spPr>
            <a:xfrm>
              <a:off x="603050" y="2916775"/>
              <a:ext cx="6670800" cy="1005800"/>
            </a:xfrm>
            <a:custGeom>
              <a:rect b="b" l="l" r="r" t="t"/>
              <a:pathLst>
                <a:path extrusionOk="0" h="40232" w="266832">
                  <a:moveTo>
                    <a:pt x="47581" y="0"/>
                  </a:moveTo>
                  <a:cubicBezTo>
                    <a:pt x="44993" y="0"/>
                    <a:pt x="42457" y="119"/>
                    <a:pt x="40005" y="361"/>
                  </a:cubicBezTo>
                  <a:cubicBezTo>
                    <a:pt x="19062" y="2445"/>
                    <a:pt x="5608" y="6183"/>
                    <a:pt x="0" y="11505"/>
                  </a:cubicBezTo>
                  <a:lnTo>
                    <a:pt x="250" y="11767"/>
                  </a:lnTo>
                  <a:cubicBezTo>
                    <a:pt x="4060" y="8148"/>
                    <a:pt x="14061" y="3302"/>
                    <a:pt x="40041" y="730"/>
                  </a:cubicBezTo>
                  <a:cubicBezTo>
                    <a:pt x="42490" y="487"/>
                    <a:pt x="45023" y="368"/>
                    <a:pt x="47608" y="368"/>
                  </a:cubicBezTo>
                  <a:cubicBezTo>
                    <a:pt x="60603" y="368"/>
                    <a:pt x="74908" y="3370"/>
                    <a:pt x="86487" y="8683"/>
                  </a:cubicBezTo>
                  <a:cubicBezTo>
                    <a:pt x="94524" y="12362"/>
                    <a:pt x="101477" y="17292"/>
                    <a:pt x="108192" y="22042"/>
                  </a:cubicBezTo>
                  <a:cubicBezTo>
                    <a:pt x="119146" y="29793"/>
                    <a:pt x="129504" y="37116"/>
                    <a:pt x="144078" y="39473"/>
                  </a:cubicBezTo>
                  <a:cubicBezTo>
                    <a:pt x="147258" y="39990"/>
                    <a:pt x="150307" y="40232"/>
                    <a:pt x="153246" y="40232"/>
                  </a:cubicBezTo>
                  <a:cubicBezTo>
                    <a:pt x="172829" y="40232"/>
                    <a:pt x="187478" y="29509"/>
                    <a:pt x="202883" y="18256"/>
                  </a:cubicBezTo>
                  <a:cubicBezTo>
                    <a:pt x="205835" y="16089"/>
                    <a:pt x="208895" y="13851"/>
                    <a:pt x="212015" y="11672"/>
                  </a:cubicBezTo>
                  <a:cubicBezTo>
                    <a:pt x="219065" y="6740"/>
                    <a:pt x="230090" y="772"/>
                    <a:pt x="242173" y="772"/>
                  </a:cubicBezTo>
                  <a:cubicBezTo>
                    <a:pt x="250128" y="772"/>
                    <a:pt x="258541" y="3359"/>
                    <a:pt x="266581" y="10529"/>
                  </a:cubicBezTo>
                  <a:lnTo>
                    <a:pt x="266831" y="10255"/>
                  </a:lnTo>
                  <a:cubicBezTo>
                    <a:pt x="259528" y="3740"/>
                    <a:pt x="251234" y="461"/>
                    <a:pt x="242138" y="461"/>
                  </a:cubicBezTo>
                  <a:cubicBezTo>
                    <a:pt x="241209" y="461"/>
                    <a:pt x="240272" y="495"/>
                    <a:pt x="239328" y="563"/>
                  </a:cubicBezTo>
                  <a:cubicBezTo>
                    <a:pt x="230517" y="1206"/>
                    <a:pt x="220992" y="4945"/>
                    <a:pt x="211800" y="11374"/>
                  </a:cubicBezTo>
                  <a:cubicBezTo>
                    <a:pt x="208681" y="13553"/>
                    <a:pt x="205621" y="15791"/>
                    <a:pt x="202668" y="17958"/>
                  </a:cubicBezTo>
                  <a:cubicBezTo>
                    <a:pt x="187317" y="29187"/>
                    <a:pt x="172706" y="39865"/>
                    <a:pt x="153219" y="39865"/>
                  </a:cubicBezTo>
                  <a:cubicBezTo>
                    <a:pt x="150307" y="39865"/>
                    <a:pt x="147286" y="39627"/>
                    <a:pt x="144137" y="39116"/>
                  </a:cubicBezTo>
                  <a:cubicBezTo>
                    <a:pt x="129635" y="36770"/>
                    <a:pt x="119325" y="29472"/>
                    <a:pt x="108406" y="21745"/>
                  </a:cubicBezTo>
                  <a:cubicBezTo>
                    <a:pt x="101679" y="16982"/>
                    <a:pt x="94702" y="12053"/>
                    <a:pt x="86642" y="8350"/>
                  </a:cubicBezTo>
                  <a:cubicBezTo>
                    <a:pt x="75006" y="3014"/>
                    <a:pt x="60634" y="0"/>
                    <a:pt x="475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18"/>
            <p:cNvSpPr/>
            <p:nvPr/>
          </p:nvSpPr>
          <p:spPr>
            <a:xfrm>
              <a:off x="603625" y="2820875"/>
              <a:ext cx="6670225" cy="1052250"/>
            </a:xfrm>
            <a:custGeom>
              <a:rect b="b" l="l" r="r" t="t"/>
              <a:pathLst>
                <a:path extrusionOk="0" h="42090" w="266809">
                  <a:moveTo>
                    <a:pt x="46344" y="0"/>
                  </a:moveTo>
                  <a:cubicBezTo>
                    <a:pt x="44253" y="0"/>
                    <a:pt x="42198" y="80"/>
                    <a:pt x="40196" y="244"/>
                  </a:cubicBezTo>
                  <a:cubicBezTo>
                    <a:pt x="19218" y="1959"/>
                    <a:pt x="5692" y="5471"/>
                    <a:pt x="1" y="10686"/>
                  </a:cubicBezTo>
                  <a:lnTo>
                    <a:pt x="239" y="10948"/>
                  </a:lnTo>
                  <a:cubicBezTo>
                    <a:pt x="4120" y="7400"/>
                    <a:pt x="14193" y="2721"/>
                    <a:pt x="40220" y="601"/>
                  </a:cubicBezTo>
                  <a:cubicBezTo>
                    <a:pt x="42208" y="440"/>
                    <a:pt x="44249" y="360"/>
                    <a:pt x="46327" y="360"/>
                  </a:cubicBezTo>
                  <a:cubicBezTo>
                    <a:pt x="59706" y="360"/>
                    <a:pt x="74600" y="3646"/>
                    <a:pt x="86524" y="9376"/>
                  </a:cubicBezTo>
                  <a:cubicBezTo>
                    <a:pt x="94501" y="13198"/>
                    <a:pt x="101359" y="18234"/>
                    <a:pt x="107991" y="23104"/>
                  </a:cubicBezTo>
                  <a:cubicBezTo>
                    <a:pt x="118813" y="31046"/>
                    <a:pt x="129029" y="38546"/>
                    <a:pt x="143566" y="41166"/>
                  </a:cubicBezTo>
                  <a:cubicBezTo>
                    <a:pt x="147069" y="41797"/>
                    <a:pt x="150419" y="42090"/>
                    <a:pt x="153641" y="42090"/>
                  </a:cubicBezTo>
                  <a:cubicBezTo>
                    <a:pt x="172769" y="42090"/>
                    <a:pt x="187383" y="31783"/>
                    <a:pt x="202729" y="20961"/>
                  </a:cubicBezTo>
                  <a:cubicBezTo>
                    <a:pt x="205729" y="18854"/>
                    <a:pt x="208825" y="16663"/>
                    <a:pt x="211980" y="14543"/>
                  </a:cubicBezTo>
                  <a:cubicBezTo>
                    <a:pt x="218983" y="9825"/>
                    <a:pt x="229850" y="4171"/>
                    <a:pt x="241687" y="4171"/>
                  </a:cubicBezTo>
                  <a:cubicBezTo>
                    <a:pt x="249833" y="4171"/>
                    <a:pt x="258438" y="6849"/>
                    <a:pt x="266558" y="14353"/>
                  </a:cubicBezTo>
                  <a:lnTo>
                    <a:pt x="266808" y="14091"/>
                  </a:lnTo>
                  <a:cubicBezTo>
                    <a:pt x="259457" y="7303"/>
                    <a:pt x="251007" y="3862"/>
                    <a:pt x="241659" y="3862"/>
                  </a:cubicBezTo>
                  <a:cubicBezTo>
                    <a:pt x="240939" y="3862"/>
                    <a:pt x="240214" y="3882"/>
                    <a:pt x="239483" y="3923"/>
                  </a:cubicBezTo>
                  <a:cubicBezTo>
                    <a:pt x="230661" y="4411"/>
                    <a:pt x="221076" y="7971"/>
                    <a:pt x="211777" y="14246"/>
                  </a:cubicBezTo>
                  <a:cubicBezTo>
                    <a:pt x="208622" y="16365"/>
                    <a:pt x="205515" y="18556"/>
                    <a:pt x="202526" y="20663"/>
                  </a:cubicBezTo>
                  <a:cubicBezTo>
                    <a:pt x="187233" y="31450"/>
                    <a:pt x="172655" y="41722"/>
                    <a:pt x="153612" y="41722"/>
                  </a:cubicBezTo>
                  <a:cubicBezTo>
                    <a:pt x="150417" y="41722"/>
                    <a:pt x="147097" y="41433"/>
                    <a:pt x="143626" y="40809"/>
                  </a:cubicBezTo>
                  <a:cubicBezTo>
                    <a:pt x="129172" y="38201"/>
                    <a:pt x="118992" y="30724"/>
                    <a:pt x="108205" y="22806"/>
                  </a:cubicBezTo>
                  <a:cubicBezTo>
                    <a:pt x="101561" y="17925"/>
                    <a:pt x="94679" y="12877"/>
                    <a:pt x="86678" y="9043"/>
                  </a:cubicBezTo>
                  <a:cubicBezTo>
                    <a:pt x="74718" y="3305"/>
                    <a:pt x="59772" y="0"/>
                    <a:pt x="463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18"/>
            <p:cNvSpPr/>
            <p:nvPr/>
          </p:nvSpPr>
          <p:spPr>
            <a:xfrm>
              <a:off x="606025" y="2724425"/>
              <a:ext cx="6667825" cy="1099375"/>
            </a:xfrm>
            <a:custGeom>
              <a:rect b="b" l="l" r="r" t="t"/>
              <a:pathLst>
                <a:path extrusionOk="0" h="43975" w="266713">
                  <a:moveTo>
                    <a:pt x="45120" y="1"/>
                  </a:moveTo>
                  <a:cubicBezTo>
                    <a:pt x="43512" y="1"/>
                    <a:pt x="41927" y="50"/>
                    <a:pt x="40374" y="149"/>
                  </a:cubicBezTo>
                  <a:cubicBezTo>
                    <a:pt x="19372" y="1495"/>
                    <a:pt x="5787" y="4769"/>
                    <a:pt x="0" y="9889"/>
                  </a:cubicBezTo>
                  <a:lnTo>
                    <a:pt x="250" y="10150"/>
                  </a:lnTo>
                  <a:cubicBezTo>
                    <a:pt x="4191" y="6674"/>
                    <a:pt x="14335" y="2185"/>
                    <a:pt x="40410" y="518"/>
                  </a:cubicBezTo>
                  <a:cubicBezTo>
                    <a:pt x="41956" y="419"/>
                    <a:pt x="43534" y="370"/>
                    <a:pt x="45136" y="370"/>
                  </a:cubicBezTo>
                  <a:cubicBezTo>
                    <a:pt x="58853" y="370"/>
                    <a:pt x="74318" y="3961"/>
                    <a:pt x="86547" y="10091"/>
                  </a:cubicBezTo>
                  <a:cubicBezTo>
                    <a:pt x="94441" y="14044"/>
                    <a:pt x="101227" y="19211"/>
                    <a:pt x="107776" y="24188"/>
                  </a:cubicBezTo>
                  <a:cubicBezTo>
                    <a:pt x="118432" y="32332"/>
                    <a:pt x="128528" y="39999"/>
                    <a:pt x="143018" y="42869"/>
                  </a:cubicBezTo>
                  <a:cubicBezTo>
                    <a:pt x="146843" y="43627"/>
                    <a:pt x="150492" y="43975"/>
                    <a:pt x="153996" y="43975"/>
                  </a:cubicBezTo>
                  <a:cubicBezTo>
                    <a:pt x="172677" y="43975"/>
                    <a:pt x="187246" y="34086"/>
                    <a:pt x="202525" y="23700"/>
                  </a:cubicBezTo>
                  <a:cubicBezTo>
                    <a:pt x="205562" y="21640"/>
                    <a:pt x="208693" y="19509"/>
                    <a:pt x="211884" y="17449"/>
                  </a:cubicBezTo>
                  <a:cubicBezTo>
                    <a:pt x="218840" y="12936"/>
                    <a:pt x="229526" y="7594"/>
                    <a:pt x="241107" y="7594"/>
                  </a:cubicBezTo>
                  <a:cubicBezTo>
                    <a:pt x="249447" y="7594"/>
                    <a:pt x="258252" y="10365"/>
                    <a:pt x="266462" y="18211"/>
                  </a:cubicBezTo>
                  <a:lnTo>
                    <a:pt x="266712" y="17949"/>
                  </a:lnTo>
                  <a:cubicBezTo>
                    <a:pt x="259310" y="10864"/>
                    <a:pt x="250693" y="7276"/>
                    <a:pt x="241074" y="7276"/>
                  </a:cubicBezTo>
                  <a:cubicBezTo>
                    <a:pt x="240574" y="7276"/>
                    <a:pt x="240071" y="7285"/>
                    <a:pt x="239566" y="7305"/>
                  </a:cubicBezTo>
                  <a:cubicBezTo>
                    <a:pt x="230731" y="7638"/>
                    <a:pt x="221099" y="11043"/>
                    <a:pt x="211681" y="17139"/>
                  </a:cubicBezTo>
                  <a:cubicBezTo>
                    <a:pt x="208490" y="19211"/>
                    <a:pt x="205359" y="21342"/>
                    <a:pt x="202323" y="23402"/>
                  </a:cubicBezTo>
                  <a:cubicBezTo>
                    <a:pt x="187090" y="33751"/>
                    <a:pt x="172575" y="43610"/>
                    <a:pt x="153990" y="43610"/>
                  </a:cubicBezTo>
                  <a:cubicBezTo>
                    <a:pt x="150510" y="43610"/>
                    <a:pt x="146887" y="43265"/>
                    <a:pt x="143089" y="42512"/>
                  </a:cubicBezTo>
                  <a:cubicBezTo>
                    <a:pt x="128683" y="39654"/>
                    <a:pt x="118622" y="31998"/>
                    <a:pt x="107990" y="23902"/>
                  </a:cubicBezTo>
                  <a:cubicBezTo>
                    <a:pt x="101418" y="18913"/>
                    <a:pt x="94631" y="13734"/>
                    <a:pt x="86701" y="9758"/>
                  </a:cubicBezTo>
                  <a:cubicBezTo>
                    <a:pt x="74419" y="3595"/>
                    <a:pt x="58900" y="1"/>
                    <a:pt x="45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18"/>
            <p:cNvSpPr/>
            <p:nvPr/>
          </p:nvSpPr>
          <p:spPr>
            <a:xfrm>
              <a:off x="610775" y="2627700"/>
              <a:ext cx="6663075" cy="1147100"/>
            </a:xfrm>
            <a:custGeom>
              <a:rect b="b" l="l" r="r" t="t"/>
              <a:pathLst>
                <a:path extrusionOk="0" h="45884" w="266523">
                  <a:moveTo>
                    <a:pt x="43919" y="0"/>
                  </a:moveTo>
                  <a:cubicBezTo>
                    <a:pt x="42779" y="0"/>
                    <a:pt x="41652" y="26"/>
                    <a:pt x="40541" y="77"/>
                  </a:cubicBezTo>
                  <a:cubicBezTo>
                    <a:pt x="19515" y="1054"/>
                    <a:pt x="5870" y="4090"/>
                    <a:pt x="1" y="9102"/>
                  </a:cubicBezTo>
                  <a:lnTo>
                    <a:pt x="239" y="9376"/>
                  </a:lnTo>
                  <a:cubicBezTo>
                    <a:pt x="4227" y="5971"/>
                    <a:pt x="14467" y="1649"/>
                    <a:pt x="40553" y="434"/>
                  </a:cubicBezTo>
                  <a:cubicBezTo>
                    <a:pt x="41663" y="383"/>
                    <a:pt x="42788" y="357"/>
                    <a:pt x="43926" y="357"/>
                  </a:cubicBezTo>
                  <a:cubicBezTo>
                    <a:pt x="57980" y="357"/>
                    <a:pt x="73989" y="4252"/>
                    <a:pt x="86523" y="10817"/>
                  </a:cubicBezTo>
                  <a:cubicBezTo>
                    <a:pt x="94346" y="14912"/>
                    <a:pt x="101037" y="20187"/>
                    <a:pt x="107502" y="25283"/>
                  </a:cubicBezTo>
                  <a:cubicBezTo>
                    <a:pt x="118039" y="33593"/>
                    <a:pt x="127981" y="41451"/>
                    <a:pt x="142411" y="44571"/>
                  </a:cubicBezTo>
                  <a:cubicBezTo>
                    <a:pt x="146566" y="45473"/>
                    <a:pt x="150520" y="45883"/>
                    <a:pt x="154313" y="45883"/>
                  </a:cubicBezTo>
                  <a:cubicBezTo>
                    <a:pt x="172548" y="45883"/>
                    <a:pt x="187052" y="36397"/>
                    <a:pt x="202240" y="26461"/>
                  </a:cubicBezTo>
                  <a:cubicBezTo>
                    <a:pt x="205312" y="24449"/>
                    <a:pt x="208491" y="22378"/>
                    <a:pt x="211706" y="20365"/>
                  </a:cubicBezTo>
                  <a:cubicBezTo>
                    <a:pt x="218611" y="16054"/>
                    <a:pt x="229117" y="11007"/>
                    <a:pt x="240446" y="11007"/>
                  </a:cubicBezTo>
                  <a:cubicBezTo>
                    <a:pt x="248983" y="11007"/>
                    <a:pt x="257988" y="13873"/>
                    <a:pt x="266272" y="22080"/>
                  </a:cubicBezTo>
                  <a:lnTo>
                    <a:pt x="266522" y="21818"/>
                  </a:lnTo>
                  <a:cubicBezTo>
                    <a:pt x="259063" y="14429"/>
                    <a:pt x="250259" y="10690"/>
                    <a:pt x="240352" y="10690"/>
                  </a:cubicBezTo>
                  <a:cubicBezTo>
                    <a:pt x="240091" y="10690"/>
                    <a:pt x="239829" y="10692"/>
                    <a:pt x="239566" y="10698"/>
                  </a:cubicBezTo>
                  <a:cubicBezTo>
                    <a:pt x="230732" y="10876"/>
                    <a:pt x="221040" y="14115"/>
                    <a:pt x="211515" y="20056"/>
                  </a:cubicBezTo>
                  <a:cubicBezTo>
                    <a:pt x="208300" y="22068"/>
                    <a:pt x="205122" y="24152"/>
                    <a:pt x="202050" y="26152"/>
                  </a:cubicBezTo>
                  <a:cubicBezTo>
                    <a:pt x="186888" y="36065"/>
                    <a:pt x="172430" y="45521"/>
                    <a:pt x="154274" y="45521"/>
                  </a:cubicBezTo>
                  <a:cubicBezTo>
                    <a:pt x="150515" y="45521"/>
                    <a:pt x="146598" y="45116"/>
                    <a:pt x="142483" y="44226"/>
                  </a:cubicBezTo>
                  <a:cubicBezTo>
                    <a:pt x="128136" y="41118"/>
                    <a:pt x="118218" y="33284"/>
                    <a:pt x="107716" y="24997"/>
                  </a:cubicBezTo>
                  <a:cubicBezTo>
                    <a:pt x="101239" y="19889"/>
                    <a:pt x="94548" y="14603"/>
                    <a:pt x="86690" y="10495"/>
                  </a:cubicBezTo>
                  <a:cubicBezTo>
                    <a:pt x="74109" y="3907"/>
                    <a:pt x="58032" y="0"/>
                    <a:pt x="439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18"/>
            <p:cNvSpPr/>
            <p:nvPr/>
          </p:nvSpPr>
          <p:spPr>
            <a:xfrm>
              <a:off x="617325" y="2530375"/>
              <a:ext cx="6656525" cy="1195600"/>
            </a:xfrm>
            <a:custGeom>
              <a:rect b="b" l="l" r="r" t="t"/>
              <a:pathLst>
                <a:path extrusionOk="0" h="47824" w="266261">
                  <a:moveTo>
                    <a:pt x="42753" y="0"/>
                  </a:moveTo>
                  <a:cubicBezTo>
                    <a:pt x="42062" y="0"/>
                    <a:pt x="41376" y="10"/>
                    <a:pt x="40696" y="29"/>
                  </a:cubicBezTo>
                  <a:cubicBezTo>
                    <a:pt x="19646" y="637"/>
                    <a:pt x="5966" y="3435"/>
                    <a:pt x="1" y="8352"/>
                  </a:cubicBezTo>
                  <a:lnTo>
                    <a:pt x="227" y="8626"/>
                  </a:lnTo>
                  <a:cubicBezTo>
                    <a:pt x="4287" y="5292"/>
                    <a:pt x="14598" y="1149"/>
                    <a:pt x="40696" y="387"/>
                  </a:cubicBezTo>
                  <a:cubicBezTo>
                    <a:pt x="41375" y="367"/>
                    <a:pt x="42061" y="357"/>
                    <a:pt x="42751" y="357"/>
                  </a:cubicBezTo>
                  <a:cubicBezTo>
                    <a:pt x="57119" y="357"/>
                    <a:pt x="73684" y="4580"/>
                    <a:pt x="86476" y="11566"/>
                  </a:cubicBezTo>
                  <a:cubicBezTo>
                    <a:pt x="94239" y="15805"/>
                    <a:pt x="100823" y="21199"/>
                    <a:pt x="107193" y="26402"/>
                  </a:cubicBezTo>
                  <a:cubicBezTo>
                    <a:pt x="117587" y="34903"/>
                    <a:pt x="127397" y="42927"/>
                    <a:pt x="141768" y="46297"/>
                  </a:cubicBezTo>
                  <a:cubicBezTo>
                    <a:pt x="146242" y="47349"/>
                    <a:pt x="150491" y="47823"/>
                    <a:pt x="154562" y="47823"/>
                  </a:cubicBezTo>
                  <a:cubicBezTo>
                    <a:pt x="172376" y="47823"/>
                    <a:pt x="186800" y="38740"/>
                    <a:pt x="201919" y="29223"/>
                  </a:cubicBezTo>
                  <a:cubicBezTo>
                    <a:pt x="205014" y="27271"/>
                    <a:pt x="208229" y="25259"/>
                    <a:pt x="211479" y="23306"/>
                  </a:cubicBezTo>
                  <a:cubicBezTo>
                    <a:pt x="218321" y="19200"/>
                    <a:pt x="228632" y="14450"/>
                    <a:pt x="239705" y="14450"/>
                  </a:cubicBezTo>
                  <a:cubicBezTo>
                    <a:pt x="248443" y="14450"/>
                    <a:pt x="257655" y="17408"/>
                    <a:pt x="266010" y="25973"/>
                  </a:cubicBezTo>
                  <a:lnTo>
                    <a:pt x="266260" y="25711"/>
                  </a:lnTo>
                  <a:cubicBezTo>
                    <a:pt x="258758" y="18019"/>
                    <a:pt x="249789" y="14126"/>
                    <a:pt x="239600" y="14126"/>
                  </a:cubicBezTo>
                  <a:cubicBezTo>
                    <a:pt x="239569" y="14126"/>
                    <a:pt x="239538" y="14126"/>
                    <a:pt x="239507" y="14126"/>
                  </a:cubicBezTo>
                  <a:cubicBezTo>
                    <a:pt x="230672" y="14150"/>
                    <a:pt x="220921" y="17222"/>
                    <a:pt x="211301" y="22996"/>
                  </a:cubicBezTo>
                  <a:cubicBezTo>
                    <a:pt x="208038" y="24949"/>
                    <a:pt x="204824" y="26973"/>
                    <a:pt x="201728" y="28926"/>
                  </a:cubicBezTo>
                  <a:cubicBezTo>
                    <a:pt x="186657" y="38411"/>
                    <a:pt x="172266" y="47461"/>
                    <a:pt x="154532" y="47461"/>
                  </a:cubicBezTo>
                  <a:cubicBezTo>
                    <a:pt x="150494" y="47461"/>
                    <a:pt x="146283" y="46992"/>
                    <a:pt x="141852" y="45952"/>
                  </a:cubicBezTo>
                  <a:cubicBezTo>
                    <a:pt x="127564" y="42594"/>
                    <a:pt x="117777" y="34593"/>
                    <a:pt x="107431" y="26128"/>
                  </a:cubicBezTo>
                  <a:cubicBezTo>
                    <a:pt x="101037" y="20901"/>
                    <a:pt x="94441" y="15507"/>
                    <a:pt x="86654" y="11245"/>
                  </a:cubicBezTo>
                  <a:cubicBezTo>
                    <a:pt x="73804" y="4235"/>
                    <a:pt x="57180" y="0"/>
                    <a:pt x="427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18"/>
            <p:cNvSpPr/>
            <p:nvPr/>
          </p:nvSpPr>
          <p:spPr>
            <a:xfrm>
              <a:off x="625950" y="2432750"/>
              <a:ext cx="6647900" cy="1244800"/>
            </a:xfrm>
            <a:custGeom>
              <a:rect b="b" l="l" r="r" t="t"/>
              <a:pathLst>
                <a:path extrusionOk="0" h="49792" w="265916">
                  <a:moveTo>
                    <a:pt x="41667" y="0"/>
                  </a:moveTo>
                  <a:cubicBezTo>
                    <a:pt x="41386" y="0"/>
                    <a:pt x="41106" y="2"/>
                    <a:pt x="40827" y="5"/>
                  </a:cubicBezTo>
                  <a:cubicBezTo>
                    <a:pt x="19777" y="243"/>
                    <a:pt x="6049" y="2803"/>
                    <a:pt x="1" y="7613"/>
                  </a:cubicBezTo>
                  <a:lnTo>
                    <a:pt x="227" y="7899"/>
                  </a:lnTo>
                  <a:cubicBezTo>
                    <a:pt x="4335" y="4625"/>
                    <a:pt x="14717" y="672"/>
                    <a:pt x="40827" y="362"/>
                  </a:cubicBezTo>
                  <a:cubicBezTo>
                    <a:pt x="41089" y="360"/>
                    <a:pt x="41350" y="358"/>
                    <a:pt x="41613" y="358"/>
                  </a:cubicBezTo>
                  <a:cubicBezTo>
                    <a:pt x="56276" y="358"/>
                    <a:pt x="73363" y="4913"/>
                    <a:pt x="86405" y="12340"/>
                  </a:cubicBezTo>
                  <a:cubicBezTo>
                    <a:pt x="94096" y="16710"/>
                    <a:pt x="100585" y="22210"/>
                    <a:pt x="106871" y="27532"/>
                  </a:cubicBezTo>
                  <a:cubicBezTo>
                    <a:pt x="117111" y="36212"/>
                    <a:pt x="126779" y="44404"/>
                    <a:pt x="141078" y="48035"/>
                  </a:cubicBezTo>
                  <a:cubicBezTo>
                    <a:pt x="145866" y="49249"/>
                    <a:pt x="150405" y="49792"/>
                    <a:pt x="154753" y="49792"/>
                  </a:cubicBezTo>
                  <a:cubicBezTo>
                    <a:pt x="172149" y="49792"/>
                    <a:pt x="186490" y="41108"/>
                    <a:pt x="201502" y="32021"/>
                  </a:cubicBezTo>
                  <a:cubicBezTo>
                    <a:pt x="204645" y="30116"/>
                    <a:pt x="207884" y="28152"/>
                    <a:pt x="211182" y="26258"/>
                  </a:cubicBezTo>
                  <a:cubicBezTo>
                    <a:pt x="217949" y="22353"/>
                    <a:pt x="228064" y="17884"/>
                    <a:pt x="238884" y="17884"/>
                  </a:cubicBezTo>
                  <a:cubicBezTo>
                    <a:pt x="247824" y="17884"/>
                    <a:pt x="257244" y="20936"/>
                    <a:pt x="265653" y="29878"/>
                  </a:cubicBezTo>
                  <a:lnTo>
                    <a:pt x="265915" y="29628"/>
                  </a:lnTo>
                  <a:cubicBezTo>
                    <a:pt x="258521" y="21770"/>
                    <a:pt x="249592" y="17722"/>
                    <a:pt x="239364" y="17567"/>
                  </a:cubicBezTo>
                  <a:cubicBezTo>
                    <a:pt x="239173" y="17564"/>
                    <a:pt x="238981" y="17563"/>
                    <a:pt x="238788" y="17563"/>
                  </a:cubicBezTo>
                  <a:cubicBezTo>
                    <a:pt x="230104" y="17563"/>
                    <a:pt x="220508" y="20451"/>
                    <a:pt x="211003" y="25937"/>
                  </a:cubicBezTo>
                  <a:cubicBezTo>
                    <a:pt x="207717" y="27842"/>
                    <a:pt x="204467" y="29807"/>
                    <a:pt x="201336" y="31700"/>
                  </a:cubicBezTo>
                  <a:cubicBezTo>
                    <a:pt x="186364" y="40762"/>
                    <a:pt x="172056" y="49421"/>
                    <a:pt x="154743" y="49421"/>
                  </a:cubicBezTo>
                  <a:cubicBezTo>
                    <a:pt x="150426" y="49421"/>
                    <a:pt x="145921" y="48883"/>
                    <a:pt x="141173" y="47678"/>
                  </a:cubicBezTo>
                  <a:cubicBezTo>
                    <a:pt x="126945" y="44082"/>
                    <a:pt x="117301" y="35903"/>
                    <a:pt x="107098" y="27259"/>
                  </a:cubicBezTo>
                  <a:cubicBezTo>
                    <a:pt x="100799" y="21925"/>
                    <a:pt x="94298" y="16412"/>
                    <a:pt x="86583" y="12031"/>
                  </a:cubicBezTo>
                  <a:cubicBezTo>
                    <a:pt x="73509" y="4577"/>
                    <a:pt x="56377" y="0"/>
                    <a:pt x="416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18"/>
            <p:cNvSpPr/>
            <p:nvPr/>
          </p:nvSpPr>
          <p:spPr>
            <a:xfrm>
              <a:off x="636675" y="2334800"/>
              <a:ext cx="6637450" cy="1294425"/>
            </a:xfrm>
            <a:custGeom>
              <a:rect b="b" l="l" r="r" t="t"/>
              <a:pathLst>
                <a:path extrusionOk="0" h="51777" w="265498">
                  <a:moveTo>
                    <a:pt x="39287" y="1"/>
                  </a:moveTo>
                  <a:cubicBezTo>
                    <a:pt x="19177" y="1"/>
                    <a:pt x="5968" y="2322"/>
                    <a:pt x="0" y="6900"/>
                  </a:cubicBezTo>
                  <a:lnTo>
                    <a:pt x="227" y="7186"/>
                  </a:lnTo>
                  <a:cubicBezTo>
                    <a:pt x="4311" y="4047"/>
                    <a:pt x="14422" y="359"/>
                    <a:pt x="39404" y="359"/>
                  </a:cubicBezTo>
                  <a:cubicBezTo>
                    <a:pt x="39912" y="359"/>
                    <a:pt x="40426" y="360"/>
                    <a:pt x="40946" y="363"/>
                  </a:cubicBezTo>
                  <a:cubicBezTo>
                    <a:pt x="55781" y="447"/>
                    <a:pt x="73164" y="5340"/>
                    <a:pt x="86309" y="13127"/>
                  </a:cubicBezTo>
                  <a:cubicBezTo>
                    <a:pt x="93917" y="17639"/>
                    <a:pt x="100311" y="23247"/>
                    <a:pt x="106502" y="28676"/>
                  </a:cubicBezTo>
                  <a:cubicBezTo>
                    <a:pt x="116586" y="37535"/>
                    <a:pt x="126111" y="45905"/>
                    <a:pt x="140363" y="49774"/>
                  </a:cubicBezTo>
                  <a:cubicBezTo>
                    <a:pt x="145461" y="51162"/>
                    <a:pt x="150287" y="51777"/>
                    <a:pt x="154911" y="51777"/>
                  </a:cubicBezTo>
                  <a:cubicBezTo>
                    <a:pt x="171899" y="51777"/>
                    <a:pt x="186153" y="43484"/>
                    <a:pt x="201061" y="34808"/>
                  </a:cubicBezTo>
                  <a:cubicBezTo>
                    <a:pt x="204228" y="32963"/>
                    <a:pt x="207503" y="31058"/>
                    <a:pt x="210836" y="29212"/>
                  </a:cubicBezTo>
                  <a:cubicBezTo>
                    <a:pt x="217522" y="25512"/>
                    <a:pt x="227422" y="21326"/>
                    <a:pt x="237978" y="21326"/>
                  </a:cubicBezTo>
                  <a:cubicBezTo>
                    <a:pt x="247122" y="21326"/>
                    <a:pt x="256758" y="24467"/>
                    <a:pt x="265224" y="33784"/>
                  </a:cubicBezTo>
                  <a:lnTo>
                    <a:pt x="265498" y="33546"/>
                  </a:lnTo>
                  <a:cubicBezTo>
                    <a:pt x="258247" y="25569"/>
                    <a:pt x="249377" y="21354"/>
                    <a:pt x="239149" y="21033"/>
                  </a:cubicBezTo>
                  <a:cubicBezTo>
                    <a:pt x="238730" y="21019"/>
                    <a:pt x="238308" y="21012"/>
                    <a:pt x="237884" y="21012"/>
                  </a:cubicBezTo>
                  <a:cubicBezTo>
                    <a:pt x="229391" y="21012"/>
                    <a:pt x="220013" y="23731"/>
                    <a:pt x="210658" y="28903"/>
                  </a:cubicBezTo>
                  <a:cubicBezTo>
                    <a:pt x="207324" y="30748"/>
                    <a:pt x="204050" y="32653"/>
                    <a:pt x="200871" y="34498"/>
                  </a:cubicBezTo>
                  <a:cubicBezTo>
                    <a:pt x="186013" y="43140"/>
                    <a:pt x="171810" y="51406"/>
                    <a:pt x="154899" y="51406"/>
                  </a:cubicBezTo>
                  <a:cubicBezTo>
                    <a:pt x="150304" y="51406"/>
                    <a:pt x="145509" y="50796"/>
                    <a:pt x="140447" y="49417"/>
                  </a:cubicBezTo>
                  <a:cubicBezTo>
                    <a:pt x="126290" y="45571"/>
                    <a:pt x="116789" y="37237"/>
                    <a:pt x="106740" y="28402"/>
                  </a:cubicBezTo>
                  <a:cubicBezTo>
                    <a:pt x="100537" y="22961"/>
                    <a:pt x="94131" y="17342"/>
                    <a:pt x="86499" y="12817"/>
                  </a:cubicBezTo>
                  <a:cubicBezTo>
                    <a:pt x="73295" y="4995"/>
                    <a:pt x="55841" y="89"/>
                    <a:pt x="40958" y="6"/>
                  </a:cubicBezTo>
                  <a:cubicBezTo>
                    <a:pt x="40396" y="3"/>
                    <a:pt x="39839" y="1"/>
                    <a:pt x="392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18"/>
            <p:cNvSpPr/>
            <p:nvPr/>
          </p:nvSpPr>
          <p:spPr>
            <a:xfrm>
              <a:off x="649475" y="2235200"/>
              <a:ext cx="6624950" cy="1345700"/>
            </a:xfrm>
            <a:custGeom>
              <a:rect b="b" l="l" r="r" t="t"/>
              <a:pathLst>
                <a:path extrusionOk="0" h="53828" w="264998">
                  <a:moveTo>
                    <a:pt x="35160" y="0"/>
                  </a:moveTo>
                  <a:cubicBezTo>
                    <a:pt x="17419" y="0"/>
                    <a:pt x="5602" y="2101"/>
                    <a:pt x="0" y="6240"/>
                  </a:cubicBezTo>
                  <a:lnTo>
                    <a:pt x="215" y="6538"/>
                  </a:lnTo>
                  <a:cubicBezTo>
                    <a:pt x="4112" y="3654"/>
                    <a:pt x="13403" y="362"/>
                    <a:pt x="35411" y="362"/>
                  </a:cubicBezTo>
                  <a:cubicBezTo>
                    <a:pt x="37206" y="362"/>
                    <a:pt x="39085" y="384"/>
                    <a:pt x="41053" y="430"/>
                  </a:cubicBezTo>
                  <a:cubicBezTo>
                    <a:pt x="55876" y="787"/>
                    <a:pt x="73176" y="5978"/>
                    <a:pt x="86202" y="13979"/>
                  </a:cubicBezTo>
                  <a:cubicBezTo>
                    <a:pt x="93726" y="18623"/>
                    <a:pt x="100025" y="24350"/>
                    <a:pt x="106109" y="29886"/>
                  </a:cubicBezTo>
                  <a:cubicBezTo>
                    <a:pt x="116039" y="38911"/>
                    <a:pt x="125421" y="47436"/>
                    <a:pt x="139601" y="51567"/>
                  </a:cubicBezTo>
                  <a:cubicBezTo>
                    <a:pt x="145004" y="53139"/>
                    <a:pt x="150116" y="53827"/>
                    <a:pt x="155015" y="53827"/>
                  </a:cubicBezTo>
                  <a:cubicBezTo>
                    <a:pt x="171610" y="53827"/>
                    <a:pt x="185768" y="45925"/>
                    <a:pt x="200549" y="37661"/>
                  </a:cubicBezTo>
                  <a:cubicBezTo>
                    <a:pt x="203752" y="35875"/>
                    <a:pt x="207062" y="34030"/>
                    <a:pt x="210420" y="32244"/>
                  </a:cubicBezTo>
                  <a:cubicBezTo>
                    <a:pt x="217020" y="28737"/>
                    <a:pt x="226700" y="24823"/>
                    <a:pt x="236995" y="24823"/>
                  </a:cubicBezTo>
                  <a:cubicBezTo>
                    <a:pt x="246347" y="24823"/>
                    <a:pt x="256206" y="28053"/>
                    <a:pt x="264724" y="37756"/>
                  </a:cubicBezTo>
                  <a:lnTo>
                    <a:pt x="264998" y="37518"/>
                  </a:lnTo>
                  <a:cubicBezTo>
                    <a:pt x="257890" y="29422"/>
                    <a:pt x="249103" y="25052"/>
                    <a:pt x="238887" y="24552"/>
                  </a:cubicBezTo>
                  <a:cubicBezTo>
                    <a:pt x="238234" y="24520"/>
                    <a:pt x="237575" y="24503"/>
                    <a:pt x="236910" y="24503"/>
                  </a:cubicBezTo>
                  <a:cubicBezTo>
                    <a:pt x="228589" y="24503"/>
                    <a:pt x="219426" y="27049"/>
                    <a:pt x="210253" y="31922"/>
                  </a:cubicBezTo>
                  <a:cubicBezTo>
                    <a:pt x="206883" y="33708"/>
                    <a:pt x="203574" y="35565"/>
                    <a:pt x="200371" y="37351"/>
                  </a:cubicBezTo>
                  <a:cubicBezTo>
                    <a:pt x="185637" y="45583"/>
                    <a:pt x="171528" y="53466"/>
                    <a:pt x="155004" y="53466"/>
                  </a:cubicBezTo>
                  <a:cubicBezTo>
                    <a:pt x="150137" y="53466"/>
                    <a:pt x="145060" y="52782"/>
                    <a:pt x="139696" y="51222"/>
                  </a:cubicBezTo>
                  <a:cubicBezTo>
                    <a:pt x="125599" y="47114"/>
                    <a:pt x="116253" y="38613"/>
                    <a:pt x="106359" y="29612"/>
                  </a:cubicBezTo>
                  <a:cubicBezTo>
                    <a:pt x="100251" y="24064"/>
                    <a:pt x="93941" y="18325"/>
                    <a:pt x="86392" y="13682"/>
                  </a:cubicBezTo>
                  <a:cubicBezTo>
                    <a:pt x="73331" y="5633"/>
                    <a:pt x="55960" y="418"/>
                    <a:pt x="41077" y="73"/>
                  </a:cubicBezTo>
                  <a:cubicBezTo>
                    <a:pt x="39037" y="25"/>
                    <a:pt x="37064" y="0"/>
                    <a:pt x="35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18"/>
            <p:cNvSpPr/>
            <p:nvPr/>
          </p:nvSpPr>
          <p:spPr>
            <a:xfrm>
              <a:off x="664050" y="2134250"/>
              <a:ext cx="6610375" cy="1399125"/>
            </a:xfrm>
            <a:custGeom>
              <a:rect b="b" l="l" r="r" t="t"/>
              <a:pathLst>
                <a:path extrusionOk="0" h="55965" w="264415">
                  <a:moveTo>
                    <a:pt x="31658" y="1"/>
                  </a:moveTo>
                  <a:cubicBezTo>
                    <a:pt x="15910" y="1"/>
                    <a:pt x="5285" y="1898"/>
                    <a:pt x="1" y="5671"/>
                  </a:cubicBezTo>
                  <a:lnTo>
                    <a:pt x="215" y="5968"/>
                  </a:lnTo>
                  <a:cubicBezTo>
                    <a:pt x="3941" y="3311"/>
                    <a:pt x="12454" y="374"/>
                    <a:pt x="31865" y="374"/>
                  </a:cubicBezTo>
                  <a:cubicBezTo>
                    <a:pt x="34721" y="374"/>
                    <a:pt x="37813" y="437"/>
                    <a:pt x="41161" y="575"/>
                  </a:cubicBezTo>
                  <a:cubicBezTo>
                    <a:pt x="55972" y="1182"/>
                    <a:pt x="73177" y="6671"/>
                    <a:pt x="86047" y="14910"/>
                  </a:cubicBezTo>
                  <a:cubicBezTo>
                    <a:pt x="93489" y="19684"/>
                    <a:pt x="99692" y="25518"/>
                    <a:pt x="105681" y="31162"/>
                  </a:cubicBezTo>
                  <a:cubicBezTo>
                    <a:pt x="115456" y="40365"/>
                    <a:pt x="124683" y="49045"/>
                    <a:pt x="138792" y="53427"/>
                  </a:cubicBezTo>
                  <a:cubicBezTo>
                    <a:pt x="144499" y="55196"/>
                    <a:pt x="149895" y="55964"/>
                    <a:pt x="155070" y="55964"/>
                  </a:cubicBezTo>
                  <a:cubicBezTo>
                    <a:pt x="171272" y="55964"/>
                    <a:pt x="185312" y="48439"/>
                    <a:pt x="199966" y="40580"/>
                  </a:cubicBezTo>
                  <a:cubicBezTo>
                    <a:pt x="203205" y="38853"/>
                    <a:pt x="206539" y="37056"/>
                    <a:pt x="209932" y="35329"/>
                  </a:cubicBezTo>
                  <a:cubicBezTo>
                    <a:pt x="216438" y="32021"/>
                    <a:pt x="225885" y="28376"/>
                    <a:pt x="235908" y="28376"/>
                  </a:cubicBezTo>
                  <a:cubicBezTo>
                    <a:pt x="245474" y="28376"/>
                    <a:pt x="255565" y="31695"/>
                    <a:pt x="264129" y="41794"/>
                  </a:cubicBezTo>
                  <a:lnTo>
                    <a:pt x="264415" y="41568"/>
                  </a:lnTo>
                  <a:cubicBezTo>
                    <a:pt x="257438" y="33341"/>
                    <a:pt x="248734" y="28828"/>
                    <a:pt x="238519" y="28138"/>
                  </a:cubicBezTo>
                  <a:cubicBezTo>
                    <a:pt x="237634" y="28078"/>
                    <a:pt x="236737" y="28048"/>
                    <a:pt x="235830" y="28048"/>
                  </a:cubicBezTo>
                  <a:cubicBezTo>
                    <a:pt x="227710" y="28048"/>
                    <a:pt x="218762" y="30434"/>
                    <a:pt x="209765" y="35008"/>
                  </a:cubicBezTo>
                  <a:cubicBezTo>
                    <a:pt x="206372" y="36734"/>
                    <a:pt x="203026" y="38532"/>
                    <a:pt x="199800" y="40258"/>
                  </a:cubicBezTo>
                  <a:cubicBezTo>
                    <a:pt x="185191" y="48086"/>
                    <a:pt x="171191" y="55586"/>
                    <a:pt x="155054" y="55586"/>
                  </a:cubicBezTo>
                  <a:cubicBezTo>
                    <a:pt x="149912" y="55586"/>
                    <a:pt x="144552" y="54824"/>
                    <a:pt x="138887" y="53069"/>
                  </a:cubicBezTo>
                  <a:cubicBezTo>
                    <a:pt x="124862" y="48724"/>
                    <a:pt x="115658" y="40068"/>
                    <a:pt x="105931" y="30900"/>
                  </a:cubicBezTo>
                  <a:cubicBezTo>
                    <a:pt x="99918" y="25245"/>
                    <a:pt x="93715" y="19387"/>
                    <a:pt x="86238" y="14612"/>
                  </a:cubicBezTo>
                  <a:cubicBezTo>
                    <a:pt x="73320" y="6337"/>
                    <a:pt x="56055" y="813"/>
                    <a:pt x="41173" y="206"/>
                  </a:cubicBezTo>
                  <a:cubicBezTo>
                    <a:pt x="37818" y="69"/>
                    <a:pt x="34646" y="1"/>
                    <a:pt x="316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454" name="Google Shape;454;p18"/>
          <p:cNvPicPr preferRelativeResize="0"/>
          <p:nvPr/>
        </p:nvPicPr>
        <p:blipFill rotWithShape="1">
          <a:blip r:embed="rId3">
            <a:alphaModFix/>
          </a:blip>
          <a:srcRect b="709" l="0" r="0" t="699"/>
          <a:stretch/>
        </p:blipFill>
        <p:spPr>
          <a:xfrm flipH="1">
            <a:off x="216286" y="2070025"/>
            <a:ext cx="470732" cy="445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18"/>
          <p:cNvPicPr preferRelativeResize="0"/>
          <p:nvPr/>
        </p:nvPicPr>
        <p:blipFill rotWithShape="1">
          <a:blip r:embed="rId4">
            <a:alphaModFix/>
          </a:blip>
          <a:srcRect b="709" l="0" r="0" t="699"/>
          <a:stretch/>
        </p:blipFill>
        <p:spPr>
          <a:xfrm flipH="1">
            <a:off x="7329188" y="135875"/>
            <a:ext cx="345405" cy="32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18"/>
          <p:cNvPicPr preferRelativeResize="0"/>
          <p:nvPr/>
        </p:nvPicPr>
        <p:blipFill rotWithShape="1">
          <a:blip r:embed="rId4">
            <a:alphaModFix/>
          </a:blip>
          <a:srcRect b="2856" l="0" r="0" t="2856"/>
          <a:stretch/>
        </p:blipFill>
        <p:spPr>
          <a:xfrm flipH="1">
            <a:off x="8139546" y="4366808"/>
            <a:ext cx="783549" cy="708818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18"/>
          <p:cNvPicPr preferRelativeResize="0"/>
          <p:nvPr/>
        </p:nvPicPr>
        <p:blipFill rotWithShape="1">
          <a:blip r:embed="rId5">
            <a:alphaModFix/>
          </a:blip>
          <a:srcRect b="7653" l="3721" r="45158" t="10143"/>
          <a:stretch/>
        </p:blipFill>
        <p:spPr>
          <a:xfrm flipH="1">
            <a:off x="8554144" y="1921003"/>
            <a:ext cx="507100" cy="458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_1"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9" name="Google Shape;459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0" name="Google Shape;460;p19"/>
          <p:cNvGrpSpPr/>
          <p:nvPr/>
        </p:nvGrpSpPr>
        <p:grpSpPr>
          <a:xfrm rot="916819">
            <a:off x="-1184401" y="3779344"/>
            <a:ext cx="5321066" cy="1664508"/>
            <a:chOff x="603050" y="2134250"/>
            <a:chExt cx="6671375" cy="1887675"/>
          </a:xfrm>
        </p:grpSpPr>
        <p:sp>
          <p:nvSpPr>
            <p:cNvPr id="461" name="Google Shape;461;p19"/>
            <p:cNvSpPr/>
            <p:nvPr/>
          </p:nvSpPr>
          <p:spPr>
            <a:xfrm>
              <a:off x="608100" y="2949275"/>
              <a:ext cx="6665750" cy="1072650"/>
            </a:xfrm>
            <a:custGeom>
              <a:rect b="b" l="l" r="r" t="t"/>
              <a:pathLst>
                <a:path extrusionOk="0" h="42906" w="266630">
                  <a:moveTo>
                    <a:pt x="242926" y="0"/>
                  </a:moveTo>
                  <a:cubicBezTo>
                    <a:pt x="241564" y="0"/>
                    <a:pt x="240185" y="76"/>
                    <a:pt x="238792" y="228"/>
                  </a:cubicBezTo>
                  <a:cubicBezTo>
                    <a:pt x="230005" y="1168"/>
                    <a:pt x="220635" y="5240"/>
                    <a:pt x="211670" y="11979"/>
                  </a:cubicBezTo>
                  <a:cubicBezTo>
                    <a:pt x="208634" y="14265"/>
                    <a:pt x="205645" y="16611"/>
                    <a:pt x="202764" y="18885"/>
                  </a:cubicBezTo>
                  <a:cubicBezTo>
                    <a:pt x="187340" y="31016"/>
                    <a:pt x="172685" y="42543"/>
                    <a:pt x="152232" y="42543"/>
                  </a:cubicBezTo>
                  <a:cubicBezTo>
                    <a:pt x="149902" y="42543"/>
                    <a:pt x="147497" y="42394"/>
                    <a:pt x="145007" y="42078"/>
                  </a:cubicBezTo>
                  <a:cubicBezTo>
                    <a:pt x="130433" y="40233"/>
                    <a:pt x="119873" y="33291"/>
                    <a:pt x="108693" y="25957"/>
                  </a:cubicBezTo>
                  <a:cubicBezTo>
                    <a:pt x="101799" y="21433"/>
                    <a:pt x="94667" y="16754"/>
                    <a:pt x="86476" y="13337"/>
                  </a:cubicBezTo>
                  <a:cubicBezTo>
                    <a:pt x="75578" y="8791"/>
                    <a:pt x="62424" y="6298"/>
                    <a:pt x="50215" y="6298"/>
                  </a:cubicBezTo>
                  <a:cubicBezTo>
                    <a:pt x="46564" y="6298"/>
                    <a:pt x="42997" y="6521"/>
                    <a:pt x="39601" y="6979"/>
                  </a:cubicBezTo>
                  <a:cubicBezTo>
                    <a:pt x="18729" y="9788"/>
                    <a:pt x="5418" y="14003"/>
                    <a:pt x="0" y="19504"/>
                  </a:cubicBezTo>
                  <a:lnTo>
                    <a:pt x="262" y="19766"/>
                  </a:lnTo>
                  <a:cubicBezTo>
                    <a:pt x="3941" y="16015"/>
                    <a:pt x="13764" y="10824"/>
                    <a:pt x="39648" y="7348"/>
                  </a:cubicBezTo>
                  <a:cubicBezTo>
                    <a:pt x="43028" y="6893"/>
                    <a:pt x="46578" y="6672"/>
                    <a:pt x="50211" y="6672"/>
                  </a:cubicBezTo>
                  <a:cubicBezTo>
                    <a:pt x="62374" y="6672"/>
                    <a:pt x="75481" y="9153"/>
                    <a:pt x="86345" y="13682"/>
                  </a:cubicBezTo>
                  <a:cubicBezTo>
                    <a:pt x="94500" y="17075"/>
                    <a:pt x="101620" y="21742"/>
                    <a:pt x="108502" y="26255"/>
                  </a:cubicBezTo>
                  <a:cubicBezTo>
                    <a:pt x="119718" y="33625"/>
                    <a:pt x="130314" y="40578"/>
                    <a:pt x="144959" y="42435"/>
                  </a:cubicBezTo>
                  <a:cubicBezTo>
                    <a:pt x="147474" y="42754"/>
                    <a:pt x="149902" y="42906"/>
                    <a:pt x="152253" y="42906"/>
                  </a:cubicBezTo>
                  <a:cubicBezTo>
                    <a:pt x="172815" y="42906"/>
                    <a:pt x="187519" y="31340"/>
                    <a:pt x="202990" y="19171"/>
                  </a:cubicBezTo>
                  <a:cubicBezTo>
                    <a:pt x="205871" y="16908"/>
                    <a:pt x="208860" y="14563"/>
                    <a:pt x="211896" y="12277"/>
                  </a:cubicBezTo>
                  <a:cubicBezTo>
                    <a:pt x="219006" y="6920"/>
                    <a:pt x="230335" y="312"/>
                    <a:pt x="242921" y="312"/>
                  </a:cubicBezTo>
                  <a:cubicBezTo>
                    <a:pt x="250504" y="312"/>
                    <a:pt x="258543" y="2711"/>
                    <a:pt x="266391" y="9229"/>
                  </a:cubicBezTo>
                  <a:lnTo>
                    <a:pt x="266629" y="8943"/>
                  </a:lnTo>
                  <a:cubicBezTo>
                    <a:pt x="259467" y="3004"/>
                    <a:pt x="251508" y="0"/>
                    <a:pt x="2429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19"/>
            <p:cNvSpPr/>
            <p:nvPr/>
          </p:nvSpPr>
          <p:spPr>
            <a:xfrm>
              <a:off x="604525" y="2938825"/>
              <a:ext cx="6669025" cy="1033425"/>
            </a:xfrm>
            <a:custGeom>
              <a:rect b="b" l="l" r="r" t="t"/>
              <a:pathLst>
                <a:path extrusionOk="0" h="41337" w="266761">
                  <a:moveTo>
                    <a:pt x="242560" y="0"/>
                  </a:moveTo>
                  <a:cubicBezTo>
                    <a:pt x="241419" y="0"/>
                    <a:pt x="240266" y="53"/>
                    <a:pt x="239102" y="158"/>
                  </a:cubicBezTo>
                  <a:cubicBezTo>
                    <a:pt x="230303" y="955"/>
                    <a:pt x="220850" y="4861"/>
                    <a:pt x="211765" y="11445"/>
                  </a:cubicBezTo>
                  <a:cubicBezTo>
                    <a:pt x="208693" y="13683"/>
                    <a:pt x="205669" y="15969"/>
                    <a:pt x="202752" y="18184"/>
                  </a:cubicBezTo>
                  <a:cubicBezTo>
                    <a:pt x="187359" y="29863"/>
                    <a:pt x="172728" y="40966"/>
                    <a:pt x="152762" y="40966"/>
                  </a:cubicBezTo>
                  <a:cubicBezTo>
                    <a:pt x="150135" y="40966"/>
                    <a:pt x="147416" y="40773"/>
                    <a:pt x="144590" y="40365"/>
                  </a:cubicBezTo>
                  <a:cubicBezTo>
                    <a:pt x="130064" y="38269"/>
                    <a:pt x="119623" y="31150"/>
                    <a:pt x="108574" y="23613"/>
                  </a:cubicBezTo>
                  <a:cubicBezTo>
                    <a:pt x="101751" y="18969"/>
                    <a:pt x="94703" y="14171"/>
                    <a:pt x="86571" y="10611"/>
                  </a:cubicBezTo>
                  <a:cubicBezTo>
                    <a:pt x="75309" y="5677"/>
                    <a:pt x="61560" y="2931"/>
                    <a:pt x="48931" y="2931"/>
                  </a:cubicBezTo>
                  <a:cubicBezTo>
                    <a:pt x="45806" y="2931"/>
                    <a:pt x="42749" y="3099"/>
                    <a:pt x="39815" y="3444"/>
                  </a:cubicBezTo>
                  <a:cubicBezTo>
                    <a:pt x="18908" y="5885"/>
                    <a:pt x="5513" y="9861"/>
                    <a:pt x="1" y="15279"/>
                  </a:cubicBezTo>
                  <a:lnTo>
                    <a:pt x="251" y="15529"/>
                  </a:lnTo>
                  <a:cubicBezTo>
                    <a:pt x="4001" y="11850"/>
                    <a:pt x="13919" y="6825"/>
                    <a:pt x="39851" y="3801"/>
                  </a:cubicBezTo>
                  <a:cubicBezTo>
                    <a:pt x="42768" y="3459"/>
                    <a:pt x="45807" y="3292"/>
                    <a:pt x="48914" y="3292"/>
                  </a:cubicBezTo>
                  <a:cubicBezTo>
                    <a:pt x="61497" y="3292"/>
                    <a:pt x="75199" y="6027"/>
                    <a:pt x="86428" y="10945"/>
                  </a:cubicBezTo>
                  <a:cubicBezTo>
                    <a:pt x="94524" y="14493"/>
                    <a:pt x="101561" y="19279"/>
                    <a:pt x="108359" y="23922"/>
                  </a:cubicBezTo>
                  <a:cubicBezTo>
                    <a:pt x="119456" y="31471"/>
                    <a:pt x="129922" y="38615"/>
                    <a:pt x="144542" y="40734"/>
                  </a:cubicBezTo>
                  <a:cubicBezTo>
                    <a:pt x="147384" y="41144"/>
                    <a:pt x="150118" y="41337"/>
                    <a:pt x="152759" y="41337"/>
                  </a:cubicBezTo>
                  <a:cubicBezTo>
                    <a:pt x="172836" y="41337"/>
                    <a:pt x="187520" y="30193"/>
                    <a:pt x="202966" y="18481"/>
                  </a:cubicBezTo>
                  <a:cubicBezTo>
                    <a:pt x="205883" y="16267"/>
                    <a:pt x="208908" y="13969"/>
                    <a:pt x="211979" y="11742"/>
                  </a:cubicBezTo>
                  <a:cubicBezTo>
                    <a:pt x="219066" y="6599"/>
                    <a:pt x="230260" y="308"/>
                    <a:pt x="242600" y="308"/>
                  </a:cubicBezTo>
                  <a:cubicBezTo>
                    <a:pt x="250370" y="308"/>
                    <a:pt x="258594" y="2802"/>
                    <a:pt x="266534" y="9647"/>
                  </a:cubicBezTo>
                  <a:lnTo>
                    <a:pt x="266760" y="9373"/>
                  </a:lnTo>
                  <a:cubicBezTo>
                    <a:pt x="259527" y="3141"/>
                    <a:pt x="251396" y="0"/>
                    <a:pt x="242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19"/>
            <p:cNvSpPr/>
            <p:nvPr/>
          </p:nvSpPr>
          <p:spPr>
            <a:xfrm>
              <a:off x="603050" y="2916775"/>
              <a:ext cx="6670800" cy="1005800"/>
            </a:xfrm>
            <a:custGeom>
              <a:rect b="b" l="l" r="r" t="t"/>
              <a:pathLst>
                <a:path extrusionOk="0" h="40232" w="266832">
                  <a:moveTo>
                    <a:pt x="47581" y="0"/>
                  </a:moveTo>
                  <a:cubicBezTo>
                    <a:pt x="44993" y="0"/>
                    <a:pt x="42457" y="119"/>
                    <a:pt x="40005" y="361"/>
                  </a:cubicBezTo>
                  <a:cubicBezTo>
                    <a:pt x="19062" y="2445"/>
                    <a:pt x="5608" y="6183"/>
                    <a:pt x="0" y="11505"/>
                  </a:cubicBezTo>
                  <a:lnTo>
                    <a:pt x="250" y="11767"/>
                  </a:lnTo>
                  <a:cubicBezTo>
                    <a:pt x="4060" y="8148"/>
                    <a:pt x="14061" y="3302"/>
                    <a:pt x="40041" y="730"/>
                  </a:cubicBezTo>
                  <a:cubicBezTo>
                    <a:pt x="42490" y="487"/>
                    <a:pt x="45023" y="368"/>
                    <a:pt x="47608" y="368"/>
                  </a:cubicBezTo>
                  <a:cubicBezTo>
                    <a:pt x="60603" y="368"/>
                    <a:pt x="74908" y="3370"/>
                    <a:pt x="86487" y="8683"/>
                  </a:cubicBezTo>
                  <a:cubicBezTo>
                    <a:pt x="94524" y="12362"/>
                    <a:pt x="101477" y="17292"/>
                    <a:pt x="108192" y="22042"/>
                  </a:cubicBezTo>
                  <a:cubicBezTo>
                    <a:pt x="119146" y="29793"/>
                    <a:pt x="129504" y="37116"/>
                    <a:pt x="144078" y="39473"/>
                  </a:cubicBezTo>
                  <a:cubicBezTo>
                    <a:pt x="147258" y="39990"/>
                    <a:pt x="150307" y="40232"/>
                    <a:pt x="153246" y="40232"/>
                  </a:cubicBezTo>
                  <a:cubicBezTo>
                    <a:pt x="172829" y="40232"/>
                    <a:pt x="187478" y="29509"/>
                    <a:pt x="202883" y="18256"/>
                  </a:cubicBezTo>
                  <a:cubicBezTo>
                    <a:pt x="205835" y="16089"/>
                    <a:pt x="208895" y="13851"/>
                    <a:pt x="212015" y="11672"/>
                  </a:cubicBezTo>
                  <a:cubicBezTo>
                    <a:pt x="219065" y="6740"/>
                    <a:pt x="230090" y="772"/>
                    <a:pt x="242173" y="772"/>
                  </a:cubicBezTo>
                  <a:cubicBezTo>
                    <a:pt x="250128" y="772"/>
                    <a:pt x="258541" y="3359"/>
                    <a:pt x="266581" y="10529"/>
                  </a:cubicBezTo>
                  <a:lnTo>
                    <a:pt x="266831" y="10255"/>
                  </a:lnTo>
                  <a:cubicBezTo>
                    <a:pt x="259528" y="3740"/>
                    <a:pt x="251234" y="461"/>
                    <a:pt x="242138" y="461"/>
                  </a:cubicBezTo>
                  <a:cubicBezTo>
                    <a:pt x="241209" y="461"/>
                    <a:pt x="240272" y="495"/>
                    <a:pt x="239328" y="563"/>
                  </a:cubicBezTo>
                  <a:cubicBezTo>
                    <a:pt x="230517" y="1206"/>
                    <a:pt x="220992" y="4945"/>
                    <a:pt x="211800" y="11374"/>
                  </a:cubicBezTo>
                  <a:cubicBezTo>
                    <a:pt x="208681" y="13553"/>
                    <a:pt x="205621" y="15791"/>
                    <a:pt x="202668" y="17958"/>
                  </a:cubicBezTo>
                  <a:cubicBezTo>
                    <a:pt x="187317" y="29187"/>
                    <a:pt x="172706" y="39865"/>
                    <a:pt x="153219" y="39865"/>
                  </a:cubicBezTo>
                  <a:cubicBezTo>
                    <a:pt x="150307" y="39865"/>
                    <a:pt x="147286" y="39627"/>
                    <a:pt x="144137" y="39116"/>
                  </a:cubicBezTo>
                  <a:cubicBezTo>
                    <a:pt x="129635" y="36770"/>
                    <a:pt x="119325" y="29472"/>
                    <a:pt x="108406" y="21745"/>
                  </a:cubicBezTo>
                  <a:cubicBezTo>
                    <a:pt x="101679" y="16982"/>
                    <a:pt x="94702" y="12053"/>
                    <a:pt x="86642" y="8350"/>
                  </a:cubicBezTo>
                  <a:cubicBezTo>
                    <a:pt x="75006" y="3014"/>
                    <a:pt x="60634" y="0"/>
                    <a:pt x="475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19"/>
            <p:cNvSpPr/>
            <p:nvPr/>
          </p:nvSpPr>
          <p:spPr>
            <a:xfrm>
              <a:off x="603625" y="2820875"/>
              <a:ext cx="6670225" cy="1052250"/>
            </a:xfrm>
            <a:custGeom>
              <a:rect b="b" l="l" r="r" t="t"/>
              <a:pathLst>
                <a:path extrusionOk="0" h="42090" w="266809">
                  <a:moveTo>
                    <a:pt x="46344" y="0"/>
                  </a:moveTo>
                  <a:cubicBezTo>
                    <a:pt x="44253" y="0"/>
                    <a:pt x="42198" y="80"/>
                    <a:pt x="40196" y="244"/>
                  </a:cubicBezTo>
                  <a:cubicBezTo>
                    <a:pt x="19218" y="1959"/>
                    <a:pt x="5692" y="5471"/>
                    <a:pt x="1" y="10686"/>
                  </a:cubicBezTo>
                  <a:lnTo>
                    <a:pt x="239" y="10948"/>
                  </a:lnTo>
                  <a:cubicBezTo>
                    <a:pt x="4120" y="7400"/>
                    <a:pt x="14193" y="2721"/>
                    <a:pt x="40220" y="601"/>
                  </a:cubicBezTo>
                  <a:cubicBezTo>
                    <a:pt x="42208" y="440"/>
                    <a:pt x="44249" y="360"/>
                    <a:pt x="46327" y="360"/>
                  </a:cubicBezTo>
                  <a:cubicBezTo>
                    <a:pt x="59706" y="360"/>
                    <a:pt x="74600" y="3646"/>
                    <a:pt x="86524" y="9376"/>
                  </a:cubicBezTo>
                  <a:cubicBezTo>
                    <a:pt x="94501" y="13198"/>
                    <a:pt x="101359" y="18234"/>
                    <a:pt x="107991" y="23104"/>
                  </a:cubicBezTo>
                  <a:cubicBezTo>
                    <a:pt x="118813" y="31046"/>
                    <a:pt x="129029" y="38546"/>
                    <a:pt x="143566" y="41166"/>
                  </a:cubicBezTo>
                  <a:cubicBezTo>
                    <a:pt x="147069" y="41797"/>
                    <a:pt x="150419" y="42090"/>
                    <a:pt x="153641" y="42090"/>
                  </a:cubicBezTo>
                  <a:cubicBezTo>
                    <a:pt x="172769" y="42090"/>
                    <a:pt x="187383" y="31783"/>
                    <a:pt x="202729" y="20961"/>
                  </a:cubicBezTo>
                  <a:cubicBezTo>
                    <a:pt x="205729" y="18854"/>
                    <a:pt x="208825" y="16663"/>
                    <a:pt x="211980" y="14543"/>
                  </a:cubicBezTo>
                  <a:cubicBezTo>
                    <a:pt x="218983" y="9825"/>
                    <a:pt x="229850" y="4171"/>
                    <a:pt x="241687" y="4171"/>
                  </a:cubicBezTo>
                  <a:cubicBezTo>
                    <a:pt x="249833" y="4171"/>
                    <a:pt x="258438" y="6849"/>
                    <a:pt x="266558" y="14353"/>
                  </a:cubicBezTo>
                  <a:lnTo>
                    <a:pt x="266808" y="14091"/>
                  </a:lnTo>
                  <a:cubicBezTo>
                    <a:pt x="259457" y="7303"/>
                    <a:pt x="251007" y="3862"/>
                    <a:pt x="241659" y="3862"/>
                  </a:cubicBezTo>
                  <a:cubicBezTo>
                    <a:pt x="240939" y="3862"/>
                    <a:pt x="240214" y="3882"/>
                    <a:pt x="239483" y="3923"/>
                  </a:cubicBezTo>
                  <a:cubicBezTo>
                    <a:pt x="230661" y="4411"/>
                    <a:pt x="221076" y="7971"/>
                    <a:pt x="211777" y="14246"/>
                  </a:cubicBezTo>
                  <a:cubicBezTo>
                    <a:pt x="208622" y="16365"/>
                    <a:pt x="205515" y="18556"/>
                    <a:pt x="202526" y="20663"/>
                  </a:cubicBezTo>
                  <a:cubicBezTo>
                    <a:pt x="187233" y="31450"/>
                    <a:pt x="172655" y="41722"/>
                    <a:pt x="153612" y="41722"/>
                  </a:cubicBezTo>
                  <a:cubicBezTo>
                    <a:pt x="150417" y="41722"/>
                    <a:pt x="147097" y="41433"/>
                    <a:pt x="143626" y="40809"/>
                  </a:cubicBezTo>
                  <a:cubicBezTo>
                    <a:pt x="129172" y="38201"/>
                    <a:pt x="118992" y="30724"/>
                    <a:pt x="108205" y="22806"/>
                  </a:cubicBezTo>
                  <a:cubicBezTo>
                    <a:pt x="101561" y="17925"/>
                    <a:pt x="94679" y="12877"/>
                    <a:pt x="86678" y="9043"/>
                  </a:cubicBezTo>
                  <a:cubicBezTo>
                    <a:pt x="74718" y="3305"/>
                    <a:pt x="59772" y="0"/>
                    <a:pt x="463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19"/>
            <p:cNvSpPr/>
            <p:nvPr/>
          </p:nvSpPr>
          <p:spPr>
            <a:xfrm>
              <a:off x="606025" y="2724425"/>
              <a:ext cx="6667825" cy="1099375"/>
            </a:xfrm>
            <a:custGeom>
              <a:rect b="b" l="l" r="r" t="t"/>
              <a:pathLst>
                <a:path extrusionOk="0" h="43975" w="266713">
                  <a:moveTo>
                    <a:pt x="45120" y="1"/>
                  </a:moveTo>
                  <a:cubicBezTo>
                    <a:pt x="43512" y="1"/>
                    <a:pt x="41927" y="50"/>
                    <a:pt x="40374" y="149"/>
                  </a:cubicBezTo>
                  <a:cubicBezTo>
                    <a:pt x="19372" y="1495"/>
                    <a:pt x="5787" y="4769"/>
                    <a:pt x="0" y="9889"/>
                  </a:cubicBezTo>
                  <a:lnTo>
                    <a:pt x="250" y="10150"/>
                  </a:lnTo>
                  <a:cubicBezTo>
                    <a:pt x="4191" y="6674"/>
                    <a:pt x="14335" y="2185"/>
                    <a:pt x="40410" y="518"/>
                  </a:cubicBezTo>
                  <a:cubicBezTo>
                    <a:pt x="41956" y="419"/>
                    <a:pt x="43534" y="370"/>
                    <a:pt x="45136" y="370"/>
                  </a:cubicBezTo>
                  <a:cubicBezTo>
                    <a:pt x="58853" y="370"/>
                    <a:pt x="74318" y="3961"/>
                    <a:pt x="86547" y="10091"/>
                  </a:cubicBezTo>
                  <a:cubicBezTo>
                    <a:pt x="94441" y="14044"/>
                    <a:pt x="101227" y="19211"/>
                    <a:pt x="107776" y="24188"/>
                  </a:cubicBezTo>
                  <a:cubicBezTo>
                    <a:pt x="118432" y="32332"/>
                    <a:pt x="128528" y="39999"/>
                    <a:pt x="143018" y="42869"/>
                  </a:cubicBezTo>
                  <a:cubicBezTo>
                    <a:pt x="146843" y="43627"/>
                    <a:pt x="150492" y="43975"/>
                    <a:pt x="153996" y="43975"/>
                  </a:cubicBezTo>
                  <a:cubicBezTo>
                    <a:pt x="172677" y="43975"/>
                    <a:pt x="187246" y="34086"/>
                    <a:pt x="202525" y="23700"/>
                  </a:cubicBezTo>
                  <a:cubicBezTo>
                    <a:pt x="205562" y="21640"/>
                    <a:pt x="208693" y="19509"/>
                    <a:pt x="211884" y="17449"/>
                  </a:cubicBezTo>
                  <a:cubicBezTo>
                    <a:pt x="218840" y="12936"/>
                    <a:pt x="229526" y="7594"/>
                    <a:pt x="241107" y="7594"/>
                  </a:cubicBezTo>
                  <a:cubicBezTo>
                    <a:pt x="249447" y="7594"/>
                    <a:pt x="258252" y="10365"/>
                    <a:pt x="266462" y="18211"/>
                  </a:cubicBezTo>
                  <a:lnTo>
                    <a:pt x="266712" y="17949"/>
                  </a:lnTo>
                  <a:cubicBezTo>
                    <a:pt x="259310" y="10864"/>
                    <a:pt x="250693" y="7276"/>
                    <a:pt x="241074" y="7276"/>
                  </a:cubicBezTo>
                  <a:cubicBezTo>
                    <a:pt x="240574" y="7276"/>
                    <a:pt x="240071" y="7285"/>
                    <a:pt x="239566" y="7305"/>
                  </a:cubicBezTo>
                  <a:cubicBezTo>
                    <a:pt x="230731" y="7638"/>
                    <a:pt x="221099" y="11043"/>
                    <a:pt x="211681" y="17139"/>
                  </a:cubicBezTo>
                  <a:cubicBezTo>
                    <a:pt x="208490" y="19211"/>
                    <a:pt x="205359" y="21342"/>
                    <a:pt x="202323" y="23402"/>
                  </a:cubicBezTo>
                  <a:cubicBezTo>
                    <a:pt x="187090" y="33751"/>
                    <a:pt x="172575" y="43610"/>
                    <a:pt x="153990" y="43610"/>
                  </a:cubicBezTo>
                  <a:cubicBezTo>
                    <a:pt x="150510" y="43610"/>
                    <a:pt x="146887" y="43265"/>
                    <a:pt x="143089" y="42512"/>
                  </a:cubicBezTo>
                  <a:cubicBezTo>
                    <a:pt x="128683" y="39654"/>
                    <a:pt x="118622" y="31998"/>
                    <a:pt x="107990" y="23902"/>
                  </a:cubicBezTo>
                  <a:cubicBezTo>
                    <a:pt x="101418" y="18913"/>
                    <a:pt x="94631" y="13734"/>
                    <a:pt x="86701" y="9758"/>
                  </a:cubicBezTo>
                  <a:cubicBezTo>
                    <a:pt x="74419" y="3595"/>
                    <a:pt x="58900" y="1"/>
                    <a:pt x="45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19"/>
            <p:cNvSpPr/>
            <p:nvPr/>
          </p:nvSpPr>
          <p:spPr>
            <a:xfrm>
              <a:off x="610775" y="2627700"/>
              <a:ext cx="6663075" cy="1147100"/>
            </a:xfrm>
            <a:custGeom>
              <a:rect b="b" l="l" r="r" t="t"/>
              <a:pathLst>
                <a:path extrusionOk="0" h="45884" w="266523">
                  <a:moveTo>
                    <a:pt x="43919" y="0"/>
                  </a:moveTo>
                  <a:cubicBezTo>
                    <a:pt x="42779" y="0"/>
                    <a:pt x="41652" y="26"/>
                    <a:pt x="40541" y="77"/>
                  </a:cubicBezTo>
                  <a:cubicBezTo>
                    <a:pt x="19515" y="1054"/>
                    <a:pt x="5870" y="4090"/>
                    <a:pt x="1" y="9102"/>
                  </a:cubicBezTo>
                  <a:lnTo>
                    <a:pt x="239" y="9376"/>
                  </a:lnTo>
                  <a:cubicBezTo>
                    <a:pt x="4227" y="5971"/>
                    <a:pt x="14467" y="1649"/>
                    <a:pt x="40553" y="434"/>
                  </a:cubicBezTo>
                  <a:cubicBezTo>
                    <a:pt x="41663" y="383"/>
                    <a:pt x="42788" y="357"/>
                    <a:pt x="43926" y="357"/>
                  </a:cubicBezTo>
                  <a:cubicBezTo>
                    <a:pt x="57980" y="357"/>
                    <a:pt x="73989" y="4252"/>
                    <a:pt x="86523" y="10817"/>
                  </a:cubicBezTo>
                  <a:cubicBezTo>
                    <a:pt x="94346" y="14912"/>
                    <a:pt x="101037" y="20187"/>
                    <a:pt x="107502" y="25283"/>
                  </a:cubicBezTo>
                  <a:cubicBezTo>
                    <a:pt x="118039" y="33593"/>
                    <a:pt x="127981" y="41451"/>
                    <a:pt x="142411" y="44571"/>
                  </a:cubicBezTo>
                  <a:cubicBezTo>
                    <a:pt x="146566" y="45473"/>
                    <a:pt x="150520" y="45883"/>
                    <a:pt x="154313" y="45883"/>
                  </a:cubicBezTo>
                  <a:cubicBezTo>
                    <a:pt x="172548" y="45883"/>
                    <a:pt x="187052" y="36397"/>
                    <a:pt x="202240" y="26461"/>
                  </a:cubicBezTo>
                  <a:cubicBezTo>
                    <a:pt x="205312" y="24449"/>
                    <a:pt x="208491" y="22378"/>
                    <a:pt x="211706" y="20365"/>
                  </a:cubicBezTo>
                  <a:cubicBezTo>
                    <a:pt x="218611" y="16054"/>
                    <a:pt x="229117" y="11007"/>
                    <a:pt x="240446" y="11007"/>
                  </a:cubicBezTo>
                  <a:cubicBezTo>
                    <a:pt x="248983" y="11007"/>
                    <a:pt x="257988" y="13873"/>
                    <a:pt x="266272" y="22080"/>
                  </a:cubicBezTo>
                  <a:lnTo>
                    <a:pt x="266522" y="21818"/>
                  </a:lnTo>
                  <a:cubicBezTo>
                    <a:pt x="259063" y="14429"/>
                    <a:pt x="250259" y="10690"/>
                    <a:pt x="240352" y="10690"/>
                  </a:cubicBezTo>
                  <a:cubicBezTo>
                    <a:pt x="240091" y="10690"/>
                    <a:pt x="239829" y="10692"/>
                    <a:pt x="239566" y="10698"/>
                  </a:cubicBezTo>
                  <a:cubicBezTo>
                    <a:pt x="230732" y="10876"/>
                    <a:pt x="221040" y="14115"/>
                    <a:pt x="211515" y="20056"/>
                  </a:cubicBezTo>
                  <a:cubicBezTo>
                    <a:pt x="208300" y="22068"/>
                    <a:pt x="205122" y="24152"/>
                    <a:pt x="202050" y="26152"/>
                  </a:cubicBezTo>
                  <a:cubicBezTo>
                    <a:pt x="186888" y="36065"/>
                    <a:pt x="172430" y="45521"/>
                    <a:pt x="154274" y="45521"/>
                  </a:cubicBezTo>
                  <a:cubicBezTo>
                    <a:pt x="150515" y="45521"/>
                    <a:pt x="146598" y="45116"/>
                    <a:pt x="142483" y="44226"/>
                  </a:cubicBezTo>
                  <a:cubicBezTo>
                    <a:pt x="128136" y="41118"/>
                    <a:pt x="118218" y="33284"/>
                    <a:pt x="107716" y="24997"/>
                  </a:cubicBezTo>
                  <a:cubicBezTo>
                    <a:pt x="101239" y="19889"/>
                    <a:pt x="94548" y="14603"/>
                    <a:pt x="86690" y="10495"/>
                  </a:cubicBezTo>
                  <a:cubicBezTo>
                    <a:pt x="74109" y="3907"/>
                    <a:pt x="58032" y="0"/>
                    <a:pt x="439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19"/>
            <p:cNvSpPr/>
            <p:nvPr/>
          </p:nvSpPr>
          <p:spPr>
            <a:xfrm>
              <a:off x="617325" y="2530375"/>
              <a:ext cx="6656525" cy="1195600"/>
            </a:xfrm>
            <a:custGeom>
              <a:rect b="b" l="l" r="r" t="t"/>
              <a:pathLst>
                <a:path extrusionOk="0" h="47824" w="266261">
                  <a:moveTo>
                    <a:pt x="42753" y="0"/>
                  </a:moveTo>
                  <a:cubicBezTo>
                    <a:pt x="42062" y="0"/>
                    <a:pt x="41376" y="10"/>
                    <a:pt x="40696" y="29"/>
                  </a:cubicBezTo>
                  <a:cubicBezTo>
                    <a:pt x="19646" y="637"/>
                    <a:pt x="5966" y="3435"/>
                    <a:pt x="1" y="8352"/>
                  </a:cubicBezTo>
                  <a:lnTo>
                    <a:pt x="227" y="8626"/>
                  </a:lnTo>
                  <a:cubicBezTo>
                    <a:pt x="4287" y="5292"/>
                    <a:pt x="14598" y="1149"/>
                    <a:pt x="40696" y="387"/>
                  </a:cubicBezTo>
                  <a:cubicBezTo>
                    <a:pt x="41375" y="367"/>
                    <a:pt x="42061" y="357"/>
                    <a:pt x="42751" y="357"/>
                  </a:cubicBezTo>
                  <a:cubicBezTo>
                    <a:pt x="57119" y="357"/>
                    <a:pt x="73684" y="4580"/>
                    <a:pt x="86476" y="11566"/>
                  </a:cubicBezTo>
                  <a:cubicBezTo>
                    <a:pt x="94239" y="15805"/>
                    <a:pt x="100823" y="21199"/>
                    <a:pt x="107193" y="26402"/>
                  </a:cubicBezTo>
                  <a:cubicBezTo>
                    <a:pt x="117587" y="34903"/>
                    <a:pt x="127397" y="42927"/>
                    <a:pt x="141768" y="46297"/>
                  </a:cubicBezTo>
                  <a:cubicBezTo>
                    <a:pt x="146242" y="47349"/>
                    <a:pt x="150491" y="47823"/>
                    <a:pt x="154562" y="47823"/>
                  </a:cubicBezTo>
                  <a:cubicBezTo>
                    <a:pt x="172376" y="47823"/>
                    <a:pt x="186800" y="38740"/>
                    <a:pt x="201919" y="29223"/>
                  </a:cubicBezTo>
                  <a:cubicBezTo>
                    <a:pt x="205014" y="27271"/>
                    <a:pt x="208229" y="25259"/>
                    <a:pt x="211479" y="23306"/>
                  </a:cubicBezTo>
                  <a:cubicBezTo>
                    <a:pt x="218321" y="19200"/>
                    <a:pt x="228632" y="14450"/>
                    <a:pt x="239705" y="14450"/>
                  </a:cubicBezTo>
                  <a:cubicBezTo>
                    <a:pt x="248443" y="14450"/>
                    <a:pt x="257655" y="17408"/>
                    <a:pt x="266010" y="25973"/>
                  </a:cubicBezTo>
                  <a:lnTo>
                    <a:pt x="266260" y="25711"/>
                  </a:lnTo>
                  <a:cubicBezTo>
                    <a:pt x="258758" y="18019"/>
                    <a:pt x="249789" y="14126"/>
                    <a:pt x="239600" y="14126"/>
                  </a:cubicBezTo>
                  <a:cubicBezTo>
                    <a:pt x="239569" y="14126"/>
                    <a:pt x="239538" y="14126"/>
                    <a:pt x="239507" y="14126"/>
                  </a:cubicBezTo>
                  <a:cubicBezTo>
                    <a:pt x="230672" y="14150"/>
                    <a:pt x="220921" y="17222"/>
                    <a:pt x="211301" y="22996"/>
                  </a:cubicBezTo>
                  <a:cubicBezTo>
                    <a:pt x="208038" y="24949"/>
                    <a:pt x="204824" y="26973"/>
                    <a:pt x="201728" y="28926"/>
                  </a:cubicBezTo>
                  <a:cubicBezTo>
                    <a:pt x="186657" y="38411"/>
                    <a:pt x="172266" y="47461"/>
                    <a:pt x="154532" y="47461"/>
                  </a:cubicBezTo>
                  <a:cubicBezTo>
                    <a:pt x="150494" y="47461"/>
                    <a:pt x="146283" y="46992"/>
                    <a:pt x="141852" y="45952"/>
                  </a:cubicBezTo>
                  <a:cubicBezTo>
                    <a:pt x="127564" y="42594"/>
                    <a:pt x="117777" y="34593"/>
                    <a:pt x="107431" y="26128"/>
                  </a:cubicBezTo>
                  <a:cubicBezTo>
                    <a:pt x="101037" y="20901"/>
                    <a:pt x="94441" y="15507"/>
                    <a:pt x="86654" y="11245"/>
                  </a:cubicBezTo>
                  <a:cubicBezTo>
                    <a:pt x="73804" y="4235"/>
                    <a:pt x="57180" y="0"/>
                    <a:pt x="427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19"/>
            <p:cNvSpPr/>
            <p:nvPr/>
          </p:nvSpPr>
          <p:spPr>
            <a:xfrm>
              <a:off x="625950" y="2432750"/>
              <a:ext cx="6647900" cy="1244800"/>
            </a:xfrm>
            <a:custGeom>
              <a:rect b="b" l="l" r="r" t="t"/>
              <a:pathLst>
                <a:path extrusionOk="0" h="49792" w="265916">
                  <a:moveTo>
                    <a:pt x="41667" y="0"/>
                  </a:moveTo>
                  <a:cubicBezTo>
                    <a:pt x="41386" y="0"/>
                    <a:pt x="41106" y="2"/>
                    <a:pt x="40827" y="5"/>
                  </a:cubicBezTo>
                  <a:cubicBezTo>
                    <a:pt x="19777" y="243"/>
                    <a:pt x="6049" y="2803"/>
                    <a:pt x="1" y="7613"/>
                  </a:cubicBezTo>
                  <a:lnTo>
                    <a:pt x="227" y="7899"/>
                  </a:lnTo>
                  <a:cubicBezTo>
                    <a:pt x="4335" y="4625"/>
                    <a:pt x="14717" y="672"/>
                    <a:pt x="40827" y="362"/>
                  </a:cubicBezTo>
                  <a:cubicBezTo>
                    <a:pt x="41089" y="360"/>
                    <a:pt x="41350" y="358"/>
                    <a:pt x="41613" y="358"/>
                  </a:cubicBezTo>
                  <a:cubicBezTo>
                    <a:pt x="56276" y="358"/>
                    <a:pt x="73363" y="4913"/>
                    <a:pt x="86405" y="12340"/>
                  </a:cubicBezTo>
                  <a:cubicBezTo>
                    <a:pt x="94096" y="16710"/>
                    <a:pt x="100585" y="22210"/>
                    <a:pt x="106871" y="27532"/>
                  </a:cubicBezTo>
                  <a:cubicBezTo>
                    <a:pt x="117111" y="36212"/>
                    <a:pt x="126779" y="44404"/>
                    <a:pt x="141078" y="48035"/>
                  </a:cubicBezTo>
                  <a:cubicBezTo>
                    <a:pt x="145866" y="49249"/>
                    <a:pt x="150405" y="49792"/>
                    <a:pt x="154753" y="49792"/>
                  </a:cubicBezTo>
                  <a:cubicBezTo>
                    <a:pt x="172149" y="49792"/>
                    <a:pt x="186490" y="41108"/>
                    <a:pt x="201502" y="32021"/>
                  </a:cubicBezTo>
                  <a:cubicBezTo>
                    <a:pt x="204645" y="30116"/>
                    <a:pt x="207884" y="28152"/>
                    <a:pt x="211182" y="26258"/>
                  </a:cubicBezTo>
                  <a:cubicBezTo>
                    <a:pt x="217949" y="22353"/>
                    <a:pt x="228064" y="17884"/>
                    <a:pt x="238884" y="17884"/>
                  </a:cubicBezTo>
                  <a:cubicBezTo>
                    <a:pt x="247824" y="17884"/>
                    <a:pt x="257244" y="20936"/>
                    <a:pt x="265653" y="29878"/>
                  </a:cubicBezTo>
                  <a:lnTo>
                    <a:pt x="265915" y="29628"/>
                  </a:lnTo>
                  <a:cubicBezTo>
                    <a:pt x="258521" y="21770"/>
                    <a:pt x="249592" y="17722"/>
                    <a:pt x="239364" y="17567"/>
                  </a:cubicBezTo>
                  <a:cubicBezTo>
                    <a:pt x="239173" y="17564"/>
                    <a:pt x="238981" y="17563"/>
                    <a:pt x="238788" y="17563"/>
                  </a:cubicBezTo>
                  <a:cubicBezTo>
                    <a:pt x="230104" y="17563"/>
                    <a:pt x="220508" y="20451"/>
                    <a:pt x="211003" y="25937"/>
                  </a:cubicBezTo>
                  <a:cubicBezTo>
                    <a:pt x="207717" y="27842"/>
                    <a:pt x="204467" y="29807"/>
                    <a:pt x="201336" y="31700"/>
                  </a:cubicBezTo>
                  <a:cubicBezTo>
                    <a:pt x="186364" y="40762"/>
                    <a:pt x="172056" y="49421"/>
                    <a:pt x="154743" y="49421"/>
                  </a:cubicBezTo>
                  <a:cubicBezTo>
                    <a:pt x="150426" y="49421"/>
                    <a:pt x="145921" y="48883"/>
                    <a:pt x="141173" y="47678"/>
                  </a:cubicBezTo>
                  <a:cubicBezTo>
                    <a:pt x="126945" y="44082"/>
                    <a:pt x="117301" y="35903"/>
                    <a:pt x="107098" y="27259"/>
                  </a:cubicBezTo>
                  <a:cubicBezTo>
                    <a:pt x="100799" y="21925"/>
                    <a:pt x="94298" y="16412"/>
                    <a:pt x="86583" y="12031"/>
                  </a:cubicBezTo>
                  <a:cubicBezTo>
                    <a:pt x="73509" y="4577"/>
                    <a:pt x="56377" y="0"/>
                    <a:pt x="416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19"/>
            <p:cNvSpPr/>
            <p:nvPr/>
          </p:nvSpPr>
          <p:spPr>
            <a:xfrm>
              <a:off x="636675" y="2334800"/>
              <a:ext cx="6637450" cy="1294425"/>
            </a:xfrm>
            <a:custGeom>
              <a:rect b="b" l="l" r="r" t="t"/>
              <a:pathLst>
                <a:path extrusionOk="0" h="51777" w="265498">
                  <a:moveTo>
                    <a:pt x="39287" y="1"/>
                  </a:moveTo>
                  <a:cubicBezTo>
                    <a:pt x="19177" y="1"/>
                    <a:pt x="5968" y="2322"/>
                    <a:pt x="0" y="6900"/>
                  </a:cubicBezTo>
                  <a:lnTo>
                    <a:pt x="227" y="7186"/>
                  </a:lnTo>
                  <a:cubicBezTo>
                    <a:pt x="4311" y="4047"/>
                    <a:pt x="14422" y="359"/>
                    <a:pt x="39404" y="359"/>
                  </a:cubicBezTo>
                  <a:cubicBezTo>
                    <a:pt x="39912" y="359"/>
                    <a:pt x="40426" y="360"/>
                    <a:pt x="40946" y="363"/>
                  </a:cubicBezTo>
                  <a:cubicBezTo>
                    <a:pt x="55781" y="447"/>
                    <a:pt x="73164" y="5340"/>
                    <a:pt x="86309" y="13127"/>
                  </a:cubicBezTo>
                  <a:cubicBezTo>
                    <a:pt x="93917" y="17639"/>
                    <a:pt x="100311" y="23247"/>
                    <a:pt x="106502" y="28676"/>
                  </a:cubicBezTo>
                  <a:cubicBezTo>
                    <a:pt x="116586" y="37535"/>
                    <a:pt x="126111" y="45905"/>
                    <a:pt x="140363" y="49774"/>
                  </a:cubicBezTo>
                  <a:cubicBezTo>
                    <a:pt x="145461" y="51162"/>
                    <a:pt x="150287" y="51777"/>
                    <a:pt x="154911" y="51777"/>
                  </a:cubicBezTo>
                  <a:cubicBezTo>
                    <a:pt x="171899" y="51777"/>
                    <a:pt x="186153" y="43484"/>
                    <a:pt x="201061" y="34808"/>
                  </a:cubicBezTo>
                  <a:cubicBezTo>
                    <a:pt x="204228" y="32963"/>
                    <a:pt x="207503" y="31058"/>
                    <a:pt x="210836" y="29212"/>
                  </a:cubicBezTo>
                  <a:cubicBezTo>
                    <a:pt x="217522" y="25512"/>
                    <a:pt x="227422" y="21326"/>
                    <a:pt x="237978" y="21326"/>
                  </a:cubicBezTo>
                  <a:cubicBezTo>
                    <a:pt x="247122" y="21326"/>
                    <a:pt x="256758" y="24467"/>
                    <a:pt x="265224" y="33784"/>
                  </a:cubicBezTo>
                  <a:lnTo>
                    <a:pt x="265498" y="33546"/>
                  </a:lnTo>
                  <a:cubicBezTo>
                    <a:pt x="258247" y="25569"/>
                    <a:pt x="249377" y="21354"/>
                    <a:pt x="239149" y="21033"/>
                  </a:cubicBezTo>
                  <a:cubicBezTo>
                    <a:pt x="238730" y="21019"/>
                    <a:pt x="238308" y="21012"/>
                    <a:pt x="237884" y="21012"/>
                  </a:cubicBezTo>
                  <a:cubicBezTo>
                    <a:pt x="229391" y="21012"/>
                    <a:pt x="220013" y="23731"/>
                    <a:pt x="210658" y="28903"/>
                  </a:cubicBezTo>
                  <a:cubicBezTo>
                    <a:pt x="207324" y="30748"/>
                    <a:pt x="204050" y="32653"/>
                    <a:pt x="200871" y="34498"/>
                  </a:cubicBezTo>
                  <a:cubicBezTo>
                    <a:pt x="186013" y="43140"/>
                    <a:pt x="171810" y="51406"/>
                    <a:pt x="154899" y="51406"/>
                  </a:cubicBezTo>
                  <a:cubicBezTo>
                    <a:pt x="150304" y="51406"/>
                    <a:pt x="145509" y="50796"/>
                    <a:pt x="140447" y="49417"/>
                  </a:cubicBezTo>
                  <a:cubicBezTo>
                    <a:pt x="126290" y="45571"/>
                    <a:pt x="116789" y="37237"/>
                    <a:pt x="106740" y="28402"/>
                  </a:cubicBezTo>
                  <a:cubicBezTo>
                    <a:pt x="100537" y="22961"/>
                    <a:pt x="94131" y="17342"/>
                    <a:pt x="86499" y="12817"/>
                  </a:cubicBezTo>
                  <a:cubicBezTo>
                    <a:pt x="73295" y="4995"/>
                    <a:pt x="55841" y="89"/>
                    <a:pt x="40958" y="6"/>
                  </a:cubicBezTo>
                  <a:cubicBezTo>
                    <a:pt x="40396" y="3"/>
                    <a:pt x="39839" y="1"/>
                    <a:pt x="392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19"/>
            <p:cNvSpPr/>
            <p:nvPr/>
          </p:nvSpPr>
          <p:spPr>
            <a:xfrm>
              <a:off x="649475" y="2235200"/>
              <a:ext cx="6624950" cy="1345700"/>
            </a:xfrm>
            <a:custGeom>
              <a:rect b="b" l="l" r="r" t="t"/>
              <a:pathLst>
                <a:path extrusionOk="0" h="53828" w="264998">
                  <a:moveTo>
                    <a:pt x="35160" y="0"/>
                  </a:moveTo>
                  <a:cubicBezTo>
                    <a:pt x="17419" y="0"/>
                    <a:pt x="5602" y="2101"/>
                    <a:pt x="0" y="6240"/>
                  </a:cubicBezTo>
                  <a:lnTo>
                    <a:pt x="215" y="6538"/>
                  </a:lnTo>
                  <a:cubicBezTo>
                    <a:pt x="4112" y="3654"/>
                    <a:pt x="13403" y="362"/>
                    <a:pt x="35411" y="362"/>
                  </a:cubicBezTo>
                  <a:cubicBezTo>
                    <a:pt x="37206" y="362"/>
                    <a:pt x="39085" y="384"/>
                    <a:pt x="41053" y="430"/>
                  </a:cubicBezTo>
                  <a:cubicBezTo>
                    <a:pt x="55876" y="787"/>
                    <a:pt x="73176" y="5978"/>
                    <a:pt x="86202" y="13979"/>
                  </a:cubicBezTo>
                  <a:cubicBezTo>
                    <a:pt x="93726" y="18623"/>
                    <a:pt x="100025" y="24350"/>
                    <a:pt x="106109" y="29886"/>
                  </a:cubicBezTo>
                  <a:cubicBezTo>
                    <a:pt x="116039" y="38911"/>
                    <a:pt x="125421" y="47436"/>
                    <a:pt x="139601" y="51567"/>
                  </a:cubicBezTo>
                  <a:cubicBezTo>
                    <a:pt x="145004" y="53139"/>
                    <a:pt x="150116" y="53827"/>
                    <a:pt x="155015" y="53827"/>
                  </a:cubicBezTo>
                  <a:cubicBezTo>
                    <a:pt x="171610" y="53827"/>
                    <a:pt x="185768" y="45925"/>
                    <a:pt x="200549" y="37661"/>
                  </a:cubicBezTo>
                  <a:cubicBezTo>
                    <a:pt x="203752" y="35875"/>
                    <a:pt x="207062" y="34030"/>
                    <a:pt x="210420" y="32244"/>
                  </a:cubicBezTo>
                  <a:cubicBezTo>
                    <a:pt x="217020" y="28737"/>
                    <a:pt x="226700" y="24823"/>
                    <a:pt x="236995" y="24823"/>
                  </a:cubicBezTo>
                  <a:cubicBezTo>
                    <a:pt x="246347" y="24823"/>
                    <a:pt x="256206" y="28053"/>
                    <a:pt x="264724" y="37756"/>
                  </a:cubicBezTo>
                  <a:lnTo>
                    <a:pt x="264998" y="37518"/>
                  </a:lnTo>
                  <a:cubicBezTo>
                    <a:pt x="257890" y="29422"/>
                    <a:pt x="249103" y="25052"/>
                    <a:pt x="238887" y="24552"/>
                  </a:cubicBezTo>
                  <a:cubicBezTo>
                    <a:pt x="238234" y="24520"/>
                    <a:pt x="237575" y="24503"/>
                    <a:pt x="236910" y="24503"/>
                  </a:cubicBezTo>
                  <a:cubicBezTo>
                    <a:pt x="228589" y="24503"/>
                    <a:pt x="219426" y="27049"/>
                    <a:pt x="210253" y="31922"/>
                  </a:cubicBezTo>
                  <a:cubicBezTo>
                    <a:pt x="206883" y="33708"/>
                    <a:pt x="203574" y="35565"/>
                    <a:pt x="200371" y="37351"/>
                  </a:cubicBezTo>
                  <a:cubicBezTo>
                    <a:pt x="185637" y="45583"/>
                    <a:pt x="171528" y="53466"/>
                    <a:pt x="155004" y="53466"/>
                  </a:cubicBezTo>
                  <a:cubicBezTo>
                    <a:pt x="150137" y="53466"/>
                    <a:pt x="145060" y="52782"/>
                    <a:pt x="139696" y="51222"/>
                  </a:cubicBezTo>
                  <a:cubicBezTo>
                    <a:pt x="125599" y="47114"/>
                    <a:pt x="116253" y="38613"/>
                    <a:pt x="106359" y="29612"/>
                  </a:cubicBezTo>
                  <a:cubicBezTo>
                    <a:pt x="100251" y="24064"/>
                    <a:pt x="93941" y="18325"/>
                    <a:pt x="86392" y="13682"/>
                  </a:cubicBezTo>
                  <a:cubicBezTo>
                    <a:pt x="73331" y="5633"/>
                    <a:pt x="55960" y="418"/>
                    <a:pt x="41077" y="73"/>
                  </a:cubicBezTo>
                  <a:cubicBezTo>
                    <a:pt x="39037" y="25"/>
                    <a:pt x="37064" y="0"/>
                    <a:pt x="35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19"/>
            <p:cNvSpPr/>
            <p:nvPr/>
          </p:nvSpPr>
          <p:spPr>
            <a:xfrm>
              <a:off x="664050" y="2134250"/>
              <a:ext cx="6610375" cy="1399125"/>
            </a:xfrm>
            <a:custGeom>
              <a:rect b="b" l="l" r="r" t="t"/>
              <a:pathLst>
                <a:path extrusionOk="0" h="55965" w="264415">
                  <a:moveTo>
                    <a:pt x="31658" y="1"/>
                  </a:moveTo>
                  <a:cubicBezTo>
                    <a:pt x="15910" y="1"/>
                    <a:pt x="5285" y="1898"/>
                    <a:pt x="1" y="5671"/>
                  </a:cubicBezTo>
                  <a:lnTo>
                    <a:pt x="215" y="5968"/>
                  </a:lnTo>
                  <a:cubicBezTo>
                    <a:pt x="3941" y="3311"/>
                    <a:pt x="12454" y="374"/>
                    <a:pt x="31865" y="374"/>
                  </a:cubicBezTo>
                  <a:cubicBezTo>
                    <a:pt x="34721" y="374"/>
                    <a:pt x="37813" y="437"/>
                    <a:pt x="41161" y="575"/>
                  </a:cubicBezTo>
                  <a:cubicBezTo>
                    <a:pt x="55972" y="1182"/>
                    <a:pt x="73177" y="6671"/>
                    <a:pt x="86047" y="14910"/>
                  </a:cubicBezTo>
                  <a:cubicBezTo>
                    <a:pt x="93489" y="19684"/>
                    <a:pt x="99692" y="25518"/>
                    <a:pt x="105681" y="31162"/>
                  </a:cubicBezTo>
                  <a:cubicBezTo>
                    <a:pt x="115456" y="40365"/>
                    <a:pt x="124683" y="49045"/>
                    <a:pt x="138792" y="53427"/>
                  </a:cubicBezTo>
                  <a:cubicBezTo>
                    <a:pt x="144499" y="55196"/>
                    <a:pt x="149895" y="55964"/>
                    <a:pt x="155070" y="55964"/>
                  </a:cubicBezTo>
                  <a:cubicBezTo>
                    <a:pt x="171272" y="55964"/>
                    <a:pt x="185312" y="48439"/>
                    <a:pt x="199966" y="40580"/>
                  </a:cubicBezTo>
                  <a:cubicBezTo>
                    <a:pt x="203205" y="38853"/>
                    <a:pt x="206539" y="37056"/>
                    <a:pt x="209932" y="35329"/>
                  </a:cubicBezTo>
                  <a:cubicBezTo>
                    <a:pt x="216438" y="32021"/>
                    <a:pt x="225885" y="28376"/>
                    <a:pt x="235908" y="28376"/>
                  </a:cubicBezTo>
                  <a:cubicBezTo>
                    <a:pt x="245474" y="28376"/>
                    <a:pt x="255565" y="31695"/>
                    <a:pt x="264129" y="41794"/>
                  </a:cubicBezTo>
                  <a:lnTo>
                    <a:pt x="264415" y="41568"/>
                  </a:lnTo>
                  <a:cubicBezTo>
                    <a:pt x="257438" y="33341"/>
                    <a:pt x="248734" y="28828"/>
                    <a:pt x="238519" y="28138"/>
                  </a:cubicBezTo>
                  <a:cubicBezTo>
                    <a:pt x="237634" y="28078"/>
                    <a:pt x="236737" y="28048"/>
                    <a:pt x="235830" y="28048"/>
                  </a:cubicBezTo>
                  <a:cubicBezTo>
                    <a:pt x="227710" y="28048"/>
                    <a:pt x="218762" y="30434"/>
                    <a:pt x="209765" y="35008"/>
                  </a:cubicBezTo>
                  <a:cubicBezTo>
                    <a:pt x="206372" y="36734"/>
                    <a:pt x="203026" y="38532"/>
                    <a:pt x="199800" y="40258"/>
                  </a:cubicBezTo>
                  <a:cubicBezTo>
                    <a:pt x="185191" y="48086"/>
                    <a:pt x="171191" y="55586"/>
                    <a:pt x="155054" y="55586"/>
                  </a:cubicBezTo>
                  <a:cubicBezTo>
                    <a:pt x="149912" y="55586"/>
                    <a:pt x="144552" y="54824"/>
                    <a:pt x="138887" y="53069"/>
                  </a:cubicBezTo>
                  <a:cubicBezTo>
                    <a:pt x="124862" y="48724"/>
                    <a:pt x="115658" y="40068"/>
                    <a:pt x="105931" y="30900"/>
                  </a:cubicBezTo>
                  <a:cubicBezTo>
                    <a:pt x="99918" y="25245"/>
                    <a:pt x="93715" y="19387"/>
                    <a:pt x="86238" y="14612"/>
                  </a:cubicBezTo>
                  <a:cubicBezTo>
                    <a:pt x="73320" y="6337"/>
                    <a:pt x="56055" y="813"/>
                    <a:pt x="41173" y="206"/>
                  </a:cubicBezTo>
                  <a:cubicBezTo>
                    <a:pt x="37818" y="69"/>
                    <a:pt x="34646" y="1"/>
                    <a:pt x="316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2" name="Google Shape;472;p19"/>
          <p:cNvGrpSpPr/>
          <p:nvPr/>
        </p:nvGrpSpPr>
        <p:grpSpPr>
          <a:xfrm rot="245444">
            <a:off x="4431360" y="-987916"/>
            <a:ext cx="5321303" cy="1664451"/>
            <a:chOff x="603050" y="2134250"/>
            <a:chExt cx="6671375" cy="1887675"/>
          </a:xfrm>
        </p:grpSpPr>
        <p:sp>
          <p:nvSpPr>
            <p:cNvPr id="473" name="Google Shape;473;p19"/>
            <p:cNvSpPr/>
            <p:nvPr/>
          </p:nvSpPr>
          <p:spPr>
            <a:xfrm>
              <a:off x="608100" y="2949275"/>
              <a:ext cx="6665750" cy="1072650"/>
            </a:xfrm>
            <a:custGeom>
              <a:rect b="b" l="l" r="r" t="t"/>
              <a:pathLst>
                <a:path extrusionOk="0" h="42906" w="266630">
                  <a:moveTo>
                    <a:pt x="242926" y="0"/>
                  </a:moveTo>
                  <a:cubicBezTo>
                    <a:pt x="241564" y="0"/>
                    <a:pt x="240185" y="76"/>
                    <a:pt x="238792" y="228"/>
                  </a:cubicBezTo>
                  <a:cubicBezTo>
                    <a:pt x="230005" y="1168"/>
                    <a:pt x="220635" y="5240"/>
                    <a:pt x="211670" y="11979"/>
                  </a:cubicBezTo>
                  <a:cubicBezTo>
                    <a:pt x="208634" y="14265"/>
                    <a:pt x="205645" y="16611"/>
                    <a:pt x="202764" y="18885"/>
                  </a:cubicBezTo>
                  <a:cubicBezTo>
                    <a:pt x="187340" y="31016"/>
                    <a:pt x="172685" y="42543"/>
                    <a:pt x="152232" y="42543"/>
                  </a:cubicBezTo>
                  <a:cubicBezTo>
                    <a:pt x="149902" y="42543"/>
                    <a:pt x="147497" y="42394"/>
                    <a:pt x="145007" y="42078"/>
                  </a:cubicBezTo>
                  <a:cubicBezTo>
                    <a:pt x="130433" y="40233"/>
                    <a:pt x="119873" y="33291"/>
                    <a:pt x="108693" y="25957"/>
                  </a:cubicBezTo>
                  <a:cubicBezTo>
                    <a:pt x="101799" y="21433"/>
                    <a:pt x="94667" y="16754"/>
                    <a:pt x="86476" y="13337"/>
                  </a:cubicBezTo>
                  <a:cubicBezTo>
                    <a:pt x="75578" y="8791"/>
                    <a:pt x="62424" y="6298"/>
                    <a:pt x="50215" y="6298"/>
                  </a:cubicBezTo>
                  <a:cubicBezTo>
                    <a:pt x="46564" y="6298"/>
                    <a:pt x="42997" y="6521"/>
                    <a:pt x="39601" y="6979"/>
                  </a:cubicBezTo>
                  <a:cubicBezTo>
                    <a:pt x="18729" y="9788"/>
                    <a:pt x="5418" y="14003"/>
                    <a:pt x="0" y="19504"/>
                  </a:cubicBezTo>
                  <a:lnTo>
                    <a:pt x="262" y="19766"/>
                  </a:lnTo>
                  <a:cubicBezTo>
                    <a:pt x="3941" y="16015"/>
                    <a:pt x="13764" y="10824"/>
                    <a:pt x="39648" y="7348"/>
                  </a:cubicBezTo>
                  <a:cubicBezTo>
                    <a:pt x="43028" y="6893"/>
                    <a:pt x="46578" y="6672"/>
                    <a:pt x="50211" y="6672"/>
                  </a:cubicBezTo>
                  <a:cubicBezTo>
                    <a:pt x="62374" y="6672"/>
                    <a:pt x="75481" y="9153"/>
                    <a:pt x="86345" y="13682"/>
                  </a:cubicBezTo>
                  <a:cubicBezTo>
                    <a:pt x="94500" y="17075"/>
                    <a:pt x="101620" y="21742"/>
                    <a:pt x="108502" y="26255"/>
                  </a:cubicBezTo>
                  <a:cubicBezTo>
                    <a:pt x="119718" y="33625"/>
                    <a:pt x="130314" y="40578"/>
                    <a:pt x="144959" y="42435"/>
                  </a:cubicBezTo>
                  <a:cubicBezTo>
                    <a:pt x="147474" y="42754"/>
                    <a:pt x="149902" y="42906"/>
                    <a:pt x="152253" y="42906"/>
                  </a:cubicBezTo>
                  <a:cubicBezTo>
                    <a:pt x="172815" y="42906"/>
                    <a:pt x="187519" y="31340"/>
                    <a:pt x="202990" y="19171"/>
                  </a:cubicBezTo>
                  <a:cubicBezTo>
                    <a:pt x="205871" y="16908"/>
                    <a:pt x="208860" y="14563"/>
                    <a:pt x="211896" y="12277"/>
                  </a:cubicBezTo>
                  <a:cubicBezTo>
                    <a:pt x="219006" y="6920"/>
                    <a:pt x="230335" y="312"/>
                    <a:pt x="242921" y="312"/>
                  </a:cubicBezTo>
                  <a:cubicBezTo>
                    <a:pt x="250504" y="312"/>
                    <a:pt x="258543" y="2711"/>
                    <a:pt x="266391" y="9229"/>
                  </a:cubicBezTo>
                  <a:lnTo>
                    <a:pt x="266629" y="8943"/>
                  </a:lnTo>
                  <a:cubicBezTo>
                    <a:pt x="259467" y="3004"/>
                    <a:pt x="251508" y="0"/>
                    <a:pt x="2429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19"/>
            <p:cNvSpPr/>
            <p:nvPr/>
          </p:nvSpPr>
          <p:spPr>
            <a:xfrm>
              <a:off x="604525" y="2938825"/>
              <a:ext cx="6669025" cy="1033425"/>
            </a:xfrm>
            <a:custGeom>
              <a:rect b="b" l="l" r="r" t="t"/>
              <a:pathLst>
                <a:path extrusionOk="0" h="41337" w="266761">
                  <a:moveTo>
                    <a:pt x="242560" y="0"/>
                  </a:moveTo>
                  <a:cubicBezTo>
                    <a:pt x="241419" y="0"/>
                    <a:pt x="240266" y="53"/>
                    <a:pt x="239102" y="158"/>
                  </a:cubicBezTo>
                  <a:cubicBezTo>
                    <a:pt x="230303" y="955"/>
                    <a:pt x="220850" y="4861"/>
                    <a:pt x="211765" y="11445"/>
                  </a:cubicBezTo>
                  <a:cubicBezTo>
                    <a:pt x="208693" y="13683"/>
                    <a:pt x="205669" y="15969"/>
                    <a:pt x="202752" y="18184"/>
                  </a:cubicBezTo>
                  <a:cubicBezTo>
                    <a:pt x="187359" y="29863"/>
                    <a:pt x="172728" y="40966"/>
                    <a:pt x="152762" y="40966"/>
                  </a:cubicBezTo>
                  <a:cubicBezTo>
                    <a:pt x="150135" y="40966"/>
                    <a:pt x="147416" y="40773"/>
                    <a:pt x="144590" y="40365"/>
                  </a:cubicBezTo>
                  <a:cubicBezTo>
                    <a:pt x="130064" y="38269"/>
                    <a:pt x="119623" y="31150"/>
                    <a:pt x="108574" y="23613"/>
                  </a:cubicBezTo>
                  <a:cubicBezTo>
                    <a:pt x="101751" y="18969"/>
                    <a:pt x="94703" y="14171"/>
                    <a:pt x="86571" y="10611"/>
                  </a:cubicBezTo>
                  <a:cubicBezTo>
                    <a:pt x="75309" y="5677"/>
                    <a:pt x="61560" y="2931"/>
                    <a:pt x="48931" y="2931"/>
                  </a:cubicBezTo>
                  <a:cubicBezTo>
                    <a:pt x="45806" y="2931"/>
                    <a:pt x="42749" y="3099"/>
                    <a:pt x="39815" y="3444"/>
                  </a:cubicBezTo>
                  <a:cubicBezTo>
                    <a:pt x="18908" y="5885"/>
                    <a:pt x="5513" y="9861"/>
                    <a:pt x="1" y="15279"/>
                  </a:cubicBezTo>
                  <a:lnTo>
                    <a:pt x="251" y="15529"/>
                  </a:lnTo>
                  <a:cubicBezTo>
                    <a:pt x="4001" y="11850"/>
                    <a:pt x="13919" y="6825"/>
                    <a:pt x="39851" y="3801"/>
                  </a:cubicBezTo>
                  <a:cubicBezTo>
                    <a:pt x="42768" y="3459"/>
                    <a:pt x="45807" y="3292"/>
                    <a:pt x="48914" y="3292"/>
                  </a:cubicBezTo>
                  <a:cubicBezTo>
                    <a:pt x="61497" y="3292"/>
                    <a:pt x="75199" y="6027"/>
                    <a:pt x="86428" y="10945"/>
                  </a:cubicBezTo>
                  <a:cubicBezTo>
                    <a:pt x="94524" y="14493"/>
                    <a:pt x="101561" y="19279"/>
                    <a:pt x="108359" y="23922"/>
                  </a:cubicBezTo>
                  <a:cubicBezTo>
                    <a:pt x="119456" y="31471"/>
                    <a:pt x="129922" y="38615"/>
                    <a:pt x="144542" y="40734"/>
                  </a:cubicBezTo>
                  <a:cubicBezTo>
                    <a:pt x="147384" y="41144"/>
                    <a:pt x="150118" y="41337"/>
                    <a:pt x="152759" y="41337"/>
                  </a:cubicBezTo>
                  <a:cubicBezTo>
                    <a:pt x="172836" y="41337"/>
                    <a:pt x="187520" y="30193"/>
                    <a:pt x="202966" y="18481"/>
                  </a:cubicBezTo>
                  <a:cubicBezTo>
                    <a:pt x="205883" y="16267"/>
                    <a:pt x="208908" y="13969"/>
                    <a:pt x="211979" y="11742"/>
                  </a:cubicBezTo>
                  <a:cubicBezTo>
                    <a:pt x="219066" y="6599"/>
                    <a:pt x="230260" y="308"/>
                    <a:pt x="242600" y="308"/>
                  </a:cubicBezTo>
                  <a:cubicBezTo>
                    <a:pt x="250370" y="308"/>
                    <a:pt x="258594" y="2802"/>
                    <a:pt x="266534" y="9647"/>
                  </a:cubicBezTo>
                  <a:lnTo>
                    <a:pt x="266760" y="9373"/>
                  </a:lnTo>
                  <a:cubicBezTo>
                    <a:pt x="259527" y="3141"/>
                    <a:pt x="251396" y="0"/>
                    <a:pt x="242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19"/>
            <p:cNvSpPr/>
            <p:nvPr/>
          </p:nvSpPr>
          <p:spPr>
            <a:xfrm>
              <a:off x="603050" y="2916775"/>
              <a:ext cx="6670800" cy="1005800"/>
            </a:xfrm>
            <a:custGeom>
              <a:rect b="b" l="l" r="r" t="t"/>
              <a:pathLst>
                <a:path extrusionOk="0" h="40232" w="266832">
                  <a:moveTo>
                    <a:pt x="47581" y="0"/>
                  </a:moveTo>
                  <a:cubicBezTo>
                    <a:pt x="44993" y="0"/>
                    <a:pt x="42457" y="119"/>
                    <a:pt x="40005" y="361"/>
                  </a:cubicBezTo>
                  <a:cubicBezTo>
                    <a:pt x="19062" y="2445"/>
                    <a:pt x="5608" y="6183"/>
                    <a:pt x="0" y="11505"/>
                  </a:cubicBezTo>
                  <a:lnTo>
                    <a:pt x="250" y="11767"/>
                  </a:lnTo>
                  <a:cubicBezTo>
                    <a:pt x="4060" y="8148"/>
                    <a:pt x="14061" y="3302"/>
                    <a:pt x="40041" y="730"/>
                  </a:cubicBezTo>
                  <a:cubicBezTo>
                    <a:pt x="42490" y="487"/>
                    <a:pt x="45023" y="368"/>
                    <a:pt x="47608" y="368"/>
                  </a:cubicBezTo>
                  <a:cubicBezTo>
                    <a:pt x="60603" y="368"/>
                    <a:pt x="74908" y="3370"/>
                    <a:pt x="86487" y="8683"/>
                  </a:cubicBezTo>
                  <a:cubicBezTo>
                    <a:pt x="94524" y="12362"/>
                    <a:pt x="101477" y="17292"/>
                    <a:pt x="108192" y="22042"/>
                  </a:cubicBezTo>
                  <a:cubicBezTo>
                    <a:pt x="119146" y="29793"/>
                    <a:pt x="129504" y="37116"/>
                    <a:pt x="144078" y="39473"/>
                  </a:cubicBezTo>
                  <a:cubicBezTo>
                    <a:pt x="147258" y="39990"/>
                    <a:pt x="150307" y="40232"/>
                    <a:pt x="153246" y="40232"/>
                  </a:cubicBezTo>
                  <a:cubicBezTo>
                    <a:pt x="172829" y="40232"/>
                    <a:pt x="187478" y="29509"/>
                    <a:pt x="202883" y="18256"/>
                  </a:cubicBezTo>
                  <a:cubicBezTo>
                    <a:pt x="205835" y="16089"/>
                    <a:pt x="208895" y="13851"/>
                    <a:pt x="212015" y="11672"/>
                  </a:cubicBezTo>
                  <a:cubicBezTo>
                    <a:pt x="219065" y="6740"/>
                    <a:pt x="230090" y="772"/>
                    <a:pt x="242173" y="772"/>
                  </a:cubicBezTo>
                  <a:cubicBezTo>
                    <a:pt x="250128" y="772"/>
                    <a:pt x="258541" y="3359"/>
                    <a:pt x="266581" y="10529"/>
                  </a:cubicBezTo>
                  <a:lnTo>
                    <a:pt x="266831" y="10255"/>
                  </a:lnTo>
                  <a:cubicBezTo>
                    <a:pt x="259528" y="3740"/>
                    <a:pt x="251234" y="461"/>
                    <a:pt x="242138" y="461"/>
                  </a:cubicBezTo>
                  <a:cubicBezTo>
                    <a:pt x="241209" y="461"/>
                    <a:pt x="240272" y="495"/>
                    <a:pt x="239328" y="563"/>
                  </a:cubicBezTo>
                  <a:cubicBezTo>
                    <a:pt x="230517" y="1206"/>
                    <a:pt x="220992" y="4945"/>
                    <a:pt x="211800" y="11374"/>
                  </a:cubicBezTo>
                  <a:cubicBezTo>
                    <a:pt x="208681" y="13553"/>
                    <a:pt x="205621" y="15791"/>
                    <a:pt x="202668" y="17958"/>
                  </a:cubicBezTo>
                  <a:cubicBezTo>
                    <a:pt x="187317" y="29187"/>
                    <a:pt x="172706" y="39865"/>
                    <a:pt x="153219" y="39865"/>
                  </a:cubicBezTo>
                  <a:cubicBezTo>
                    <a:pt x="150307" y="39865"/>
                    <a:pt x="147286" y="39627"/>
                    <a:pt x="144137" y="39116"/>
                  </a:cubicBezTo>
                  <a:cubicBezTo>
                    <a:pt x="129635" y="36770"/>
                    <a:pt x="119325" y="29472"/>
                    <a:pt x="108406" y="21745"/>
                  </a:cubicBezTo>
                  <a:cubicBezTo>
                    <a:pt x="101679" y="16982"/>
                    <a:pt x="94702" y="12053"/>
                    <a:pt x="86642" y="8350"/>
                  </a:cubicBezTo>
                  <a:cubicBezTo>
                    <a:pt x="75006" y="3014"/>
                    <a:pt x="60634" y="0"/>
                    <a:pt x="475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19"/>
            <p:cNvSpPr/>
            <p:nvPr/>
          </p:nvSpPr>
          <p:spPr>
            <a:xfrm>
              <a:off x="603625" y="2820875"/>
              <a:ext cx="6670225" cy="1052250"/>
            </a:xfrm>
            <a:custGeom>
              <a:rect b="b" l="l" r="r" t="t"/>
              <a:pathLst>
                <a:path extrusionOk="0" h="42090" w="266809">
                  <a:moveTo>
                    <a:pt x="46344" y="0"/>
                  </a:moveTo>
                  <a:cubicBezTo>
                    <a:pt x="44253" y="0"/>
                    <a:pt x="42198" y="80"/>
                    <a:pt x="40196" y="244"/>
                  </a:cubicBezTo>
                  <a:cubicBezTo>
                    <a:pt x="19218" y="1959"/>
                    <a:pt x="5692" y="5471"/>
                    <a:pt x="1" y="10686"/>
                  </a:cubicBezTo>
                  <a:lnTo>
                    <a:pt x="239" y="10948"/>
                  </a:lnTo>
                  <a:cubicBezTo>
                    <a:pt x="4120" y="7400"/>
                    <a:pt x="14193" y="2721"/>
                    <a:pt x="40220" y="601"/>
                  </a:cubicBezTo>
                  <a:cubicBezTo>
                    <a:pt x="42208" y="440"/>
                    <a:pt x="44249" y="360"/>
                    <a:pt x="46327" y="360"/>
                  </a:cubicBezTo>
                  <a:cubicBezTo>
                    <a:pt x="59706" y="360"/>
                    <a:pt x="74600" y="3646"/>
                    <a:pt x="86524" y="9376"/>
                  </a:cubicBezTo>
                  <a:cubicBezTo>
                    <a:pt x="94501" y="13198"/>
                    <a:pt x="101359" y="18234"/>
                    <a:pt x="107991" y="23104"/>
                  </a:cubicBezTo>
                  <a:cubicBezTo>
                    <a:pt x="118813" y="31046"/>
                    <a:pt x="129029" y="38546"/>
                    <a:pt x="143566" y="41166"/>
                  </a:cubicBezTo>
                  <a:cubicBezTo>
                    <a:pt x="147069" y="41797"/>
                    <a:pt x="150419" y="42090"/>
                    <a:pt x="153641" y="42090"/>
                  </a:cubicBezTo>
                  <a:cubicBezTo>
                    <a:pt x="172769" y="42090"/>
                    <a:pt x="187383" y="31783"/>
                    <a:pt x="202729" y="20961"/>
                  </a:cubicBezTo>
                  <a:cubicBezTo>
                    <a:pt x="205729" y="18854"/>
                    <a:pt x="208825" y="16663"/>
                    <a:pt x="211980" y="14543"/>
                  </a:cubicBezTo>
                  <a:cubicBezTo>
                    <a:pt x="218983" y="9825"/>
                    <a:pt x="229850" y="4171"/>
                    <a:pt x="241687" y="4171"/>
                  </a:cubicBezTo>
                  <a:cubicBezTo>
                    <a:pt x="249833" y="4171"/>
                    <a:pt x="258438" y="6849"/>
                    <a:pt x="266558" y="14353"/>
                  </a:cubicBezTo>
                  <a:lnTo>
                    <a:pt x="266808" y="14091"/>
                  </a:lnTo>
                  <a:cubicBezTo>
                    <a:pt x="259457" y="7303"/>
                    <a:pt x="251007" y="3862"/>
                    <a:pt x="241659" y="3862"/>
                  </a:cubicBezTo>
                  <a:cubicBezTo>
                    <a:pt x="240939" y="3862"/>
                    <a:pt x="240214" y="3882"/>
                    <a:pt x="239483" y="3923"/>
                  </a:cubicBezTo>
                  <a:cubicBezTo>
                    <a:pt x="230661" y="4411"/>
                    <a:pt x="221076" y="7971"/>
                    <a:pt x="211777" y="14246"/>
                  </a:cubicBezTo>
                  <a:cubicBezTo>
                    <a:pt x="208622" y="16365"/>
                    <a:pt x="205515" y="18556"/>
                    <a:pt x="202526" y="20663"/>
                  </a:cubicBezTo>
                  <a:cubicBezTo>
                    <a:pt x="187233" y="31450"/>
                    <a:pt x="172655" y="41722"/>
                    <a:pt x="153612" y="41722"/>
                  </a:cubicBezTo>
                  <a:cubicBezTo>
                    <a:pt x="150417" y="41722"/>
                    <a:pt x="147097" y="41433"/>
                    <a:pt x="143626" y="40809"/>
                  </a:cubicBezTo>
                  <a:cubicBezTo>
                    <a:pt x="129172" y="38201"/>
                    <a:pt x="118992" y="30724"/>
                    <a:pt x="108205" y="22806"/>
                  </a:cubicBezTo>
                  <a:cubicBezTo>
                    <a:pt x="101561" y="17925"/>
                    <a:pt x="94679" y="12877"/>
                    <a:pt x="86678" y="9043"/>
                  </a:cubicBezTo>
                  <a:cubicBezTo>
                    <a:pt x="74718" y="3305"/>
                    <a:pt x="59772" y="0"/>
                    <a:pt x="463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19"/>
            <p:cNvSpPr/>
            <p:nvPr/>
          </p:nvSpPr>
          <p:spPr>
            <a:xfrm>
              <a:off x="606025" y="2724425"/>
              <a:ext cx="6667825" cy="1099375"/>
            </a:xfrm>
            <a:custGeom>
              <a:rect b="b" l="l" r="r" t="t"/>
              <a:pathLst>
                <a:path extrusionOk="0" h="43975" w="266713">
                  <a:moveTo>
                    <a:pt x="45120" y="1"/>
                  </a:moveTo>
                  <a:cubicBezTo>
                    <a:pt x="43512" y="1"/>
                    <a:pt x="41927" y="50"/>
                    <a:pt x="40374" y="149"/>
                  </a:cubicBezTo>
                  <a:cubicBezTo>
                    <a:pt x="19372" y="1495"/>
                    <a:pt x="5787" y="4769"/>
                    <a:pt x="0" y="9889"/>
                  </a:cubicBezTo>
                  <a:lnTo>
                    <a:pt x="250" y="10150"/>
                  </a:lnTo>
                  <a:cubicBezTo>
                    <a:pt x="4191" y="6674"/>
                    <a:pt x="14335" y="2185"/>
                    <a:pt x="40410" y="518"/>
                  </a:cubicBezTo>
                  <a:cubicBezTo>
                    <a:pt x="41956" y="419"/>
                    <a:pt x="43534" y="370"/>
                    <a:pt x="45136" y="370"/>
                  </a:cubicBezTo>
                  <a:cubicBezTo>
                    <a:pt x="58853" y="370"/>
                    <a:pt x="74318" y="3961"/>
                    <a:pt x="86547" y="10091"/>
                  </a:cubicBezTo>
                  <a:cubicBezTo>
                    <a:pt x="94441" y="14044"/>
                    <a:pt x="101227" y="19211"/>
                    <a:pt x="107776" y="24188"/>
                  </a:cubicBezTo>
                  <a:cubicBezTo>
                    <a:pt x="118432" y="32332"/>
                    <a:pt x="128528" y="39999"/>
                    <a:pt x="143018" y="42869"/>
                  </a:cubicBezTo>
                  <a:cubicBezTo>
                    <a:pt x="146843" y="43627"/>
                    <a:pt x="150492" y="43975"/>
                    <a:pt x="153996" y="43975"/>
                  </a:cubicBezTo>
                  <a:cubicBezTo>
                    <a:pt x="172677" y="43975"/>
                    <a:pt x="187246" y="34086"/>
                    <a:pt x="202525" y="23700"/>
                  </a:cubicBezTo>
                  <a:cubicBezTo>
                    <a:pt x="205562" y="21640"/>
                    <a:pt x="208693" y="19509"/>
                    <a:pt x="211884" y="17449"/>
                  </a:cubicBezTo>
                  <a:cubicBezTo>
                    <a:pt x="218840" y="12936"/>
                    <a:pt x="229526" y="7594"/>
                    <a:pt x="241107" y="7594"/>
                  </a:cubicBezTo>
                  <a:cubicBezTo>
                    <a:pt x="249447" y="7594"/>
                    <a:pt x="258252" y="10365"/>
                    <a:pt x="266462" y="18211"/>
                  </a:cubicBezTo>
                  <a:lnTo>
                    <a:pt x="266712" y="17949"/>
                  </a:lnTo>
                  <a:cubicBezTo>
                    <a:pt x="259310" y="10864"/>
                    <a:pt x="250693" y="7276"/>
                    <a:pt x="241074" y="7276"/>
                  </a:cubicBezTo>
                  <a:cubicBezTo>
                    <a:pt x="240574" y="7276"/>
                    <a:pt x="240071" y="7285"/>
                    <a:pt x="239566" y="7305"/>
                  </a:cubicBezTo>
                  <a:cubicBezTo>
                    <a:pt x="230731" y="7638"/>
                    <a:pt x="221099" y="11043"/>
                    <a:pt x="211681" y="17139"/>
                  </a:cubicBezTo>
                  <a:cubicBezTo>
                    <a:pt x="208490" y="19211"/>
                    <a:pt x="205359" y="21342"/>
                    <a:pt x="202323" y="23402"/>
                  </a:cubicBezTo>
                  <a:cubicBezTo>
                    <a:pt x="187090" y="33751"/>
                    <a:pt x="172575" y="43610"/>
                    <a:pt x="153990" y="43610"/>
                  </a:cubicBezTo>
                  <a:cubicBezTo>
                    <a:pt x="150510" y="43610"/>
                    <a:pt x="146887" y="43265"/>
                    <a:pt x="143089" y="42512"/>
                  </a:cubicBezTo>
                  <a:cubicBezTo>
                    <a:pt x="128683" y="39654"/>
                    <a:pt x="118622" y="31998"/>
                    <a:pt x="107990" y="23902"/>
                  </a:cubicBezTo>
                  <a:cubicBezTo>
                    <a:pt x="101418" y="18913"/>
                    <a:pt x="94631" y="13734"/>
                    <a:pt x="86701" y="9758"/>
                  </a:cubicBezTo>
                  <a:cubicBezTo>
                    <a:pt x="74419" y="3595"/>
                    <a:pt x="58900" y="1"/>
                    <a:pt x="45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19"/>
            <p:cNvSpPr/>
            <p:nvPr/>
          </p:nvSpPr>
          <p:spPr>
            <a:xfrm>
              <a:off x="610775" y="2627700"/>
              <a:ext cx="6663075" cy="1147100"/>
            </a:xfrm>
            <a:custGeom>
              <a:rect b="b" l="l" r="r" t="t"/>
              <a:pathLst>
                <a:path extrusionOk="0" h="45884" w="266523">
                  <a:moveTo>
                    <a:pt x="43919" y="0"/>
                  </a:moveTo>
                  <a:cubicBezTo>
                    <a:pt x="42779" y="0"/>
                    <a:pt x="41652" y="26"/>
                    <a:pt x="40541" y="77"/>
                  </a:cubicBezTo>
                  <a:cubicBezTo>
                    <a:pt x="19515" y="1054"/>
                    <a:pt x="5870" y="4090"/>
                    <a:pt x="1" y="9102"/>
                  </a:cubicBezTo>
                  <a:lnTo>
                    <a:pt x="239" y="9376"/>
                  </a:lnTo>
                  <a:cubicBezTo>
                    <a:pt x="4227" y="5971"/>
                    <a:pt x="14467" y="1649"/>
                    <a:pt x="40553" y="434"/>
                  </a:cubicBezTo>
                  <a:cubicBezTo>
                    <a:pt x="41663" y="383"/>
                    <a:pt x="42788" y="357"/>
                    <a:pt x="43926" y="357"/>
                  </a:cubicBezTo>
                  <a:cubicBezTo>
                    <a:pt x="57980" y="357"/>
                    <a:pt x="73989" y="4252"/>
                    <a:pt x="86523" y="10817"/>
                  </a:cubicBezTo>
                  <a:cubicBezTo>
                    <a:pt x="94346" y="14912"/>
                    <a:pt x="101037" y="20187"/>
                    <a:pt x="107502" y="25283"/>
                  </a:cubicBezTo>
                  <a:cubicBezTo>
                    <a:pt x="118039" y="33593"/>
                    <a:pt x="127981" y="41451"/>
                    <a:pt x="142411" y="44571"/>
                  </a:cubicBezTo>
                  <a:cubicBezTo>
                    <a:pt x="146566" y="45473"/>
                    <a:pt x="150520" y="45883"/>
                    <a:pt x="154313" y="45883"/>
                  </a:cubicBezTo>
                  <a:cubicBezTo>
                    <a:pt x="172548" y="45883"/>
                    <a:pt x="187052" y="36397"/>
                    <a:pt x="202240" y="26461"/>
                  </a:cubicBezTo>
                  <a:cubicBezTo>
                    <a:pt x="205312" y="24449"/>
                    <a:pt x="208491" y="22378"/>
                    <a:pt x="211706" y="20365"/>
                  </a:cubicBezTo>
                  <a:cubicBezTo>
                    <a:pt x="218611" y="16054"/>
                    <a:pt x="229117" y="11007"/>
                    <a:pt x="240446" y="11007"/>
                  </a:cubicBezTo>
                  <a:cubicBezTo>
                    <a:pt x="248983" y="11007"/>
                    <a:pt x="257988" y="13873"/>
                    <a:pt x="266272" y="22080"/>
                  </a:cubicBezTo>
                  <a:lnTo>
                    <a:pt x="266522" y="21818"/>
                  </a:lnTo>
                  <a:cubicBezTo>
                    <a:pt x="259063" y="14429"/>
                    <a:pt x="250259" y="10690"/>
                    <a:pt x="240352" y="10690"/>
                  </a:cubicBezTo>
                  <a:cubicBezTo>
                    <a:pt x="240091" y="10690"/>
                    <a:pt x="239829" y="10692"/>
                    <a:pt x="239566" y="10698"/>
                  </a:cubicBezTo>
                  <a:cubicBezTo>
                    <a:pt x="230732" y="10876"/>
                    <a:pt x="221040" y="14115"/>
                    <a:pt x="211515" y="20056"/>
                  </a:cubicBezTo>
                  <a:cubicBezTo>
                    <a:pt x="208300" y="22068"/>
                    <a:pt x="205122" y="24152"/>
                    <a:pt x="202050" y="26152"/>
                  </a:cubicBezTo>
                  <a:cubicBezTo>
                    <a:pt x="186888" y="36065"/>
                    <a:pt x="172430" y="45521"/>
                    <a:pt x="154274" y="45521"/>
                  </a:cubicBezTo>
                  <a:cubicBezTo>
                    <a:pt x="150515" y="45521"/>
                    <a:pt x="146598" y="45116"/>
                    <a:pt x="142483" y="44226"/>
                  </a:cubicBezTo>
                  <a:cubicBezTo>
                    <a:pt x="128136" y="41118"/>
                    <a:pt x="118218" y="33284"/>
                    <a:pt x="107716" y="24997"/>
                  </a:cubicBezTo>
                  <a:cubicBezTo>
                    <a:pt x="101239" y="19889"/>
                    <a:pt x="94548" y="14603"/>
                    <a:pt x="86690" y="10495"/>
                  </a:cubicBezTo>
                  <a:cubicBezTo>
                    <a:pt x="74109" y="3907"/>
                    <a:pt x="58032" y="0"/>
                    <a:pt x="439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19"/>
            <p:cNvSpPr/>
            <p:nvPr/>
          </p:nvSpPr>
          <p:spPr>
            <a:xfrm>
              <a:off x="617325" y="2530375"/>
              <a:ext cx="6656525" cy="1195600"/>
            </a:xfrm>
            <a:custGeom>
              <a:rect b="b" l="l" r="r" t="t"/>
              <a:pathLst>
                <a:path extrusionOk="0" h="47824" w="266261">
                  <a:moveTo>
                    <a:pt x="42753" y="0"/>
                  </a:moveTo>
                  <a:cubicBezTo>
                    <a:pt x="42062" y="0"/>
                    <a:pt x="41376" y="10"/>
                    <a:pt x="40696" y="29"/>
                  </a:cubicBezTo>
                  <a:cubicBezTo>
                    <a:pt x="19646" y="637"/>
                    <a:pt x="5966" y="3435"/>
                    <a:pt x="1" y="8352"/>
                  </a:cubicBezTo>
                  <a:lnTo>
                    <a:pt x="227" y="8626"/>
                  </a:lnTo>
                  <a:cubicBezTo>
                    <a:pt x="4287" y="5292"/>
                    <a:pt x="14598" y="1149"/>
                    <a:pt x="40696" y="387"/>
                  </a:cubicBezTo>
                  <a:cubicBezTo>
                    <a:pt x="41375" y="367"/>
                    <a:pt x="42061" y="357"/>
                    <a:pt x="42751" y="357"/>
                  </a:cubicBezTo>
                  <a:cubicBezTo>
                    <a:pt x="57119" y="357"/>
                    <a:pt x="73684" y="4580"/>
                    <a:pt x="86476" y="11566"/>
                  </a:cubicBezTo>
                  <a:cubicBezTo>
                    <a:pt x="94239" y="15805"/>
                    <a:pt x="100823" y="21199"/>
                    <a:pt x="107193" y="26402"/>
                  </a:cubicBezTo>
                  <a:cubicBezTo>
                    <a:pt x="117587" y="34903"/>
                    <a:pt x="127397" y="42927"/>
                    <a:pt x="141768" y="46297"/>
                  </a:cubicBezTo>
                  <a:cubicBezTo>
                    <a:pt x="146242" y="47349"/>
                    <a:pt x="150491" y="47823"/>
                    <a:pt x="154562" y="47823"/>
                  </a:cubicBezTo>
                  <a:cubicBezTo>
                    <a:pt x="172376" y="47823"/>
                    <a:pt x="186800" y="38740"/>
                    <a:pt x="201919" y="29223"/>
                  </a:cubicBezTo>
                  <a:cubicBezTo>
                    <a:pt x="205014" y="27271"/>
                    <a:pt x="208229" y="25259"/>
                    <a:pt x="211479" y="23306"/>
                  </a:cubicBezTo>
                  <a:cubicBezTo>
                    <a:pt x="218321" y="19200"/>
                    <a:pt x="228632" y="14450"/>
                    <a:pt x="239705" y="14450"/>
                  </a:cubicBezTo>
                  <a:cubicBezTo>
                    <a:pt x="248443" y="14450"/>
                    <a:pt x="257655" y="17408"/>
                    <a:pt x="266010" y="25973"/>
                  </a:cubicBezTo>
                  <a:lnTo>
                    <a:pt x="266260" y="25711"/>
                  </a:lnTo>
                  <a:cubicBezTo>
                    <a:pt x="258758" y="18019"/>
                    <a:pt x="249789" y="14126"/>
                    <a:pt x="239600" y="14126"/>
                  </a:cubicBezTo>
                  <a:cubicBezTo>
                    <a:pt x="239569" y="14126"/>
                    <a:pt x="239538" y="14126"/>
                    <a:pt x="239507" y="14126"/>
                  </a:cubicBezTo>
                  <a:cubicBezTo>
                    <a:pt x="230672" y="14150"/>
                    <a:pt x="220921" y="17222"/>
                    <a:pt x="211301" y="22996"/>
                  </a:cubicBezTo>
                  <a:cubicBezTo>
                    <a:pt x="208038" y="24949"/>
                    <a:pt x="204824" y="26973"/>
                    <a:pt x="201728" y="28926"/>
                  </a:cubicBezTo>
                  <a:cubicBezTo>
                    <a:pt x="186657" y="38411"/>
                    <a:pt x="172266" y="47461"/>
                    <a:pt x="154532" y="47461"/>
                  </a:cubicBezTo>
                  <a:cubicBezTo>
                    <a:pt x="150494" y="47461"/>
                    <a:pt x="146283" y="46992"/>
                    <a:pt x="141852" y="45952"/>
                  </a:cubicBezTo>
                  <a:cubicBezTo>
                    <a:pt x="127564" y="42594"/>
                    <a:pt x="117777" y="34593"/>
                    <a:pt x="107431" y="26128"/>
                  </a:cubicBezTo>
                  <a:cubicBezTo>
                    <a:pt x="101037" y="20901"/>
                    <a:pt x="94441" y="15507"/>
                    <a:pt x="86654" y="11245"/>
                  </a:cubicBezTo>
                  <a:cubicBezTo>
                    <a:pt x="73804" y="4235"/>
                    <a:pt x="57180" y="0"/>
                    <a:pt x="427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19"/>
            <p:cNvSpPr/>
            <p:nvPr/>
          </p:nvSpPr>
          <p:spPr>
            <a:xfrm>
              <a:off x="625950" y="2432750"/>
              <a:ext cx="6647900" cy="1244800"/>
            </a:xfrm>
            <a:custGeom>
              <a:rect b="b" l="l" r="r" t="t"/>
              <a:pathLst>
                <a:path extrusionOk="0" h="49792" w="265916">
                  <a:moveTo>
                    <a:pt x="41667" y="0"/>
                  </a:moveTo>
                  <a:cubicBezTo>
                    <a:pt x="41386" y="0"/>
                    <a:pt x="41106" y="2"/>
                    <a:pt x="40827" y="5"/>
                  </a:cubicBezTo>
                  <a:cubicBezTo>
                    <a:pt x="19777" y="243"/>
                    <a:pt x="6049" y="2803"/>
                    <a:pt x="1" y="7613"/>
                  </a:cubicBezTo>
                  <a:lnTo>
                    <a:pt x="227" y="7899"/>
                  </a:lnTo>
                  <a:cubicBezTo>
                    <a:pt x="4335" y="4625"/>
                    <a:pt x="14717" y="672"/>
                    <a:pt x="40827" y="362"/>
                  </a:cubicBezTo>
                  <a:cubicBezTo>
                    <a:pt x="41089" y="360"/>
                    <a:pt x="41350" y="358"/>
                    <a:pt x="41613" y="358"/>
                  </a:cubicBezTo>
                  <a:cubicBezTo>
                    <a:pt x="56276" y="358"/>
                    <a:pt x="73363" y="4913"/>
                    <a:pt x="86405" y="12340"/>
                  </a:cubicBezTo>
                  <a:cubicBezTo>
                    <a:pt x="94096" y="16710"/>
                    <a:pt x="100585" y="22210"/>
                    <a:pt x="106871" y="27532"/>
                  </a:cubicBezTo>
                  <a:cubicBezTo>
                    <a:pt x="117111" y="36212"/>
                    <a:pt x="126779" y="44404"/>
                    <a:pt x="141078" y="48035"/>
                  </a:cubicBezTo>
                  <a:cubicBezTo>
                    <a:pt x="145866" y="49249"/>
                    <a:pt x="150405" y="49792"/>
                    <a:pt x="154753" y="49792"/>
                  </a:cubicBezTo>
                  <a:cubicBezTo>
                    <a:pt x="172149" y="49792"/>
                    <a:pt x="186490" y="41108"/>
                    <a:pt x="201502" y="32021"/>
                  </a:cubicBezTo>
                  <a:cubicBezTo>
                    <a:pt x="204645" y="30116"/>
                    <a:pt x="207884" y="28152"/>
                    <a:pt x="211182" y="26258"/>
                  </a:cubicBezTo>
                  <a:cubicBezTo>
                    <a:pt x="217949" y="22353"/>
                    <a:pt x="228064" y="17884"/>
                    <a:pt x="238884" y="17884"/>
                  </a:cubicBezTo>
                  <a:cubicBezTo>
                    <a:pt x="247824" y="17884"/>
                    <a:pt x="257244" y="20936"/>
                    <a:pt x="265653" y="29878"/>
                  </a:cubicBezTo>
                  <a:lnTo>
                    <a:pt x="265915" y="29628"/>
                  </a:lnTo>
                  <a:cubicBezTo>
                    <a:pt x="258521" y="21770"/>
                    <a:pt x="249592" y="17722"/>
                    <a:pt x="239364" y="17567"/>
                  </a:cubicBezTo>
                  <a:cubicBezTo>
                    <a:pt x="239173" y="17564"/>
                    <a:pt x="238981" y="17563"/>
                    <a:pt x="238788" y="17563"/>
                  </a:cubicBezTo>
                  <a:cubicBezTo>
                    <a:pt x="230104" y="17563"/>
                    <a:pt x="220508" y="20451"/>
                    <a:pt x="211003" y="25937"/>
                  </a:cubicBezTo>
                  <a:cubicBezTo>
                    <a:pt x="207717" y="27842"/>
                    <a:pt x="204467" y="29807"/>
                    <a:pt x="201336" y="31700"/>
                  </a:cubicBezTo>
                  <a:cubicBezTo>
                    <a:pt x="186364" y="40762"/>
                    <a:pt x="172056" y="49421"/>
                    <a:pt x="154743" y="49421"/>
                  </a:cubicBezTo>
                  <a:cubicBezTo>
                    <a:pt x="150426" y="49421"/>
                    <a:pt x="145921" y="48883"/>
                    <a:pt x="141173" y="47678"/>
                  </a:cubicBezTo>
                  <a:cubicBezTo>
                    <a:pt x="126945" y="44082"/>
                    <a:pt x="117301" y="35903"/>
                    <a:pt x="107098" y="27259"/>
                  </a:cubicBezTo>
                  <a:cubicBezTo>
                    <a:pt x="100799" y="21925"/>
                    <a:pt x="94298" y="16412"/>
                    <a:pt x="86583" y="12031"/>
                  </a:cubicBezTo>
                  <a:cubicBezTo>
                    <a:pt x="73509" y="4577"/>
                    <a:pt x="56377" y="0"/>
                    <a:pt x="416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19"/>
            <p:cNvSpPr/>
            <p:nvPr/>
          </p:nvSpPr>
          <p:spPr>
            <a:xfrm>
              <a:off x="636675" y="2334800"/>
              <a:ext cx="6637450" cy="1294425"/>
            </a:xfrm>
            <a:custGeom>
              <a:rect b="b" l="l" r="r" t="t"/>
              <a:pathLst>
                <a:path extrusionOk="0" h="51777" w="265498">
                  <a:moveTo>
                    <a:pt x="39287" y="1"/>
                  </a:moveTo>
                  <a:cubicBezTo>
                    <a:pt x="19177" y="1"/>
                    <a:pt x="5968" y="2322"/>
                    <a:pt x="0" y="6900"/>
                  </a:cubicBezTo>
                  <a:lnTo>
                    <a:pt x="227" y="7186"/>
                  </a:lnTo>
                  <a:cubicBezTo>
                    <a:pt x="4311" y="4047"/>
                    <a:pt x="14422" y="359"/>
                    <a:pt x="39404" y="359"/>
                  </a:cubicBezTo>
                  <a:cubicBezTo>
                    <a:pt x="39912" y="359"/>
                    <a:pt x="40426" y="360"/>
                    <a:pt x="40946" y="363"/>
                  </a:cubicBezTo>
                  <a:cubicBezTo>
                    <a:pt x="55781" y="447"/>
                    <a:pt x="73164" y="5340"/>
                    <a:pt x="86309" y="13127"/>
                  </a:cubicBezTo>
                  <a:cubicBezTo>
                    <a:pt x="93917" y="17639"/>
                    <a:pt x="100311" y="23247"/>
                    <a:pt x="106502" y="28676"/>
                  </a:cubicBezTo>
                  <a:cubicBezTo>
                    <a:pt x="116586" y="37535"/>
                    <a:pt x="126111" y="45905"/>
                    <a:pt x="140363" y="49774"/>
                  </a:cubicBezTo>
                  <a:cubicBezTo>
                    <a:pt x="145461" y="51162"/>
                    <a:pt x="150287" y="51777"/>
                    <a:pt x="154911" y="51777"/>
                  </a:cubicBezTo>
                  <a:cubicBezTo>
                    <a:pt x="171899" y="51777"/>
                    <a:pt x="186153" y="43484"/>
                    <a:pt x="201061" y="34808"/>
                  </a:cubicBezTo>
                  <a:cubicBezTo>
                    <a:pt x="204228" y="32963"/>
                    <a:pt x="207503" y="31058"/>
                    <a:pt x="210836" y="29212"/>
                  </a:cubicBezTo>
                  <a:cubicBezTo>
                    <a:pt x="217522" y="25512"/>
                    <a:pt x="227422" y="21326"/>
                    <a:pt x="237978" y="21326"/>
                  </a:cubicBezTo>
                  <a:cubicBezTo>
                    <a:pt x="247122" y="21326"/>
                    <a:pt x="256758" y="24467"/>
                    <a:pt x="265224" y="33784"/>
                  </a:cubicBezTo>
                  <a:lnTo>
                    <a:pt x="265498" y="33546"/>
                  </a:lnTo>
                  <a:cubicBezTo>
                    <a:pt x="258247" y="25569"/>
                    <a:pt x="249377" y="21354"/>
                    <a:pt x="239149" y="21033"/>
                  </a:cubicBezTo>
                  <a:cubicBezTo>
                    <a:pt x="238730" y="21019"/>
                    <a:pt x="238308" y="21012"/>
                    <a:pt x="237884" y="21012"/>
                  </a:cubicBezTo>
                  <a:cubicBezTo>
                    <a:pt x="229391" y="21012"/>
                    <a:pt x="220013" y="23731"/>
                    <a:pt x="210658" y="28903"/>
                  </a:cubicBezTo>
                  <a:cubicBezTo>
                    <a:pt x="207324" y="30748"/>
                    <a:pt x="204050" y="32653"/>
                    <a:pt x="200871" y="34498"/>
                  </a:cubicBezTo>
                  <a:cubicBezTo>
                    <a:pt x="186013" y="43140"/>
                    <a:pt x="171810" y="51406"/>
                    <a:pt x="154899" y="51406"/>
                  </a:cubicBezTo>
                  <a:cubicBezTo>
                    <a:pt x="150304" y="51406"/>
                    <a:pt x="145509" y="50796"/>
                    <a:pt x="140447" y="49417"/>
                  </a:cubicBezTo>
                  <a:cubicBezTo>
                    <a:pt x="126290" y="45571"/>
                    <a:pt x="116789" y="37237"/>
                    <a:pt x="106740" y="28402"/>
                  </a:cubicBezTo>
                  <a:cubicBezTo>
                    <a:pt x="100537" y="22961"/>
                    <a:pt x="94131" y="17342"/>
                    <a:pt x="86499" y="12817"/>
                  </a:cubicBezTo>
                  <a:cubicBezTo>
                    <a:pt x="73295" y="4995"/>
                    <a:pt x="55841" y="89"/>
                    <a:pt x="40958" y="6"/>
                  </a:cubicBezTo>
                  <a:cubicBezTo>
                    <a:pt x="40396" y="3"/>
                    <a:pt x="39839" y="1"/>
                    <a:pt x="392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19"/>
            <p:cNvSpPr/>
            <p:nvPr/>
          </p:nvSpPr>
          <p:spPr>
            <a:xfrm>
              <a:off x="649475" y="2235200"/>
              <a:ext cx="6624950" cy="1345700"/>
            </a:xfrm>
            <a:custGeom>
              <a:rect b="b" l="l" r="r" t="t"/>
              <a:pathLst>
                <a:path extrusionOk="0" h="53828" w="264998">
                  <a:moveTo>
                    <a:pt x="35160" y="0"/>
                  </a:moveTo>
                  <a:cubicBezTo>
                    <a:pt x="17419" y="0"/>
                    <a:pt x="5602" y="2101"/>
                    <a:pt x="0" y="6240"/>
                  </a:cubicBezTo>
                  <a:lnTo>
                    <a:pt x="215" y="6538"/>
                  </a:lnTo>
                  <a:cubicBezTo>
                    <a:pt x="4112" y="3654"/>
                    <a:pt x="13403" y="362"/>
                    <a:pt x="35411" y="362"/>
                  </a:cubicBezTo>
                  <a:cubicBezTo>
                    <a:pt x="37206" y="362"/>
                    <a:pt x="39085" y="384"/>
                    <a:pt x="41053" y="430"/>
                  </a:cubicBezTo>
                  <a:cubicBezTo>
                    <a:pt x="55876" y="787"/>
                    <a:pt x="73176" y="5978"/>
                    <a:pt x="86202" y="13979"/>
                  </a:cubicBezTo>
                  <a:cubicBezTo>
                    <a:pt x="93726" y="18623"/>
                    <a:pt x="100025" y="24350"/>
                    <a:pt x="106109" y="29886"/>
                  </a:cubicBezTo>
                  <a:cubicBezTo>
                    <a:pt x="116039" y="38911"/>
                    <a:pt x="125421" y="47436"/>
                    <a:pt x="139601" y="51567"/>
                  </a:cubicBezTo>
                  <a:cubicBezTo>
                    <a:pt x="145004" y="53139"/>
                    <a:pt x="150116" y="53827"/>
                    <a:pt x="155015" y="53827"/>
                  </a:cubicBezTo>
                  <a:cubicBezTo>
                    <a:pt x="171610" y="53827"/>
                    <a:pt x="185768" y="45925"/>
                    <a:pt x="200549" y="37661"/>
                  </a:cubicBezTo>
                  <a:cubicBezTo>
                    <a:pt x="203752" y="35875"/>
                    <a:pt x="207062" y="34030"/>
                    <a:pt x="210420" y="32244"/>
                  </a:cubicBezTo>
                  <a:cubicBezTo>
                    <a:pt x="217020" y="28737"/>
                    <a:pt x="226700" y="24823"/>
                    <a:pt x="236995" y="24823"/>
                  </a:cubicBezTo>
                  <a:cubicBezTo>
                    <a:pt x="246347" y="24823"/>
                    <a:pt x="256206" y="28053"/>
                    <a:pt x="264724" y="37756"/>
                  </a:cubicBezTo>
                  <a:lnTo>
                    <a:pt x="264998" y="37518"/>
                  </a:lnTo>
                  <a:cubicBezTo>
                    <a:pt x="257890" y="29422"/>
                    <a:pt x="249103" y="25052"/>
                    <a:pt x="238887" y="24552"/>
                  </a:cubicBezTo>
                  <a:cubicBezTo>
                    <a:pt x="238234" y="24520"/>
                    <a:pt x="237575" y="24503"/>
                    <a:pt x="236910" y="24503"/>
                  </a:cubicBezTo>
                  <a:cubicBezTo>
                    <a:pt x="228589" y="24503"/>
                    <a:pt x="219426" y="27049"/>
                    <a:pt x="210253" y="31922"/>
                  </a:cubicBezTo>
                  <a:cubicBezTo>
                    <a:pt x="206883" y="33708"/>
                    <a:pt x="203574" y="35565"/>
                    <a:pt x="200371" y="37351"/>
                  </a:cubicBezTo>
                  <a:cubicBezTo>
                    <a:pt x="185637" y="45583"/>
                    <a:pt x="171528" y="53466"/>
                    <a:pt x="155004" y="53466"/>
                  </a:cubicBezTo>
                  <a:cubicBezTo>
                    <a:pt x="150137" y="53466"/>
                    <a:pt x="145060" y="52782"/>
                    <a:pt x="139696" y="51222"/>
                  </a:cubicBezTo>
                  <a:cubicBezTo>
                    <a:pt x="125599" y="47114"/>
                    <a:pt x="116253" y="38613"/>
                    <a:pt x="106359" y="29612"/>
                  </a:cubicBezTo>
                  <a:cubicBezTo>
                    <a:pt x="100251" y="24064"/>
                    <a:pt x="93941" y="18325"/>
                    <a:pt x="86392" y="13682"/>
                  </a:cubicBezTo>
                  <a:cubicBezTo>
                    <a:pt x="73331" y="5633"/>
                    <a:pt x="55960" y="418"/>
                    <a:pt x="41077" y="73"/>
                  </a:cubicBezTo>
                  <a:cubicBezTo>
                    <a:pt x="39037" y="25"/>
                    <a:pt x="37064" y="0"/>
                    <a:pt x="35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19"/>
            <p:cNvSpPr/>
            <p:nvPr/>
          </p:nvSpPr>
          <p:spPr>
            <a:xfrm>
              <a:off x="664050" y="2134250"/>
              <a:ext cx="6610375" cy="1399125"/>
            </a:xfrm>
            <a:custGeom>
              <a:rect b="b" l="l" r="r" t="t"/>
              <a:pathLst>
                <a:path extrusionOk="0" h="55965" w="264415">
                  <a:moveTo>
                    <a:pt x="31658" y="1"/>
                  </a:moveTo>
                  <a:cubicBezTo>
                    <a:pt x="15910" y="1"/>
                    <a:pt x="5285" y="1898"/>
                    <a:pt x="1" y="5671"/>
                  </a:cubicBezTo>
                  <a:lnTo>
                    <a:pt x="215" y="5968"/>
                  </a:lnTo>
                  <a:cubicBezTo>
                    <a:pt x="3941" y="3311"/>
                    <a:pt x="12454" y="374"/>
                    <a:pt x="31865" y="374"/>
                  </a:cubicBezTo>
                  <a:cubicBezTo>
                    <a:pt x="34721" y="374"/>
                    <a:pt x="37813" y="437"/>
                    <a:pt x="41161" y="575"/>
                  </a:cubicBezTo>
                  <a:cubicBezTo>
                    <a:pt x="55972" y="1182"/>
                    <a:pt x="73177" y="6671"/>
                    <a:pt x="86047" y="14910"/>
                  </a:cubicBezTo>
                  <a:cubicBezTo>
                    <a:pt x="93489" y="19684"/>
                    <a:pt x="99692" y="25518"/>
                    <a:pt x="105681" y="31162"/>
                  </a:cubicBezTo>
                  <a:cubicBezTo>
                    <a:pt x="115456" y="40365"/>
                    <a:pt x="124683" y="49045"/>
                    <a:pt x="138792" y="53427"/>
                  </a:cubicBezTo>
                  <a:cubicBezTo>
                    <a:pt x="144499" y="55196"/>
                    <a:pt x="149895" y="55964"/>
                    <a:pt x="155070" y="55964"/>
                  </a:cubicBezTo>
                  <a:cubicBezTo>
                    <a:pt x="171272" y="55964"/>
                    <a:pt x="185312" y="48439"/>
                    <a:pt x="199966" y="40580"/>
                  </a:cubicBezTo>
                  <a:cubicBezTo>
                    <a:pt x="203205" y="38853"/>
                    <a:pt x="206539" y="37056"/>
                    <a:pt x="209932" y="35329"/>
                  </a:cubicBezTo>
                  <a:cubicBezTo>
                    <a:pt x="216438" y="32021"/>
                    <a:pt x="225885" y="28376"/>
                    <a:pt x="235908" y="28376"/>
                  </a:cubicBezTo>
                  <a:cubicBezTo>
                    <a:pt x="245474" y="28376"/>
                    <a:pt x="255565" y="31695"/>
                    <a:pt x="264129" y="41794"/>
                  </a:cubicBezTo>
                  <a:lnTo>
                    <a:pt x="264415" y="41568"/>
                  </a:lnTo>
                  <a:cubicBezTo>
                    <a:pt x="257438" y="33341"/>
                    <a:pt x="248734" y="28828"/>
                    <a:pt x="238519" y="28138"/>
                  </a:cubicBezTo>
                  <a:cubicBezTo>
                    <a:pt x="237634" y="28078"/>
                    <a:pt x="236737" y="28048"/>
                    <a:pt x="235830" y="28048"/>
                  </a:cubicBezTo>
                  <a:cubicBezTo>
                    <a:pt x="227710" y="28048"/>
                    <a:pt x="218762" y="30434"/>
                    <a:pt x="209765" y="35008"/>
                  </a:cubicBezTo>
                  <a:cubicBezTo>
                    <a:pt x="206372" y="36734"/>
                    <a:pt x="203026" y="38532"/>
                    <a:pt x="199800" y="40258"/>
                  </a:cubicBezTo>
                  <a:cubicBezTo>
                    <a:pt x="185191" y="48086"/>
                    <a:pt x="171191" y="55586"/>
                    <a:pt x="155054" y="55586"/>
                  </a:cubicBezTo>
                  <a:cubicBezTo>
                    <a:pt x="149912" y="55586"/>
                    <a:pt x="144552" y="54824"/>
                    <a:pt x="138887" y="53069"/>
                  </a:cubicBezTo>
                  <a:cubicBezTo>
                    <a:pt x="124862" y="48724"/>
                    <a:pt x="115658" y="40068"/>
                    <a:pt x="105931" y="30900"/>
                  </a:cubicBezTo>
                  <a:cubicBezTo>
                    <a:pt x="99918" y="25245"/>
                    <a:pt x="93715" y="19387"/>
                    <a:pt x="86238" y="14612"/>
                  </a:cubicBezTo>
                  <a:cubicBezTo>
                    <a:pt x="73320" y="6337"/>
                    <a:pt x="56055" y="813"/>
                    <a:pt x="41173" y="206"/>
                  </a:cubicBezTo>
                  <a:cubicBezTo>
                    <a:pt x="37818" y="69"/>
                    <a:pt x="34646" y="1"/>
                    <a:pt x="316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484" name="Google Shape;484;p19"/>
          <p:cNvPicPr preferRelativeResize="0"/>
          <p:nvPr/>
        </p:nvPicPr>
        <p:blipFill rotWithShape="1">
          <a:blip r:embed="rId3">
            <a:alphaModFix/>
          </a:blip>
          <a:srcRect b="6398" l="6912" r="43289" t="9856"/>
          <a:stretch/>
        </p:blipFill>
        <p:spPr>
          <a:xfrm>
            <a:off x="8364824" y="1927675"/>
            <a:ext cx="1156275" cy="109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19"/>
          <p:cNvPicPr preferRelativeResize="0"/>
          <p:nvPr/>
        </p:nvPicPr>
        <p:blipFill rotWithShape="1">
          <a:blip r:embed="rId4">
            <a:alphaModFix/>
          </a:blip>
          <a:srcRect b="700" l="0" r="0" t="700"/>
          <a:stretch/>
        </p:blipFill>
        <p:spPr>
          <a:xfrm>
            <a:off x="8525212" y="326850"/>
            <a:ext cx="433501" cy="410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19"/>
          <p:cNvPicPr preferRelativeResize="0"/>
          <p:nvPr/>
        </p:nvPicPr>
        <p:blipFill rotWithShape="1">
          <a:blip r:embed="rId5">
            <a:alphaModFix/>
          </a:blip>
          <a:srcRect b="7653" l="3721" r="45158" t="10143"/>
          <a:stretch/>
        </p:blipFill>
        <p:spPr>
          <a:xfrm>
            <a:off x="-835700" y="778700"/>
            <a:ext cx="1554929" cy="1406601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19"/>
          <p:cNvSpPr txBox="1"/>
          <p:nvPr>
            <p:ph idx="1" type="body"/>
          </p:nvPr>
        </p:nvSpPr>
        <p:spPr>
          <a:xfrm>
            <a:off x="1222487" y="1722225"/>
            <a:ext cx="3156300" cy="27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1pPr>
            <a:lvl2pPr indent="-3302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○"/>
              <a:defRPr sz="1200">
                <a:solidFill>
                  <a:schemeClr val="dk1"/>
                </a:solidFill>
              </a:defRPr>
            </a:lvl2pPr>
            <a:lvl3pPr indent="-330200" lvl="2" marL="1371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■"/>
              <a:defRPr>
                <a:solidFill>
                  <a:schemeClr val="dk1"/>
                </a:solidFill>
              </a:defRPr>
            </a:lvl3pPr>
            <a:lvl4pPr indent="-330200" lvl="3" marL="18288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  <a:defRPr>
                <a:solidFill>
                  <a:schemeClr val="dk1"/>
                </a:solidFill>
              </a:defRPr>
            </a:lvl4pPr>
            <a:lvl5pPr indent="-330200" lvl="4" marL="22860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○"/>
              <a:defRPr>
                <a:solidFill>
                  <a:schemeClr val="dk1"/>
                </a:solidFill>
              </a:defRPr>
            </a:lvl5pPr>
            <a:lvl6pPr indent="-330200" lvl="5" marL="27432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■"/>
              <a:defRPr>
                <a:solidFill>
                  <a:schemeClr val="dk1"/>
                </a:solidFill>
              </a:defRPr>
            </a:lvl6pPr>
            <a:lvl7pPr indent="-330200" lvl="6" marL="3200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  <a:defRPr>
                <a:solidFill>
                  <a:schemeClr val="dk1"/>
                </a:solidFill>
              </a:defRPr>
            </a:lvl7pPr>
            <a:lvl8pPr indent="-330200" lvl="7" marL="3657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○"/>
              <a:defRPr>
                <a:solidFill>
                  <a:schemeClr val="dk1"/>
                </a:solidFill>
              </a:defRPr>
            </a:lvl8pPr>
            <a:lvl9pPr indent="-330200" lvl="8" marL="41148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600"/>
              <a:buFont typeface="Montserrat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88" name="Google Shape;488;p19"/>
          <p:cNvSpPr txBox="1"/>
          <p:nvPr>
            <p:ph idx="2" type="body"/>
          </p:nvPr>
        </p:nvSpPr>
        <p:spPr>
          <a:xfrm>
            <a:off x="4765213" y="1722225"/>
            <a:ext cx="3156300" cy="27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302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○"/>
              <a:defRPr sz="1200"/>
            </a:lvl2pPr>
            <a:lvl3pPr indent="-330200" lvl="2" marL="1371600" rtl="0">
              <a:spcBef>
                <a:spcPts val="1600"/>
              </a:spcBef>
              <a:spcAft>
                <a:spcPts val="0"/>
              </a:spcAft>
              <a:buSzPts val="1600"/>
              <a:buFont typeface="Montserrat"/>
              <a:buChar char="■"/>
              <a:defRPr/>
            </a:lvl3pPr>
            <a:lvl4pPr indent="-330200" lvl="3" marL="1828800" rtl="0">
              <a:spcBef>
                <a:spcPts val="1600"/>
              </a:spcBef>
              <a:spcAft>
                <a:spcPts val="0"/>
              </a:spcAft>
              <a:buSzPts val="1600"/>
              <a:buFont typeface="Montserrat"/>
              <a:buChar char="●"/>
              <a:defRPr/>
            </a:lvl4pPr>
            <a:lvl5pPr indent="-330200" lvl="4" marL="2286000" rtl="0">
              <a:spcBef>
                <a:spcPts val="1600"/>
              </a:spcBef>
              <a:spcAft>
                <a:spcPts val="0"/>
              </a:spcAft>
              <a:buSzPts val="1600"/>
              <a:buFont typeface="Montserrat"/>
              <a:buChar char="○"/>
              <a:defRPr/>
            </a:lvl5pPr>
            <a:lvl6pPr indent="-330200" lvl="5" marL="2743200" rtl="0">
              <a:spcBef>
                <a:spcPts val="1600"/>
              </a:spcBef>
              <a:spcAft>
                <a:spcPts val="0"/>
              </a:spcAft>
              <a:buSzPts val="1600"/>
              <a:buFont typeface="Montserrat"/>
              <a:buChar char="■"/>
              <a:defRPr/>
            </a:lvl6pPr>
            <a:lvl7pPr indent="-330200" lvl="6" marL="3200400" rtl="0">
              <a:spcBef>
                <a:spcPts val="1600"/>
              </a:spcBef>
              <a:spcAft>
                <a:spcPts val="0"/>
              </a:spcAft>
              <a:buSzPts val="1600"/>
              <a:buFont typeface="Montserrat"/>
              <a:buChar char="●"/>
              <a:defRPr/>
            </a:lvl7pPr>
            <a:lvl8pPr indent="-330200" lvl="7" marL="3657600" rtl="0">
              <a:spcBef>
                <a:spcPts val="1600"/>
              </a:spcBef>
              <a:spcAft>
                <a:spcPts val="0"/>
              </a:spcAft>
              <a:buSzPts val="1600"/>
              <a:buFont typeface="Montserrat"/>
              <a:buChar char="○"/>
              <a:defRPr/>
            </a:lvl8pPr>
            <a:lvl9pPr indent="-330200" lvl="8" marL="4114800" rtl="0">
              <a:spcBef>
                <a:spcPts val="1600"/>
              </a:spcBef>
              <a:spcAft>
                <a:spcPts val="1600"/>
              </a:spcAft>
              <a:buSzPts val="1600"/>
              <a:buFont typeface="Montserrat"/>
              <a:buChar char="■"/>
              <a:defRPr/>
            </a:lvl9pPr>
          </a:lstStyle>
          <a:p/>
        </p:txBody>
      </p:sp>
      <p:sp>
        <p:nvSpPr>
          <p:cNvPr id="489" name="Google Shape;489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490" name="Google Shape;490;p19"/>
          <p:cNvSpPr txBox="1"/>
          <p:nvPr>
            <p:ph idx="3" type="subTitle"/>
          </p:nvPr>
        </p:nvSpPr>
        <p:spPr>
          <a:xfrm>
            <a:off x="1222487" y="1202575"/>
            <a:ext cx="3156300" cy="45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latin typeface="Coda"/>
                <a:ea typeface="Coda"/>
                <a:cs typeface="Coda"/>
                <a:sym typeface="Cod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91" name="Google Shape;491;p19"/>
          <p:cNvSpPr txBox="1"/>
          <p:nvPr>
            <p:ph idx="4" type="subTitle"/>
          </p:nvPr>
        </p:nvSpPr>
        <p:spPr>
          <a:xfrm>
            <a:off x="4765213" y="1202575"/>
            <a:ext cx="3156300" cy="45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latin typeface="Coda"/>
                <a:ea typeface="Coda"/>
                <a:cs typeface="Coda"/>
                <a:sym typeface="Cod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pic>
        <p:nvPicPr>
          <p:cNvPr id="492" name="Google Shape;492;p19"/>
          <p:cNvPicPr preferRelativeResize="0"/>
          <p:nvPr/>
        </p:nvPicPr>
        <p:blipFill rotWithShape="1">
          <a:blip r:embed="rId5">
            <a:alphaModFix/>
          </a:blip>
          <a:srcRect b="7653" l="3721" r="45158" t="10143"/>
          <a:stretch/>
        </p:blipFill>
        <p:spPr>
          <a:xfrm>
            <a:off x="8229925" y="4284965"/>
            <a:ext cx="605399" cy="54766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p19"/>
          <p:cNvPicPr preferRelativeResize="0"/>
          <p:nvPr/>
        </p:nvPicPr>
        <p:blipFill rotWithShape="1">
          <a:blip r:embed="rId4">
            <a:alphaModFix/>
          </a:blip>
          <a:srcRect b="2866" l="0" r="0" t="2856"/>
          <a:stretch/>
        </p:blipFill>
        <p:spPr>
          <a:xfrm>
            <a:off x="90625" y="4611605"/>
            <a:ext cx="433526" cy="3921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_1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5" name="Google Shape;495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1331"/>
            <a:ext cx="9143998" cy="5140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p20"/>
          <p:cNvPicPr preferRelativeResize="0"/>
          <p:nvPr/>
        </p:nvPicPr>
        <p:blipFill rotWithShape="1">
          <a:blip r:embed="rId3">
            <a:alphaModFix/>
          </a:blip>
          <a:srcRect b="6398" l="6912" r="43289" t="9856"/>
          <a:stretch/>
        </p:blipFill>
        <p:spPr>
          <a:xfrm flipH="1" rot="10800000">
            <a:off x="3941575" y="124153"/>
            <a:ext cx="345405" cy="326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7" name="Google Shape;497;p20"/>
          <p:cNvGrpSpPr/>
          <p:nvPr/>
        </p:nvGrpSpPr>
        <p:grpSpPr>
          <a:xfrm flipH="1" rot="-5400431">
            <a:off x="6329756" y="1772226"/>
            <a:ext cx="5321756" cy="1664552"/>
            <a:chOff x="603050" y="2134250"/>
            <a:chExt cx="6671375" cy="1887675"/>
          </a:xfrm>
        </p:grpSpPr>
        <p:sp>
          <p:nvSpPr>
            <p:cNvPr id="498" name="Google Shape;498;p20"/>
            <p:cNvSpPr/>
            <p:nvPr/>
          </p:nvSpPr>
          <p:spPr>
            <a:xfrm>
              <a:off x="608100" y="2949275"/>
              <a:ext cx="6665750" cy="1072650"/>
            </a:xfrm>
            <a:custGeom>
              <a:rect b="b" l="l" r="r" t="t"/>
              <a:pathLst>
                <a:path extrusionOk="0" h="42906" w="266630">
                  <a:moveTo>
                    <a:pt x="242926" y="0"/>
                  </a:moveTo>
                  <a:cubicBezTo>
                    <a:pt x="241564" y="0"/>
                    <a:pt x="240185" y="76"/>
                    <a:pt x="238792" y="228"/>
                  </a:cubicBezTo>
                  <a:cubicBezTo>
                    <a:pt x="230005" y="1168"/>
                    <a:pt x="220635" y="5240"/>
                    <a:pt x="211670" y="11979"/>
                  </a:cubicBezTo>
                  <a:cubicBezTo>
                    <a:pt x="208634" y="14265"/>
                    <a:pt x="205645" y="16611"/>
                    <a:pt x="202764" y="18885"/>
                  </a:cubicBezTo>
                  <a:cubicBezTo>
                    <a:pt x="187340" y="31016"/>
                    <a:pt x="172685" y="42543"/>
                    <a:pt x="152232" y="42543"/>
                  </a:cubicBezTo>
                  <a:cubicBezTo>
                    <a:pt x="149902" y="42543"/>
                    <a:pt x="147497" y="42394"/>
                    <a:pt x="145007" y="42078"/>
                  </a:cubicBezTo>
                  <a:cubicBezTo>
                    <a:pt x="130433" y="40233"/>
                    <a:pt x="119873" y="33291"/>
                    <a:pt x="108693" y="25957"/>
                  </a:cubicBezTo>
                  <a:cubicBezTo>
                    <a:pt x="101799" y="21433"/>
                    <a:pt x="94667" y="16754"/>
                    <a:pt x="86476" y="13337"/>
                  </a:cubicBezTo>
                  <a:cubicBezTo>
                    <a:pt x="75578" y="8791"/>
                    <a:pt x="62424" y="6298"/>
                    <a:pt x="50215" y="6298"/>
                  </a:cubicBezTo>
                  <a:cubicBezTo>
                    <a:pt x="46564" y="6298"/>
                    <a:pt x="42997" y="6521"/>
                    <a:pt x="39601" y="6979"/>
                  </a:cubicBezTo>
                  <a:cubicBezTo>
                    <a:pt x="18729" y="9788"/>
                    <a:pt x="5418" y="14003"/>
                    <a:pt x="0" y="19504"/>
                  </a:cubicBezTo>
                  <a:lnTo>
                    <a:pt x="262" y="19766"/>
                  </a:lnTo>
                  <a:cubicBezTo>
                    <a:pt x="3941" y="16015"/>
                    <a:pt x="13764" y="10824"/>
                    <a:pt x="39648" y="7348"/>
                  </a:cubicBezTo>
                  <a:cubicBezTo>
                    <a:pt x="43028" y="6893"/>
                    <a:pt x="46578" y="6672"/>
                    <a:pt x="50211" y="6672"/>
                  </a:cubicBezTo>
                  <a:cubicBezTo>
                    <a:pt x="62374" y="6672"/>
                    <a:pt x="75481" y="9153"/>
                    <a:pt x="86345" y="13682"/>
                  </a:cubicBezTo>
                  <a:cubicBezTo>
                    <a:pt x="94500" y="17075"/>
                    <a:pt x="101620" y="21742"/>
                    <a:pt x="108502" y="26255"/>
                  </a:cubicBezTo>
                  <a:cubicBezTo>
                    <a:pt x="119718" y="33625"/>
                    <a:pt x="130314" y="40578"/>
                    <a:pt x="144959" y="42435"/>
                  </a:cubicBezTo>
                  <a:cubicBezTo>
                    <a:pt x="147474" y="42754"/>
                    <a:pt x="149902" y="42906"/>
                    <a:pt x="152253" y="42906"/>
                  </a:cubicBezTo>
                  <a:cubicBezTo>
                    <a:pt x="172815" y="42906"/>
                    <a:pt x="187519" y="31340"/>
                    <a:pt x="202990" y="19171"/>
                  </a:cubicBezTo>
                  <a:cubicBezTo>
                    <a:pt x="205871" y="16908"/>
                    <a:pt x="208860" y="14563"/>
                    <a:pt x="211896" y="12277"/>
                  </a:cubicBezTo>
                  <a:cubicBezTo>
                    <a:pt x="219006" y="6920"/>
                    <a:pt x="230335" y="312"/>
                    <a:pt x="242921" y="312"/>
                  </a:cubicBezTo>
                  <a:cubicBezTo>
                    <a:pt x="250504" y="312"/>
                    <a:pt x="258543" y="2711"/>
                    <a:pt x="266391" y="9229"/>
                  </a:cubicBezTo>
                  <a:lnTo>
                    <a:pt x="266629" y="8943"/>
                  </a:lnTo>
                  <a:cubicBezTo>
                    <a:pt x="259467" y="3004"/>
                    <a:pt x="251508" y="0"/>
                    <a:pt x="2429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20"/>
            <p:cNvSpPr/>
            <p:nvPr/>
          </p:nvSpPr>
          <p:spPr>
            <a:xfrm>
              <a:off x="604525" y="2938825"/>
              <a:ext cx="6669025" cy="1033425"/>
            </a:xfrm>
            <a:custGeom>
              <a:rect b="b" l="l" r="r" t="t"/>
              <a:pathLst>
                <a:path extrusionOk="0" h="41337" w="266761">
                  <a:moveTo>
                    <a:pt x="242560" y="0"/>
                  </a:moveTo>
                  <a:cubicBezTo>
                    <a:pt x="241419" y="0"/>
                    <a:pt x="240266" y="53"/>
                    <a:pt x="239102" y="158"/>
                  </a:cubicBezTo>
                  <a:cubicBezTo>
                    <a:pt x="230303" y="955"/>
                    <a:pt x="220850" y="4861"/>
                    <a:pt x="211765" y="11445"/>
                  </a:cubicBezTo>
                  <a:cubicBezTo>
                    <a:pt x="208693" y="13683"/>
                    <a:pt x="205669" y="15969"/>
                    <a:pt x="202752" y="18184"/>
                  </a:cubicBezTo>
                  <a:cubicBezTo>
                    <a:pt x="187359" y="29863"/>
                    <a:pt x="172728" y="40966"/>
                    <a:pt x="152762" y="40966"/>
                  </a:cubicBezTo>
                  <a:cubicBezTo>
                    <a:pt x="150135" y="40966"/>
                    <a:pt x="147416" y="40773"/>
                    <a:pt x="144590" y="40365"/>
                  </a:cubicBezTo>
                  <a:cubicBezTo>
                    <a:pt x="130064" y="38269"/>
                    <a:pt x="119623" y="31150"/>
                    <a:pt x="108574" y="23613"/>
                  </a:cubicBezTo>
                  <a:cubicBezTo>
                    <a:pt x="101751" y="18969"/>
                    <a:pt x="94703" y="14171"/>
                    <a:pt x="86571" y="10611"/>
                  </a:cubicBezTo>
                  <a:cubicBezTo>
                    <a:pt x="75309" y="5677"/>
                    <a:pt x="61560" y="2931"/>
                    <a:pt x="48931" y="2931"/>
                  </a:cubicBezTo>
                  <a:cubicBezTo>
                    <a:pt x="45806" y="2931"/>
                    <a:pt x="42749" y="3099"/>
                    <a:pt x="39815" y="3444"/>
                  </a:cubicBezTo>
                  <a:cubicBezTo>
                    <a:pt x="18908" y="5885"/>
                    <a:pt x="5513" y="9861"/>
                    <a:pt x="1" y="15279"/>
                  </a:cubicBezTo>
                  <a:lnTo>
                    <a:pt x="251" y="15529"/>
                  </a:lnTo>
                  <a:cubicBezTo>
                    <a:pt x="4001" y="11850"/>
                    <a:pt x="13919" y="6825"/>
                    <a:pt x="39851" y="3801"/>
                  </a:cubicBezTo>
                  <a:cubicBezTo>
                    <a:pt x="42768" y="3459"/>
                    <a:pt x="45807" y="3292"/>
                    <a:pt x="48914" y="3292"/>
                  </a:cubicBezTo>
                  <a:cubicBezTo>
                    <a:pt x="61497" y="3292"/>
                    <a:pt x="75199" y="6027"/>
                    <a:pt x="86428" y="10945"/>
                  </a:cubicBezTo>
                  <a:cubicBezTo>
                    <a:pt x="94524" y="14493"/>
                    <a:pt x="101561" y="19279"/>
                    <a:pt x="108359" y="23922"/>
                  </a:cubicBezTo>
                  <a:cubicBezTo>
                    <a:pt x="119456" y="31471"/>
                    <a:pt x="129922" y="38615"/>
                    <a:pt x="144542" y="40734"/>
                  </a:cubicBezTo>
                  <a:cubicBezTo>
                    <a:pt x="147384" y="41144"/>
                    <a:pt x="150118" y="41337"/>
                    <a:pt x="152759" y="41337"/>
                  </a:cubicBezTo>
                  <a:cubicBezTo>
                    <a:pt x="172836" y="41337"/>
                    <a:pt x="187520" y="30193"/>
                    <a:pt x="202966" y="18481"/>
                  </a:cubicBezTo>
                  <a:cubicBezTo>
                    <a:pt x="205883" y="16267"/>
                    <a:pt x="208908" y="13969"/>
                    <a:pt x="211979" y="11742"/>
                  </a:cubicBezTo>
                  <a:cubicBezTo>
                    <a:pt x="219066" y="6599"/>
                    <a:pt x="230260" y="308"/>
                    <a:pt x="242600" y="308"/>
                  </a:cubicBezTo>
                  <a:cubicBezTo>
                    <a:pt x="250370" y="308"/>
                    <a:pt x="258594" y="2802"/>
                    <a:pt x="266534" y="9647"/>
                  </a:cubicBezTo>
                  <a:lnTo>
                    <a:pt x="266760" y="9373"/>
                  </a:lnTo>
                  <a:cubicBezTo>
                    <a:pt x="259527" y="3141"/>
                    <a:pt x="251396" y="0"/>
                    <a:pt x="242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20"/>
            <p:cNvSpPr/>
            <p:nvPr/>
          </p:nvSpPr>
          <p:spPr>
            <a:xfrm>
              <a:off x="603050" y="2916775"/>
              <a:ext cx="6670800" cy="1005800"/>
            </a:xfrm>
            <a:custGeom>
              <a:rect b="b" l="l" r="r" t="t"/>
              <a:pathLst>
                <a:path extrusionOk="0" h="40232" w="266832">
                  <a:moveTo>
                    <a:pt x="47581" y="0"/>
                  </a:moveTo>
                  <a:cubicBezTo>
                    <a:pt x="44993" y="0"/>
                    <a:pt x="42457" y="119"/>
                    <a:pt x="40005" y="361"/>
                  </a:cubicBezTo>
                  <a:cubicBezTo>
                    <a:pt x="19062" y="2445"/>
                    <a:pt x="5608" y="6183"/>
                    <a:pt x="0" y="11505"/>
                  </a:cubicBezTo>
                  <a:lnTo>
                    <a:pt x="250" y="11767"/>
                  </a:lnTo>
                  <a:cubicBezTo>
                    <a:pt x="4060" y="8148"/>
                    <a:pt x="14061" y="3302"/>
                    <a:pt x="40041" y="730"/>
                  </a:cubicBezTo>
                  <a:cubicBezTo>
                    <a:pt x="42490" y="487"/>
                    <a:pt x="45023" y="368"/>
                    <a:pt x="47608" y="368"/>
                  </a:cubicBezTo>
                  <a:cubicBezTo>
                    <a:pt x="60603" y="368"/>
                    <a:pt x="74908" y="3370"/>
                    <a:pt x="86487" y="8683"/>
                  </a:cubicBezTo>
                  <a:cubicBezTo>
                    <a:pt x="94524" y="12362"/>
                    <a:pt x="101477" y="17292"/>
                    <a:pt x="108192" y="22042"/>
                  </a:cubicBezTo>
                  <a:cubicBezTo>
                    <a:pt x="119146" y="29793"/>
                    <a:pt x="129504" y="37116"/>
                    <a:pt x="144078" y="39473"/>
                  </a:cubicBezTo>
                  <a:cubicBezTo>
                    <a:pt x="147258" y="39990"/>
                    <a:pt x="150307" y="40232"/>
                    <a:pt x="153246" y="40232"/>
                  </a:cubicBezTo>
                  <a:cubicBezTo>
                    <a:pt x="172829" y="40232"/>
                    <a:pt x="187478" y="29509"/>
                    <a:pt x="202883" y="18256"/>
                  </a:cubicBezTo>
                  <a:cubicBezTo>
                    <a:pt x="205835" y="16089"/>
                    <a:pt x="208895" y="13851"/>
                    <a:pt x="212015" y="11672"/>
                  </a:cubicBezTo>
                  <a:cubicBezTo>
                    <a:pt x="219065" y="6740"/>
                    <a:pt x="230090" y="772"/>
                    <a:pt x="242173" y="772"/>
                  </a:cubicBezTo>
                  <a:cubicBezTo>
                    <a:pt x="250128" y="772"/>
                    <a:pt x="258541" y="3359"/>
                    <a:pt x="266581" y="10529"/>
                  </a:cubicBezTo>
                  <a:lnTo>
                    <a:pt x="266831" y="10255"/>
                  </a:lnTo>
                  <a:cubicBezTo>
                    <a:pt x="259528" y="3740"/>
                    <a:pt x="251234" y="461"/>
                    <a:pt x="242138" y="461"/>
                  </a:cubicBezTo>
                  <a:cubicBezTo>
                    <a:pt x="241209" y="461"/>
                    <a:pt x="240272" y="495"/>
                    <a:pt x="239328" y="563"/>
                  </a:cubicBezTo>
                  <a:cubicBezTo>
                    <a:pt x="230517" y="1206"/>
                    <a:pt x="220992" y="4945"/>
                    <a:pt x="211800" y="11374"/>
                  </a:cubicBezTo>
                  <a:cubicBezTo>
                    <a:pt x="208681" y="13553"/>
                    <a:pt x="205621" y="15791"/>
                    <a:pt x="202668" y="17958"/>
                  </a:cubicBezTo>
                  <a:cubicBezTo>
                    <a:pt x="187317" y="29187"/>
                    <a:pt x="172706" y="39865"/>
                    <a:pt x="153219" y="39865"/>
                  </a:cubicBezTo>
                  <a:cubicBezTo>
                    <a:pt x="150307" y="39865"/>
                    <a:pt x="147286" y="39627"/>
                    <a:pt x="144137" y="39116"/>
                  </a:cubicBezTo>
                  <a:cubicBezTo>
                    <a:pt x="129635" y="36770"/>
                    <a:pt x="119325" y="29472"/>
                    <a:pt x="108406" y="21745"/>
                  </a:cubicBezTo>
                  <a:cubicBezTo>
                    <a:pt x="101679" y="16982"/>
                    <a:pt x="94702" y="12053"/>
                    <a:pt x="86642" y="8350"/>
                  </a:cubicBezTo>
                  <a:cubicBezTo>
                    <a:pt x="75006" y="3014"/>
                    <a:pt x="60634" y="0"/>
                    <a:pt x="475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20"/>
            <p:cNvSpPr/>
            <p:nvPr/>
          </p:nvSpPr>
          <p:spPr>
            <a:xfrm>
              <a:off x="603625" y="2820875"/>
              <a:ext cx="6670225" cy="1052250"/>
            </a:xfrm>
            <a:custGeom>
              <a:rect b="b" l="l" r="r" t="t"/>
              <a:pathLst>
                <a:path extrusionOk="0" h="42090" w="266809">
                  <a:moveTo>
                    <a:pt x="46344" y="0"/>
                  </a:moveTo>
                  <a:cubicBezTo>
                    <a:pt x="44253" y="0"/>
                    <a:pt x="42198" y="80"/>
                    <a:pt x="40196" y="244"/>
                  </a:cubicBezTo>
                  <a:cubicBezTo>
                    <a:pt x="19218" y="1959"/>
                    <a:pt x="5692" y="5471"/>
                    <a:pt x="1" y="10686"/>
                  </a:cubicBezTo>
                  <a:lnTo>
                    <a:pt x="239" y="10948"/>
                  </a:lnTo>
                  <a:cubicBezTo>
                    <a:pt x="4120" y="7400"/>
                    <a:pt x="14193" y="2721"/>
                    <a:pt x="40220" y="601"/>
                  </a:cubicBezTo>
                  <a:cubicBezTo>
                    <a:pt x="42208" y="440"/>
                    <a:pt x="44249" y="360"/>
                    <a:pt x="46327" y="360"/>
                  </a:cubicBezTo>
                  <a:cubicBezTo>
                    <a:pt x="59706" y="360"/>
                    <a:pt x="74600" y="3646"/>
                    <a:pt x="86524" y="9376"/>
                  </a:cubicBezTo>
                  <a:cubicBezTo>
                    <a:pt x="94501" y="13198"/>
                    <a:pt x="101359" y="18234"/>
                    <a:pt x="107991" y="23104"/>
                  </a:cubicBezTo>
                  <a:cubicBezTo>
                    <a:pt x="118813" y="31046"/>
                    <a:pt x="129029" y="38546"/>
                    <a:pt x="143566" y="41166"/>
                  </a:cubicBezTo>
                  <a:cubicBezTo>
                    <a:pt x="147069" y="41797"/>
                    <a:pt x="150419" y="42090"/>
                    <a:pt x="153641" y="42090"/>
                  </a:cubicBezTo>
                  <a:cubicBezTo>
                    <a:pt x="172769" y="42090"/>
                    <a:pt x="187383" y="31783"/>
                    <a:pt x="202729" y="20961"/>
                  </a:cubicBezTo>
                  <a:cubicBezTo>
                    <a:pt x="205729" y="18854"/>
                    <a:pt x="208825" y="16663"/>
                    <a:pt x="211980" y="14543"/>
                  </a:cubicBezTo>
                  <a:cubicBezTo>
                    <a:pt x="218983" y="9825"/>
                    <a:pt x="229850" y="4171"/>
                    <a:pt x="241687" y="4171"/>
                  </a:cubicBezTo>
                  <a:cubicBezTo>
                    <a:pt x="249833" y="4171"/>
                    <a:pt x="258438" y="6849"/>
                    <a:pt x="266558" y="14353"/>
                  </a:cubicBezTo>
                  <a:lnTo>
                    <a:pt x="266808" y="14091"/>
                  </a:lnTo>
                  <a:cubicBezTo>
                    <a:pt x="259457" y="7303"/>
                    <a:pt x="251007" y="3862"/>
                    <a:pt x="241659" y="3862"/>
                  </a:cubicBezTo>
                  <a:cubicBezTo>
                    <a:pt x="240939" y="3862"/>
                    <a:pt x="240214" y="3882"/>
                    <a:pt x="239483" y="3923"/>
                  </a:cubicBezTo>
                  <a:cubicBezTo>
                    <a:pt x="230661" y="4411"/>
                    <a:pt x="221076" y="7971"/>
                    <a:pt x="211777" y="14246"/>
                  </a:cubicBezTo>
                  <a:cubicBezTo>
                    <a:pt x="208622" y="16365"/>
                    <a:pt x="205515" y="18556"/>
                    <a:pt x="202526" y="20663"/>
                  </a:cubicBezTo>
                  <a:cubicBezTo>
                    <a:pt x="187233" y="31450"/>
                    <a:pt x="172655" y="41722"/>
                    <a:pt x="153612" y="41722"/>
                  </a:cubicBezTo>
                  <a:cubicBezTo>
                    <a:pt x="150417" y="41722"/>
                    <a:pt x="147097" y="41433"/>
                    <a:pt x="143626" y="40809"/>
                  </a:cubicBezTo>
                  <a:cubicBezTo>
                    <a:pt x="129172" y="38201"/>
                    <a:pt x="118992" y="30724"/>
                    <a:pt x="108205" y="22806"/>
                  </a:cubicBezTo>
                  <a:cubicBezTo>
                    <a:pt x="101561" y="17925"/>
                    <a:pt x="94679" y="12877"/>
                    <a:pt x="86678" y="9043"/>
                  </a:cubicBezTo>
                  <a:cubicBezTo>
                    <a:pt x="74718" y="3305"/>
                    <a:pt x="59772" y="0"/>
                    <a:pt x="463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20"/>
            <p:cNvSpPr/>
            <p:nvPr/>
          </p:nvSpPr>
          <p:spPr>
            <a:xfrm>
              <a:off x="606025" y="2724425"/>
              <a:ext cx="6667825" cy="1099375"/>
            </a:xfrm>
            <a:custGeom>
              <a:rect b="b" l="l" r="r" t="t"/>
              <a:pathLst>
                <a:path extrusionOk="0" h="43975" w="266713">
                  <a:moveTo>
                    <a:pt x="45120" y="1"/>
                  </a:moveTo>
                  <a:cubicBezTo>
                    <a:pt x="43512" y="1"/>
                    <a:pt x="41927" y="50"/>
                    <a:pt x="40374" y="149"/>
                  </a:cubicBezTo>
                  <a:cubicBezTo>
                    <a:pt x="19372" y="1495"/>
                    <a:pt x="5787" y="4769"/>
                    <a:pt x="0" y="9889"/>
                  </a:cubicBezTo>
                  <a:lnTo>
                    <a:pt x="250" y="10150"/>
                  </a:lnTo>
                  <a:cubicBezTo>
                    <a:pt x="4191" y="6674"/>
                    <a:pt x="14335" y="2185"/>
                    <a:pt x="40410" y="518"/>
                  </a:cubicBezTo>
                  <a:cubicBezTo>
                    <a:pt x="41956" y="419"/>
                    <a:pt x="43534" y="370"/>
                    <a:pt x="45136" y="370"/>
                  </a:cubicBezTo>
                  <a:cubicBezTo>
                    <a:pt x="58853" y="370"/>
                    <a:pt x="74318" y="3961"/>
                    <a:pt x="86547" y="10091"/>
                  </a:cubicBezTo>
                  <a:cubicBezTo>
                    <a:pt x="94441" y="14044"/>
                    <a:pt x="101227" y="19211"/>
                    <a:pt x="107776" y="24188"/>
                  </a:cubicBezTo>
                  <a:cubicBezTo>
                    <a:pt x="118432" y="32332"/>
                    <a:pt x="128528" y="39999"/>
                    <a:pt x="143018" y="42869"/>
                  </a:cubicBezTo>
                  <a:cubicBezTo>
                    <a:pt x="146843" y="43627"/>
                    <a:pt x="150492" y="43975"/>
                    <a:pt x="153996" y="43975"/>
                  </a:cubicBezTo>
                  <a:cubicBezTo>
                    <a:pt x="172677" y="43975"/>
                    <a:pt x="187246" y="34086"/>
                    <a:pt x="202525" y="23700"/>
                  </a:cubicBezTo>
                  <a:cubicBezTo>
                    <a:pt x="205562" y="21640"/>
                    <a:pt x="208693" y="19509"/>
                    <a:pt x="211884" y="17449"/>
                  </a:cubicBezTo>
                  <a:cubicBezTo>
                    <a:pt x="218840" y="12936"/>
                    <a:pt x="229526" y="7594"/>
                    <a:pt x="241107" y="7594"/>
                  </a:cubicBezTo>
                  <a:cubicBezTo>
                    <a:pt x="249447" y="7594"/>
                    <a:pt x="258252" y="10365"/>
                    <a:pt x="266462" y="18211"/>
                  </a:cubicBezTo>
                  <a:lnTo>
                    <a:pt x="266712" y="17949"/>
                  </a:lnTo>
                  <a:cubicBezTo>
                    <a:pt x="259310" y="10864"/>
                    <a:pt x="250693" y="7276"/>
                    <a:pt x="241074" y="7276"/>
                  </a:cubicBezTo>
                  <a:cubicBezTo>
                    <a:pt x="240574" y="7276"/>
                    <a:pt x="240071" y="7285"/>
                    <a:pt x="239566" y="7305"/>
                  </a:cubicBezTo>
                  <a:cubicBezTo>
                    <a:pt x="230731" y="7638"/>
                    <a:pt x="221099" y="11043"/>
                    <a:pt x="211681" y="17139"/>
                  </a:cubicBezTo>
                  <a:cubicBezTo>
                    <a:pt x="208490" y="19211"/>
                    <a:pt x="205359" y="21342"/>
                    <a:pt x="202323" y="23402"/>
                  </a:cubicBezTo>
                  <a:cubicBezTo>
                    <a:pt x="187090" y="33751"/>
                    <a:pt x="172575" y="43610"/>
                    <a:pt x="153990" y="43610"/>
                  </a:cubicBezTo>
                  <a:cubicBezTo>
                    <a:pt x="150510" y="43610"/>
                    <a:pt x="146887" y="43265"/>
                    <a:pt x="143089" y="42512"/>
                  </a:cubicBezTo>
                  <a:cubicBezTo>
                    <a:pt x="128683" y="39654"/>
                    <a:pt x="118622" y="31998"/>
                    <a:pt x="107990" y="23902"/>
                  </a:cubicBezTo>
                  <a:cubicBezTo>
                    <a:pt x="101418" y="18913"/>
                    <a:pt x="94631" y="13734"/>
                    <a:pt x="86701" y="9758"/>
                  </a:cubicBezTo>
                  <a:cubicBezTo>
                    <a:pt x="74419" y="3595"/>
                    <a:pt x="58900" y="1"/>
                    <a:pt x="45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20"/>
            <p:cNvSpPr/>
            <p:nvPr/>
          </p:nvSpPr>
          <p:spPr>
            <a:xfrm>
              <a:off x="610775" y="2627700"/>
              <a:ext cx="6663075" cy="1147100"/>
            </a:xfrm>
            <a:custGeom>
              <a:rect b="b" l="l" r="r" t="t"/>
              <a:pathLst>
                <a:path extrusionOk="0" h="45884" w="266523">
                  <a:moveTo>
                    <a:pt x="43919" y="0"/>
                  </a:moveTo>
                  <a:cubicBezTo>
                    <a:pt x="42779" y="0"/>
                    <a:pt x="41652" y="26"/>
                    <a:pt x="40541" y="77"/>
                  </a:cubicBezTo>
                  <a:cubicBezTo>
                    <a:pt x="19515" y="1054"/>
                    <a:pt x="5870" y="4090"/>
                    <a:pt x="1" y="9102"/>
                  </a:cubicBezTo>
                  <a:lnTo>
                    <a:pt x="239" y="9376"/>
                  </a:lnTo>
                  <a:cubicBezTo>
                    <a:pt x="4227" y="5971"/>
                    <a:pt x="14467" y="1649"/>
                    <a:pt x="40553" y="434"/>
                  </a:cubicBezTo>
                  <a:cubicBezTo>
                    <a:pt x="41663" y="383"/>
                    <a:pt x="42788" y="357"/>
                    <a:pt x="43926" y="357"/>
                  </a:cubicBezTo>
                  <a:cubicBezTo>
                    <a:pt x="57980" y="357"/>
                    <a:pt x="73989" y="4252"/>
                    <a:pt x="86523" y="10817"/>
                  </a:cubicBezTo>
                  <a:cubicBezTo>
                    <a:pt x="94346" y="14912"/>
                    <a:pt x="101037" y="20187"/>
                    <a:pt x="107502" y="25283"/>
                  </a:cubicBezTo>
                  <a:cubicBezTo>
                    <a:pt x="118039" y="33593"/>
                    <a:pt x="127981" y="41451"/>
                    <a:pt x="142411" y="44571"/>
                  </a:cubicBezTo>
                  <a:cubicBezTo>
                    <a:pt x="146566" y="45473"/>
                    <a:pt x="150520" y="45883"/>
                    <a:pt x="154313" y="45883"/>
                  </a:cubicBezTo>
                  <a:cubicBezTo>
                    <a:pt x="172548" y="45883"/>
                    <a:pt x="187052" y="36397"/>
                    <a:pt x="202240" y="26461"/>
                  </a:cubicBezTo>
                  <a:cubicBezTo>
                    <a:pt x="205312" y="24449"/>
                    <a:pt x="208491" y="22378"/>
                    <a:pt x="211706" y="20365"/>
                  </a:cubicBezTo>
                  <a:cubicBezTo>
                    <a:pt x="218611" y="16054"/>
                    <a:pt x="229117" y="11007"/>
                    <a:pt x="240446" y="11007"/>
                  </a:cubicBezTo>
                  <a:cubicBezTo>
                    <a:pt x="248983" y="11007"/>
                    <a:pt x="257988" y="13873"/>
                    <a:pt x="266272" y="22080"/>
                  </a:cubicBezTo>
                  <a:lnTo>
                    <a:pt x="266522" y="21818"/>
                  </a:lnTo>
                  <a:cubicBezTo>
                    <a:pt x="259063" y="14429"/>
                    <a:pt x="250259" y="10690"/>
                    <a:pt x="240352" y="10690"/>
                  </a:cubicBezTo>
                  <a:cubicBezTo>
                    <a:pt x="240091" y="10690"/>
                    <a:pt x="239829" y="10692"/>
                    <a:pt x="239566" y="10698"/>
                  </a:cubicBezTo>
                  <a:cubicBezTo>
                    <a:pt x="230732" y="10876"/>
                    <a:pt x="221040" y="14115"/>
                    <a:pt x="211515" y="20056"/>
                  </a:cubicBezTo>
                  <a:cubicBezTo>
                    <a:pt x="208300" y="22068"/>
                    <a:pt x="205122" y="24152"/>
                    <a:pt x="202050" y="26152"/>
                  </a:cubicBezTo>
                  <a:cubicBezTo>
                    <a:pt x="186888" y="36065"/>
                    <a:pt x="172430" y="45521"/>
                    <a:pt x="154274" y="45521"/>
                  </a:cubicBezTo>
                  <a:cubicBezTo>
                    <a:pt x="150515" y="45521"/>
                    <a:pt x="146598" y="45116"/>
                    <a:pt x="142483" y="44226"/>
                  </a:cubicBezTo>
                  <a:cubicBezTo>
                    <a:pt x="128136" y="41118"/>
                    <a:pt x="118218" y="33284"/>
                    <a:pt x="107716" y="24997"/>
                  </a:cubicBezTo>
                  <a:cubicBezTo>
                    <a:pt x="101239" y="19889"/>
                    <a:pt x="94548" y="14603"/>
                    <a:pt x="86690" y="10495"/>
                  </a:cubicBezTo>
                  <a:cubicBezTo>
                    <a:pt x="74109" y="3907"/>
                    <a:pt x="58032" y="0"/>
                    <a:pt x="439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20"/>
            <p:cNvSpPr/>
            <p:nvPr/>
          </p:nvSpPr>
          <p:spPr>
            <a:xfrm>
              <a:off x="617325" y="2530375"/>
              <a:ext cx="6656525" cy="1195600"/>
            </a:xfrm>
            <a:custGeom>
              <a:rect b="b" l="l" r="r" t="t"/>
              <a:pathLst>
                <a:path extrusionOk="0" h="47824" w="266261">
                  <a:moveTo>
                    <a:pt x="42753" y="0"/>
                  </a:moveTo>
                  <a:cubicBezTo>
                    <a:pt x="42062" y="0"/>
                    <a:pt x="41376" y="10"/>
                    <a:pt x="40696" y="29"/>
                  </a:cubicBezTo>
                  <a:cubicBezTo>
                    <a:pt x="19646" y="637"/>
                    <a:pt x="5966" y="3435"/>
                    <a:pt x="1" y="8352"/>
                  </a:cubicBezTo>
                  <a:lnTo>
                    <a:pt x="227" y="8626"/>
                  </a:lnTo>
                  <a:cubicBezTo>
                    <a:pt x="4287" y="5292"/>
                    <a:pt x="14598" y="1149"/>
                    <a:pt x="40696" y="387"/>
                  </a:cubicBezTo>
                  <a:cubicBezTo>
                    <a:pt x="41375" y="367"/>
                    <a:pt x="42061" y="357"/>
                    <a:pt x="42751" y="357"/>
                  </a:cubicBezTo>
                  <a:cubicBezTo>
                    <a:pt x="57119" y="357"/>
                    <a:pt x="73684" y="4580"/>
                    <a:pt x="86476" y="11566"/>
                  </a:cubicBezTo>
                  <a:cubicBezTo>
                    <a:pt x="94239" y="15805"/>
                    <a:pt x="100823" y="21199"/>
                    <a:pt x="107193" y="26402"/>
                  </a:cubicBezTo>
                  <a:cubicBezTo>
                    <a:pt x="117587" y="34903"/>
                    <a:pt x="127397" y="42927"/>
                    <a:pt x="141768" y="46297"/>
                  </a:cubicBezTo>
                  <a:cubicBezTo>
                    <a:pt x="146242" y="47349"/>
                    <a:pt x="150491" y="47823"/>
                    <a:pt x="154562" y="47823"/>
                  </a:cubicBezTo>
                  <a:cubicBezTo>
                    <a:pt x="172376" y="47823"/>
                    <a:pt x="186800" y="38740"/>
                    <a:pt x="201919" y="29223"/>
                  </a:cubicBezTo>
                  <a:cubicBezTo>
                    <a:pt x="205014" y="27271"/>
                    <a:pt x="208229" y="25259"/>
                    <a:pt x="211479" y="23306"/>
                  </a:cubicBezTo>
                  <a:cubicBezTo>
                    <a:pt x="218321" y="19200"/>
                    <a:pt x="228632" y="14450"/>
                    <a:pt x="239705" y="14450"/>
                  </a:cubicBezTo>
                  <a:cubicBezTo>
                    <a:pt x="248443" y="14450"/>
                    <a:pt x="257655" y="17408"/>
                    <a:pt x="266010" y="25973"/>
                  </a:cubicBezTo>
                  <a:lnTo>
                    <a:pt x="266260" y="25711"/>
                  </a:lnTo>
                  <a:cubicBezTo>
                    <a:pt x="258758" y="18019"/>
                    <a:pt x="249789" y="14126"/>
                    <a:pt x="239600" y="14126"/>
                  </a:cubicBezTo>
                  <a:cubicBezTo>
                    <a:pt x="239569" y="14126"/>
                    <a:pt x="239538" y="14126"/>
                    <a:pt x="239507" y="14126"/>
                  </a:cubicBezTo>
                  <a:cubicBezTo>
                    <a:pt x="230672" y="14150"/>
                    <a:pt x="220921" y="17222"/>
                    <a:pt x="211301" y="22996"/>
                  </a:cubicBezTo>
                  <a:cubicBezTo>
                    <a:pt x="208038" y="24949"/>
                    <a:pt x="204824" y="26973"/>
                    <a:pt x="201728" y="28926"/>
                  </a:cubicBezTo>
                  <a:cubicBezTo>
                    <a:pt x="186657" y="38411"/>
                    <a:pt x="172266" y="47461"/>
                    <a:pt x="154532" y="47461"/>
                  </a:cubicBezTo>
                  <a:cubicBezTo>
                    <a:pt x="150494" y="47461"/>
                    <a:pt x="146283" y="46992"/>
                    <a:pt x="141852" y="45952"/>
                  </a:cubicBezTo>
                  <a:cubicBezTo>
                    <a:pt x="127564" y="42594"/>
                    <a:pt x="117777" y="34593"/>
                    <a:pt x="107431" y="26128"/>
                  </a:cubicBezTo>
                  <a:cubicBezTo>
                    <a:pt x="101037" y="20901"/>
                    <a:pt x="94441" y="15507"/>
                    <a:pt x="86654" y="11245"/>
                  </a:cubicBezTo>
                  <a:cubicBezTo>
                    <a:pt x="73804" y="4235"/>
                    <a:pt x="57180" y="0"/>
                    <a:pt x="427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20"/>
            <p:cNvSpPr/>
            <p:nvPr/>
          </p:nvSpPr>
          <p:spPr>
            <a:xfrm>
              <a:off x="625950" y="2432750"/>
              <a:ext cx="6647900" cy="1244800"/>
            </a:xfrm>
            <a:custGeom>
              <a:rect b="b" l="l" r="r" t="t"/>
              <a:pathLst>
                <a:path extrusionOk="0" h="49792" w="265916">
                  <a:moveTo>
                    <a:pt x="41667" y="0"/>
                  </a:moveTo>
                  <a:cubicBezTo>
                    <a:pt x="41386" y="0"/>
                    <a:pt x="41106" y="2"/>
                    <a:pt x="40827" y="5"/>
                  </a:cubicBezTo>
                  <a:cubicBezTo>
                    <a:pt x="19777" y="243"/>
                    <a:pt x="6049" y="2803"/>
                    <a:pt x="1" y="7613"/>
                  </a:cubicBezTo>
                  <a:lnTo>
                    <a:pt x="227" y="7899"/>
                  </a:lnTo>
                  <a:cubicBezTo>
                    <a:pt x="4335" y="4625"/>
                    <a:pt x="14717" y="672"/>
                    <a:pt x="40827" y="362"/>
                  </a:cubicBezTo>
                  <a:cubicBezTo>
                    <a:pt x="41089" y="360"/>
                    <a:pt x="41350" y="358"/>
                    <a:pt x="41613" y="358"/>
                  </a:cubicBezTo>
                  <a:cubicBezTo>
                    <a:pt x="56276" y="358"/>
                    <a:pt x="73363" y="4913"/>
                    <a:pt x="86405" y="12340"/>
                  </a:cubicBezTo>
                  <a:cubicBezTo>
                    <a:pt x="94096" y="16710"/>
                    <a:pt x="100585" y="22210"/>
                    <a:pt x="106871" y="27532"/>
                  </a:cubicBezTo>
                  <a:cubicBezTo>
                    <a:pt x="117111" y="36212"/>
                    <a:pt x="126779" y="44404"/>
                    <a:pt x="141078" y="48035"/>
                  </a:cubicBezTo>
                  <a:cubicBezTo>
                    <a:pt x="145866" y="49249"/>
                    <a:pt x="150405" y="49792"/>
                    <a:pt x="154753" y="49792"/>
                  </a:cubicBezTo>
                  <a:cubicBezTo>
                    <a:pt x="172149" y="49792"/>
                    <a:pt x="186490" y="41108"/>
                    <a:pt x="201502" y="32021"/>
                  </a:cubicBezTo>
                  <a:cubicBezTo>
                    <a:pt x="204645" y="30116"/>
                    <a:pt x="207884" y="28152"/>
                    <a:pt x="211182" y="26258"/>
                  </a:cubicBezTo>
                  <a:cubicBezTo>
                    <a:pt x="217949" y="22353"/>
                    <a:pt x="228064" y="17884"/>
                    <a:pt x="238884" y="17884"/>
                  </a:cubicBezTo>
                  <a:cubicBezTo>
                    <a:pt x="247824" y="17884"/>
                    <a:pt x="257244" y="20936"/>
                    <a:pt x="265653" y="29878"/>
                  </a:cubicBezTo>
                  <a:lnTo>
                    <a:pt x="265915" y="29628"/>
                  </a:lnTo>
                  <a:cubicBezTo>
                    <a:pt x="258521" y="21770"/>
                    <a:pt x="249592" y="17722"/>
                    <a:pt x="239364" y="17567"/>
                  </a:cubicBezTo>
                  <a:cubicBezTo>
                    <a:pt x="239173" y="17564"/>
                    <a:pt x="238981" y="17563"/>
                    <a:pt x="238788" y="17563"/>
                  </a:cubicBezTo>
                  <a:cubicBezTo>
                    <a:pt x="230104" y="17563"/>
                    <a:pt x="220508" y="20451"/>
                    <a:pt x="211003" y="25937"/>
                  </a:cubicBezTo>
                  <a:cubicBezTo>
                    <a:pt x="207717" y="27842"/>
                    <a:pt x="204467" y="29807"/>
                    <a:pt x="201336" y="31700"/>
                  </a:cubicBezTo>
                  <a:cubicBezTo>
                    <a:pt x="186364" y="40762"/>
                    <a:pt x="172056" y="49421"/>
                    <a:pt x="154743" y="49421"/>
                  </a:cubicBezTo>
                  <a:cubicBezTo>
                    <a:pt x="150426" y="49421"/>
                    <a:pt x="145921" y="48883"/>
                    <a:pt x="141173" y="47678"/>
                  </a:cubicBezTo>
                  <a:cubicBezTo>
                    <a:pt x="126945" y="44082"/>
                    <a:pt x="117301" y="35903"/>
                    <a:pt x="107098" y="27259"/>
                  </a:cubicBezTo>
                  <a:cubicBezTo>
                    <a:pt x="100799" y="21925"/>
                    <a:pt x="94298" y="16412"/>
                    <a:pt x="86583" y="12031"/>
                  </a:cubicBezTo>
                  <a:cubicBezTo>
                    <a:pt x="73509" y="4577"/>
                    <a:pt x="56377" y="0"/>
                    <a:pt x="416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20"/>
            <p:cNvSpPr/>
            <p:nvPr/>
          </p:nvSpPr>
          <p:spPr>
            <a:xfrm>
              <a:off x="636675" y="2334800"/>
              <a:ext cx="6637450" cy="1294425"/>
            </a:xfrm>
            <a:custGeom>
              <a:rect b="b" l="l" r="r" t="t"/>
              <a:pathLst>
                <a:path extrusionOk="0" h="51777" w="265498">
                  <a:moveTo>
                    <a:pt x="39287" y="1"/>
                  </a:moveTo>
                  <a:cubicBezTo>
                    <a:pt x="19177" y="1"/>
                    <a:pt x="5968" y="2322"/>
                    <a:pt x="0" y="6900"/>
                  </a:cubicBezTo>
                  <a:lnTo>
                    <a:pt x="227" y="7186"/>
                  </a:lnTo>
                  <a:cubicBezTo>
                    <a:pt x="4311" y="4047"/>
                    <a:pt x="14422" y="359"/>
                    <a:pt x="39404" y="359"/>
                  </a:cubicBezTo>
                  <a:cubicBezTo>
                    <a:pt x="39912" y="359"/>
                    <a:pt x="40426" y="360"/>
                    <a:pt x="40946" y="363"/>
                  </a:cubicBezTo>
                  <a:cubicBezTo>
                    <a:pt x="55781" y="447"/>
                    <a:pt x="73164" y="5340"/>
                    <a:pt x="86309" y="13127"/>
                  </a:cubicBezTo>
                  <a:cubicBezTo>
                    <a:pt x="93917" y="17639"/>
                    <a:pt x="100311" y="23247"/>
                    <a:pt x="106502" y="28676"/>
                  </a:cubicBezTo>
                  <a:cubicBezTo>
                    <a:pt x="116586" y="37535"/>
                    <a:pt x="126111" y="45905"/>
                    <a:pt x="140363" y="49774"/>
                  </a:cubicBezTo>
                  <a:cubicBezTo>
                    <a:pt x="145461" y="51162"/>
                    <a:pt x="150287" y="51777"/>
                    <a:pt x="154911" y="51777"/>
                  </a:cubicBezTo>
                  <a:cubicBezTo>
                    <a:pt x="171899" y="51777"/>
                    <a:pt x="186153" y="43484"/>
                    <a:pt x="201061" y="34808"/>
                  </a:cubicBezTo>
                  <a:cubicBezTo>
                    <a:pt x="204228" y="32963"/>
                    <a:pt x="207503" y="31058"/>
                    <a:pt x="210836" y="29212"/>
                  </a:cubicBezTo>
                  <a:cubicBezTo>
                    <a:pt x="217522" y="25512"/>
                    <a:pt x="227422" y="21326"/>
                    <a:pt x="237978" y="21326"/>
                  </a:cubicBezTo>
                  <a:cubicBezTo>
                    <a:pt x="247122" y="21326"/>
                    <a:pt x="256758" y="24467"/>
                    <a:pt x="265224" y="33784"/>
                  </a:cubicBezTo>
                  <a:lnTo>
                    <a:pt x="265498" y="33546"/>
                  </a:lnTo>
                  <a:cubicBezTo>
                    <a:pt x="258247" y="25569"/>
                    <a:pt x="249377" y="21354"/>
                    <a:pt x="239149" y="21033"/>
                  </a:cubicBezTo>
                  <a:cubicBezTo>
                    <a:pt x="238730" y="21019"/>
                    <a:pt x="238308" y="21012"/>
                    <a:pt x="237884" y="21012"/>
                  </a:cubicBezTo>
                  <a:cubicBezTo>
                    <a:pt x="229391" y="21012"/>
                    <a:pt x="220013" y="23731"/>
                    <a:pt x="210658" y="28903"/>
                  </a:cubicBezTo>
                  <a:cubicBezTo>
                    <a:pt x="207324" y="30748"/>
                    <a:pt x="204050" y="32653"/>
                    <a:pt x="200871" y="34498"/>
                  </a:cubicBezTo>
                  <a:cubicBezTo>
                    <a:pt x="186013" y="43140"/>
                    <a:pt x="171810" y="51406"/>
                    <a:pt x="154899" y="51406"/>
                  </a:cubicBezTo>
                  <a:cubicBezTo>
                    <a:pt x="150304" y="51406"/>
                    <a:pt x="145509" y="50796"/>
                    <a:pt x="140447" y="49417"/>
                  </a:cubicBezTo>
                  <a:cubicBezTo>
                    <a:pt x="126290" y="45571"/>
                    <a:pt x="116789" y="37237"/>
                    <a:pt x="106740" y="28402"/>
                  </a:cubicBezTo>
                  <a:cubicBezTo>
                    <a:pt x="100537" y="22961"/>
                    <a:pt x="94131" y="17342"/>
                    <a:pt x="86499" y="12817"/>
                  </a:cubicBezTo>
                  <a:cubicBezTo>
                    <a:pt x="73295" y="4995"/>
                    <a:pt x="55841" y="89"/>
                    <a:pt x="40958" y="6"/>
                  </a:cubicBezTo>
                  <a:cubicBezTo>
                    <a:pt x="40396" y="3"/>
                    <a:pt x="39839" y="1"/>
                    <a:pt x="392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20"/>
            <p:cNvSpPr/>
            <p:nvPr/>
          </p:nvSpPr>
          <p:spPr>
            <a:xfrm>
              <a:off x="649475" y="2235200"/>
              <a:ext cx="6624950" cy="1345700"/>
            </a:xfrm>
            <a:custGeom>
              <a:rect b="b" l="l" r="r" t="t"/>
              <a:pathLst>
                <a:path extrusionOk="0" h="53828" w="264998">
                  <a:moveTo>
                    <a:pt x="35160" y="0"/>
                  </a:moveTo>
                  <a:cubicBezTo>
                    <a:pt x="17419" y="0"/>
                    <a:pt x="5602" y="2101"/>
                    <a:pt x="0" y="6240"/>
                  </a:cubicBezTo>
                  <a:lnTo>
                    <a:pt x="215" y="6538"/>
                  </a:lnTo>
                  <a:cubicBezTo>
                    <a:pt x="4112" y="3654"/>
                    <a:pt x="13403" y="362"/>
                    <a:pt x="35411" y="362"/>
                  </a:cubicBezTo>
                  <a:cubicBezTo>
                    <a:pt x="37206" y="362"/>
                    <a:pt x="39085" y="384"/>
                    <a:pt x="41053" y="430"/>
                  </a:cubicBezTo>
                  <a:cubicBezTo>
                    <a:pt x="55876" y="787"/>
                    <a:pt x="73176" y="5978"/>
                    <a:pt x="86202" y="13979"/>
                  </a:cubicBezTo>
                  <a:cubicBezTo>
                    <a:pt x="93726" y="18623"/>
                    <a:pt x="100025" y="24350"/>
                    <a:pt x="106109" y="29886"/>
                  </a:cubicBezTo>
                  <a:cubicBezTo>
                    <a:pt x="116039" y="38911"/>
                    <a:pt x="125421" y="47436"/>
                    <a:pt x="139601" y="51567"/>
                  </a:cubicBezTo>
                  <a:cubicBezTo>
                    <a:pt x="145004" y="53139"/>
                    <a:pt x="150116" y="53827"/>
                    <a:pt x="155015" y="53827"/>
                  </a:cubicBezTo>
                  <a:cubicBezTo>
                    <a:pt x="171610" y="53827"/>
                    <a:pt x="185768" y="45925"/>
                    <a:pt x="200549" y="37661"/>
                  </a:cubicBezTo>
                  <a:cubicBezTo>
                    <a:pt x="203752" y="35875"/>
                    <a:pt x="207062" y="34030"/>
                    <a:pt x="210420" y="32244"/>
                  </a:cubicBezTo>
                  <a:cubicBezTo>
                    <a:pt x="217020" y="28737"/>
                    <a:pt x="226700" y="24823"/>
                    <a:pt x="236995" y="24823"/>
                  </a:cubicBezTo>
                  <a:cubicBezTo>
                    <a:pt x="246347" y="24823"/>
                    <a:pt x="256206" y="28053"/>
                    <a:pt x="264724" y="37756"/>
                  </a:cubicBezTo>
                  <a:lnTo>
                    <a:pt x="264998" y="37518"/>
                  </a:lnTo>
                  <a:cubicBezTo>
                    <a:pt x="257890" y="29422"/>
                    <a:pt x="249103" y="25052"/>
                    <a:pt x="238887" y="24552"/>
                  </a:cubicBezTo>
                  <a:cubicBezTo>
                    <a:pt x="238234" y="24520"/>
                    <a:pt x="237575" y="24503"/>
                    <a:pt x="236910" y="24503"/>
                  </a:cubicBezTo>
                  <a:cubicBezTo>
                    <a:pt x="228589" y="24503"/>
                    <a:pt x="219426" y="27049"/>
                    <a:pt x="210253" y="31922"/>
                  </a:cubicBezTo>
                  <a:cubicBezTo>
                    <a:pt x="206883" y="33708"/>
                    <a:pt x="203574" y="35565"/>
                    <a:pt x="200371" y="37351"/>
                  </a:cubicBezTo>
                  <a:cubicBezTo>
                    <a:pt x="185637" y="45583"/>
                    <a:pt x="171528" y="53466"/>
                    <a:pt x="155004" y="53466"/>
                  </a:cubicBezTo>
                  <a:cubicBezTo>
                    <a:pt x="150137" y="53466"/>
                    <a:pt x="145060" y="52782"/>
                    <a:pt x="139696" y="51222"/>
                  </a:cubicBezTo>
                  <a:cubicBezTo>
                    <a:pt x="125599" y="47114"/>
                    <a:pt x="116253" y="38613"/>
                    <a:pt x="106359" y="29612"/>
                  </a:cubicBezTo>
                  <a:cubicBezTo>
                    <a:pt x="100251" y="24064"/>
                    <a:pt x="93941" y="18325"/>
                    <a:pt x="86392" y="13682"/>
                  </a:cubicBezTo>
                  <a:cubicBezTo>
                    <a:pt x="73331" y="5633"/>
                    <a:pt x="55960" y="418"/>
                    <a:pt x="41077" y="73"/>
                  </a:cubicBezTo>
                  <a:cubicBezTo>
                    <a:pt x="39037" y="25"/>
                    <a:pt x="37064" y="0"/>
                    <a:pt x="35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20"/>
            <p:cNvSpPr/>
            <p:nvPr/>
          </p:nvSpPr>
          <p:spPr>
            <a:xfrm>
              <a:off x="664050" y="2134250"/>
              <a:ext cx="6610375" cy="1399125"/>
            </a:xfrm>
            <a:custGeom>
              <a:rect b="b" l="l" r="r" t="t"/>
              <a:pathLst>
                <a:path extrusionOk="0" h="55965" w="264415">
                  <a:moveTo>
                    <a:pt x="31658" y="1"/>
                  </a:moveTo>
                  <a:cubicBezTo>
                    <a:pt x="15910" y="1"/>
                    <a:pt x="5285" y="1898"/>
                    <a:pt x="1" y="5671"/>
                  </a:cubicBezTo>
                  <a:lnTo>
                    <a:pt x="215" y="5968"/>
                  </a:lnTo>
                  <a:cubicBezTo>
                    <a:pt x="3941" y="3311"/>
                    <a:pt x="12454" y="374"/>
                    <a:pt x="31865" y="374"/>
                  </a:cubicBezTo>
                  <a:cubicBezTo>
                    <a:pt x="34721" y="374"/>
                    <a:pt x="37813" y="437"/>
                    <a:pt x="41161" y="575"/>
                  </a:cubicBezTo>
                  <a:cubicBezTo>
                    <a:pt x="55972" y="1182"/>
                    <a:pt x="73177" y="6671"/>
                    <a:pt x="86047" y="14910"/>
                  </a:cubicBezTo>
                  <a:cubicBezTo>
                    <a:pt x="93489" y="19684"/>
                    <a:pt x="99692" y="25518"/>
                    <a:pt x="105681" y="31162"/>
                  </a:cubicBezTo>
                  <a:cubicBezTo>
                    <a:pt x="115456" y="40365"/>
                    <a:pt x="124683" y="49045"/>
                    <a:pt x="138792" y="53427"/>
                  </a:cubicBezTo>
                  <a:cubicBezTo>
                    <a:pt x="144499" y="55196"/>
                    <a:pt x="149895" y="55964"/>
                    <a:pt x="155070" y="55964"/>
                  </a:cubicBezTo>
                  <a:cubicBezTo>
                    <a:pt x="171272" y="55964"/>
                    <a:pt x="185312" y="48439"/>
                    <a:pt x="199966" y="40580"/>
                  </a:cubicBezTo>
                  <a:cubicBezTo>
                    <a:pt x="203205" y="38853"/>
                    <a:pt x="206539" y="37056"/>
                    <a:pt x="209932" y="35329"/>
                  </a:cubicBezTo>
                  <a:cubicBezTo>
                    <a:pt x="216438" y="32021"/>
                    <a:pt x="225885" y="28376"/>
                    <a:pt x="235908" y="28376"/>
                  </a:cubicBezTo>
                  <a:cubicBezTo>
                    <a:pt x="245474" y="28376"/>
                    <a:pt x="255565" y="31695"/>
                    <a:pt x="264129" y="41794"/>
                  </a:cubicBezTo>
                  <a:lnTo>
                    <a:pt x="264415" y="41568"/>
                  </a:lnTo>
                  <a:cubicBezTo>
                    <a:pt x="257438" y="33341"/>
                    <a:pt x="248734" y="28828"/>
                    <a:pt x="238519" y="28138"/>
                  </a:cubicBezTo>
                  <a:cubicBezTo>
                    <a:pt x="237634" y="28078"/>
                    <a:pt x="236737" y="28048"/>
                    <a:pt x="235830" y="28048"/>
                  </a:cubicBezTo>
                  <a:cubicBezTo>
                    <a:pt x="227710" y="28048"/>
                    <a:pt x="218762" y="30434"/>
                    <a:pt x="209765" y="35008"/>
                  </a:cubicBezTo>
                  <a:cubicBezTo>
                    <a:pt x="206372" y="36734"/>
                    <a:pt x="203026" y="38532"/>
                    <a:pt x="199800" y="40258"/>
                  </a:cubicBezTo>
                  <a:cubicBezTo>
                    <a:pt x="185191" y="48086"/>
                    <a:pt x="171191" y="55586"/>
                    <a:pt x="155054" y="55586"/>
                  </a:cubicBezTo>
                  <a:cubicBezTo>
                    <a:pt x="149912" y="55586"/>
                    <a:pt x="144552" y="54824"/>
                    <a:pt x="138887" y="53069"/>
                  </a:cubicBezTo>
                  <a:cubicBezTo>
                    <a:pt x="124862" y="48724"/>
                    <a:pt x="115658" y="40068"/>
                    <a:pt x="105931" y="30900"/>
                  </a:cubicBezTo>
                  <a:cubicBezTo>
                    <a:pt x="99918" y="25245"/>
                    <a:pt x="93715" y="19387"/>
                    <a:pt x="86238" y="14612"/>
                  </a:cubicBezTo>
                  <a:cubicBezTo>
                    <a:pt x="73320" y="6337"/>
                    <a:pt x="56055" y="813"/>
                    <a:pt x="41173" y="206"/>
                  </a:cubicBezTo>
                  <a:cubicBezTo>
                    <a:pt x="37818" y="69"/>
                    <a:pt x="34646" y="1"/>
                    <a:pt x="316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509" name="Google Shape;509;p20"/>
          <p:cNvPicPr preferRelativeResize="0"/>
          <p:nvPr/>
        </p:nvPicPr>
        <p:blipFill rotWithShape="1">
          <a:blip r:embed="rId4">
            <a:alphaModFix/>
          </a:blip>
          <a:srcRect b="709" l="0" r="0" t="699"/>
          <a:stretch/>
        </p:blipFill>
        <p:spPr>
          <a:xfrm flipH="1" rot="10800000">
            <a:off x="8355500" y="2660780"/>
            <a:ext cx="470732" cy="445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p20"/>
          <p:cNvPicPr preferRelativeResize="0"/>
          <p:nvPr/>
        </p:nvPicPr>
        <p:blipFill rotWithShape="1">
          <a:blip r:embed="rId4">
            <a:alphaModFix/>
          </a:blip>
          <a:srcRect b="709" l="0" r="0" t="699"/>
          <a:stretch/>
        </p:blipFill>
        <p:spPr>
          <a:xfrm flipH="1" rot="10800000">
            <a:off x="1426125" y="4611603"/>
            <a:ext cx="345405" cy="32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20"/>
          <p:cNvPicPr preferRelativeResize="0"/>
          <p:nvPr/>
        </p:nvPicPr>
        <p:blipFill rotWithShape="1">
          <a:blip r:embed="rId5">
            <a:alphaModFix/>
          </a:blip>
          <a:srcRect b="2866" l="0" r="0" t="2856"/>
          <a:stretch/>
        </p:blipFill>
        <p:spPr>
          <a:xfrm flipH="1" rot="10800000">
            <a:off x="-363450" y="2796385"/>
            <a:ext cx="966901" cy="874676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20"/>
          <p:cNvSpPr txBox="1"/>
          <p:nvPr>
            <p:ph type="title"/>
          </p:nvPr>
        </p:nvSpPr>
        <p:spPr>
          <a:xfrm>
            <a:off x="720000" y="45421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513" name="Google Shape;513;p20"/>
          <p:cNvSpPr txBox="1"/>
          <p:nvPr>
            <p:ph idx="1" type="subTitle"/>
          </p:nvPr>
        </p:nvSpPr>
        <p:spPr>
          <a:xfrm>
            <a:off x="5035386" y="3757900"/>
            <a:ext cx="2643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4" name="Google Shape;514;p20"/>
          <p:cNvSpPr txBox="1"/>
          <p:nvPr>
            <p:ph idx="2" type="subTitle"/>
          </p:nvPr>
        </p:nvSpPr>
        <p:spPr>
          <a:xfrm>
            <a:off x="1464714" y="3757900"/>
            <a:ext cx="2643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5" name="Google Shape;515;p20"/>
          <p:cNvSpPr txBox="1"/>
          <p:nvPr>
            <p:ph idx="3" type="subTitle"/>
          </p:nvPr>
        </p:nvSpPr>
        <p:spPr>
          <a:xfrm>
            <a:off x="1464714" y="3370575"/>
            <a:ext cx="2643900" cy="45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1800">
                <a:latin typeface="Coda"/>
                <a:ea typeface="Coda"/>
                <a:cs typeface="Coda"/>
                <a:sym typeface="Cod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500"/>
              <a:buFont typeface="Arial"/>
              <a:buNone/>
              <a:defRPr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6" name="Google Shape;516;p20"/>
          <p:cNvSpPr txBox="1"/>
          <p:nvPr>
            <p:ph idx="4" type="subTitle"/>
          </p:nvPr>
        </p:nvSpPr>
        <p:spPr>
          <a:xfrm>
            <a:off x="5035386" y="3370575"/>
            <a:ext cx="2643900" cy="45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1800">
                <a:latin typeface="Coda"/>
                <a:ea typeface="Coda"/>
                <a:cs typeface="Coda"/>
                <a:sym typeface="Cod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500"/>
              <a:buFont typeface="Arial"/>
              <a:buNone/>
              <a:defRPr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8" name="Google Shape;518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21"/>
          <p:cNvSpPr txBox="1"/>
          <p:nvPr>
            <p:ph idx="1" type="subTitle"/>
          </p:nvPr>
        </p:nvSpPr>
        <p:spPr>
          <a:xfrm>
            <a:off x="703538" y="2627250"/>
            <a:ext cx="2336400" cy="45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latin typeface="Coda"/>
                <a:ea typeface="Coda"/>
                <a:cs typeface="Coda"/>
                <a:sym typeface="Cod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20" name="Google Shape;520;p21"/>
          <p:cNvSpPr txBox="1"/>
          <p:nvPr>
            <p:ph idx="2" type="subTitle"/>
          </p:nvPr>
        </p:nvSpPr>
        <p:spPr>
          <a:xfrm>
            <a:off x="703525" y="3019608"/>
            <a:ext cx="2336400" cy="7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1" name="Google Shape;521;p21"/>
          <p:cNvSpPr txBox="1"/>
          <p:nvPr>
            <p:ph idx="3" type="subTitle"/>
          </p:nvPr>
        </p:nvSpPr>
        <p:spPr>
          <a:xfrm>
            <a:off x="3403788" y="3019608"/>
            <a:ext cx="2336400" cy="7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2" name="Google Shape;522;p21"/>
          <p:cNvSpPr txBox="1"/>
          <p:nvPr>
            <p:ph idx="4" type="subTitle"/>
          </p:nvPr>
        </p:nvSpPr>
        <p:spPr>
          <a:xfrm>
            <a:off x="6104050" y="3019608"/>
            <a:ext cx="2336400" cy="7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3" name="Google Shape;523;p21"/>
          <p:cNvSpPr txBox="1"/>
          <p:nvPr>
            <p:ph idx="5" type="subTitle"/>
          </p:nvPr>
        </p:nvSpPr>
        <p:spPr>
          <a:xfrm>
            <a:off x="3403800" y="2627250"/>
            <a:ext cx="2336400" cy="45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latin typeface="Coda"/>
                <a:ea typeface="Coda"/>
                <a:cs typeface="Coda"/>
                <a:sym typeface="Cod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24" name="Google Shape;524;p21"/>
          <p:cNvSpPr txBox="1"/>
          <p:nvPr>
            <p:ph idx="6" type="subTitle"/>
          </p:nvPr>
        </p:nvSpPr>
        <p:spPr>
          <a:xfrm>
            <a:off x="6104063" y="2627250"/>
            <a:ext cx="2336400" cy="45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latin typeface="Coda"/>
                <a:ea typeface="Coda"/>
                <a:cs typeface="Coda"/>
                <a:sym typeface="Cod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25" name="Google Shape;525;p21"/>
          <p:cNvSpPr txBox="1"/>
          <p:nvPr>
            <p:ph type="title"/>
          </p:nvPr>
        </p:nvSpPr>
        <p:spPr>
          <a:xfrm>
            <a:off x="720000" y="45421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grpSp>
        <p:nvGrpSpPr>
          <p:cNvPr id="526" name="Google Shape;526;p21"/>
          <p:cNvGrpSpPr/>
          <p:nvPr/>
        </p:nvGrpSpPr>
        <p:grpSpPr>
          <a:xfrm rot="916819">
            <a:off x="-1184401" y="3779344"/>
            <a:ext cx="5321066" cy="1664508"/>
            <a:chOff x="603050" y="2134250"/>
            <a:chExt cx="6671375" cy="1887675"/>
          </a:xfrm>
        </p:grpSpPr>
        <p:sp>
          <p:nvSpPr>
            <p:cNvPr id="527" name="Google Shape;527;p21"/>
            <p:cNvSpPr/>
            <p:nvPr/>
          </p:nvSpPr>
          <p:spPr>
            <a:xfrm>
              <a:off x="608100" y="2949275"/>
              <a:ext cx="6665750" cy="1072650"/>
            </a:xfrm>
            <a:custGeom>
              <a:rect b="b" l="l" r="r" t="t"/>
              <a:pathLst>
                <a:path extrusionOk="0" h="42906" w="266630">
                  <a:moveTo>
                    <a:pt x="242926" y="0"/>
                  </a:moveTo>
                  <a:cubicBezTo>
                    <a:pt x="241564" y="0"/>
                    <a:pt x="240185" y="76"/>
                    <a:pt x="238792" y="228"/>
                  </a:cubicBezTo>
                  <a:cubicBezTo>
                    <a:pt x="230005" y="1168"/>
                    <a:pt x="220635" y="5240"/>
                    <a:pt x="211670" y="11979"/>
                  </a:cubicBezTo>
                  <a:cubicBezTo>
                    <a:pt x="208634" y="14265"/>
                    <a:pt x="205645" y="16611"/>
                    <a:pt x="202764" y="18885"/>
                  </a:cubicBezTo>
                  <a:cubicBezTo>
                    <a:pt x="187340" y="31016"/>
                    <a:pt x="172685" y="42543"/>
                    <a:pt x="152232" y="42543"/>
                  </a:cubicBezTo>
                  <a:cubicBezTo>
                    <a:pt x="149902" y="42543"/>
                    <a:pt x="147497" y="42394"/>
                    <a:pt x="145007" y="42078"/>
                  </a:cubicBezTo>
                  <a:cubicBezTo>
                    <a:pt x="130433" y="40233"/>
                    <a:pt x="119873" y="33291"/>
                    <a:pt x="108693" y="25957"/>
                  </a:cubicBezTo>
                  <a:cubicBezTo>
                    <a:pt x="101799" y="21433"/>
                    <a:pt x="94667" y="16754"/>
                    <a:pt x="86476" y="13337"/>
                  </a:cubicBezTo>
                  <a:cubicBezTo>
                    <a:pt x="75578" y="8791"/>
                    <a:pt x="62424" y="6298"/>
                    <a:pt x="50215" y="6298"/>
                  </a:cubicBezTo>
                  <a:cubicBezTo>
                    <a:pt x="46564" y="6298"/>
                    <a:pt x="42997" y="6521"/>
                    <a:pt x="39601" y="6979"/>
                  </a:cubicBezTo>
                  <a:cubicBezTo>
                    <a:pt x="18729" y="9788"/>
                    <a:pt x="5418" y="14003"/>
                    <a:pt x="0" y="19504"/>
                  </a:cubicBezTo>
                  <a:lnTo>
                    <a:pt x="262" y="19766"/>
                  </a:lnTo>
                  <a:cubicBezTo>
                    <a:pt x="3941" y="16015"/>
                    <a:pt x="13764" y="10824"/>
                    <a:pt x="39648" y="7348"/>
                  </a:cubicBezTo>
                  <a:cubicBezTo>
                    <a:pt x="43028" y="6893"/>
                    <a:pt x="46578" y="6672"/>
                    <a:pt x="50211" y="6672"/>
                  </a:cubicBezTo>
                  <a:cubicBezTo>
                    <a:pt x="62374" y="6672"/>
                    <a:pt x="75481" y="9153"/>
                    <a:pt x="86345" y="13682"/>
                  </a:cubicBezTo>
                  <a:cubicBezTo>
                    <a:pt x="94500" y="17075"/>
                    <a:pt x="101620" y="21742"/>
                    <a:pt x="108502" y="26255"/>
                  </a:cubicBezTo>
                  <a:cubicBezTo>
                    <a:pt x="119718" y="33625"/>
                    <a:pt x="130314" y="40578"/>
                    <a:pt x="144959" y="42435"/>
                  </a:cubicBezTo>
                  <a:cubicBezTo>
                    <a:pt x="147474" y="42754"/>
                    <a:pt x="149902" y="42906"/>
                    <a:pt x="152253" y="42906"/>
                  </a:cubicBezTo>
                  <a:cubicBezTo>
                    <a:pt x="172815" y="42906"/>
                    <a:pt x="187519" y="31340"/>
                    <a:pt x="202990" y="19171"/>
                  </a:cubicBezTo>
                  <a:cubicBezTo>
                    <a:pt x="205871" y="16908"/>
                    <a:pt x="208860" y="14563"/>
                    <a:pt x="211896" y="12277"/>
                  </a:cubicBezTo>
                  <a:cubicBezTo>
                    <a:pt x="219006" y="6920"/>
                    <a:pt x="230335" y="312"/>
                    <a:pt x="242921" y="312"/>
                  </a:cubicBezTo>
                  <a:cubicBezTo>
                    <a:pt x="250504" y="312"/>
                    <a:pt x="258543" y="2711"/>
                    <a:pt x="266391" y="9229"/>
                  </a:cubicBezTo>
                  <a:lnTo>
                    <a:pt x="266629" y="8943"/>
                  </a:lnTo>
                  <a:cubicBezTo>
                    <a:pt x="259467" y="3004"/>
                    <a:pt x="251508" y="0"/>
                    <a:pt x="2429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21"/>
            <p:cNvSpPr/>
            <p:nvPr/>
          </p:nvSpPr>
          <p:spPr>
            <a:xfrm>
              <a:off x="604525" y="2938825"/>
              <a:ext cx="6669025" cy="1033425"/>
            </a:xfrm>
            <a:custGeom>
              <a:rect b="b" l="l" r="r" t="t"/>
              <a:pathLst>
                <a:path extrusionOk="0" h="41337" w="266761">
                  <a:moveTo>
                    <a:pt x="242560" y="0"/>
                  </a:moveTo>
                  <a:cubicBezTo>
                    <a:pt x="241419" y="0"/>
                    <a:pt x="240266" y="53"/>
                    <a:pt x="239102" y="158"/>
                  </a:cubicBezTo>
                  <a:cubicBezTo>
                    <a:pt x="230303" y="955"/>
                    <a:pt x="220850" y="4861"/>
                    <a:pt x="211765" y="11445"/>
                  </a:cubicBezTo>
                  <a:cubicBezTo>
                    <a:pt x="208693" y="13683"/>
                    <a:pt x="205669" y="15969"/>
                    <a:pt x="202752" y="18184"/>
                  </a:cubicBezTo>
                  <a:cubicBezTo>
                    <a:pt x="187359" y="29863"/>
                    <a:pt x="172728" y="40966"/>
                    <a:pt x="152762" y="40966"/>
                  </a:cubicBezTo>
                  <a:cubicBezTo>
                    <a:pt x="150135" y="40966"/>
                    <a:pt x="147416" y="40773"/>
                    <a:pt x="144590" y="40365"/>
                  </a:cubicBezTo>
                  <a:cubicBezTo>
                    <a:pt x="130064" y="38269"/>
                    <a:pt x="119623" y="31150"/>
                    <a:pt x="108574" y="23613"/>
                  </a:cubicBezTo>
                  <a:cubicBezTo>
                    <a:pt x="101751" y="18969"/>
                    <a:pt x="94703" y="14171"/>
                    <a:pt x="86571" y="10611"/>
                  </a:cubicBezTo>
                  <a:cubicBezTo>
                    <a:pt x="75309" y="5677"/>
                    <a:pt x="61560" y="2931"/>
                    <a:pt x="48931" y="2931"/>
                  </a:cubicBezTo>
                  <a:cubicBezTo>
                    <a:pt x="45806" y="2931"/>
                    <a:pt x="42749" y="3099"/>
                    <a:pt x="39815" y="3444"/>
                  </a:cubicBezTo>
                  <a:cubicBezTo>
                    <a:pt x="18908" y="5885"/>
                    <a:pt x="5513" y="9861"/>
                    <a:pt x="1" y="15279"/>
                  </a:cubicBezTo>
                  <a:lnTo>
                    <a:pt x="251" y="15529"/>
                  </a:lnTo>
                  <a:cubicBezTo>
                    <a:pt x="4001" y="11850"/>
                    <a:pt x="13919" y="6825"/>
                    <a:pt x="39851" y="3801"/>
                  </a:cubicBezTo>
                  <a:cubicBezTo>
                    <a:pt x="42768" y="3459"/>
                    <a:pt x="45807" y="3292"/>
                    <a:pt x="48914" y="3292"/>
                  </a:cubicBezTo>
                  <a:cubicBezTo>
                    <a:pt x="61497" y="3292"/>
                    <a:pt x="75199" y="6027"/>
                    <a:pt x="86428" y="10945"/>
                  </a:cubicBezTo>
                  <a:cubicBezTo>
                    <a:pt x="94524" y="14493"/>
                    <a:pt x="101561" y="19279"/>
                    <a:pt x="108359" y="23922"/>
                  </a:cubicBezTo>
                  <a:cubicBezTo>
                    <a:pt x="119456" y="31471"/>
                    <a:pt x="129922" y="38615"/>
                    <a:pt x="144542" y="40734"/>
                  </a:cubicBezTo>
                  <a:cubicBezTo>
                    <a:pt x="147384" y="41144"/>
                    <a:pt x="150118" y="41337"/>
                    <a:pt x="152759" y="41337"/>
                  </a:cubicBezTo>
                  <a:cubicBezTo>
                    <a:pt x="172836" y="41337"/>
                    <a:pt x="187520" y="30193"/>
                    <a:pt x="202966" y="18481"/>
                  </a:cubicBezTo>
                  <a:cubicBezTo>
                    <a:pt x="205883" y="16267"/>
                    <a:pt x="208908" y="13969"/>
                    <a:pt x="211979" y="11742"/>
                  </a:cubicBezTo>
                  <a:cubicBezTo>
                    <a:pt x="219066" y="6599"/>
                    <a:pt x="230260" y="308"/>
                    <a:pt x="242600" y="308"/>
                  </a:cubicBezTo>
                  <a:cubicBezTo>
                    <a:pt x="250370" y="308"/>
                    <a:pt x="258594" y="2802"/>
                    <a:pt x="266534" y="9647"/>
                  </a:cubicBezTo>
                  <a:lnTo>
                    <a:pt x="266760" y="9373"/>
                  </a:lnTo>
                  <a:cubicBezTo>
                    <a:pt x="259527" y="3141"/>
                    <a:pt x="251396" y="0"/>
                    <a:pt x="242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21"/>
            <p:cNvSpPr/>
            <p:nvPr/>
          </p:nvSpPr>
          <p:spPr>
            <a:xfrm>
              <a:off x="603050" y="2916775"/>
              <a:ext cx="6670800" cy="1005800"/>
            </a:xfrm>
            <a:custGeom>
              <a:rect b="b" l="l" r="r" t="t"/>
              <a:pathLst>
                <a:path extrusionOk="0" h="40232" w="266832">
                  <a:moveTo>
                    <a:pt x="47581" y="0"/>
                  </a:moveTo>
                  <a:cubicBezTo>
                    <a:pt x="44993" y="0"/>
                    <a:pt x="42457" y="119"/>
                    <a:pt x="40005" y="361"/>
                  </a:cubicBezTo>
                  <a:cubicBezTo>
                    <a:pt x="19062" y="2445"/>
                    <a:pt x="5608" y="6183"/>
                    <a:pt x="0" y="11505"/>
                  </a:cubicBezTo>
                  <a:lnTo>
                    <a:pt x="250" y="11767"/>
                  </a:lnTo>
                  <a:cubicBezTo>
                    <a:pt x="4060" y="8148"/>
                    <a:pt x="14061" y="3302"/>
                    <a:pt x="40041" y="730"/>
                  </a:cubicBezTo>
                  <a:cubicBezTo>
                    <a:pt x="42490" y="487"/>
                    <a:pt x="45023" y="368"/>
                    <a:pt x="47608" y="368"/>
                  </a:cubicBezTo>
                  <a:cubicBezTo>
                    <a:pt x="60603" y="368"/>
                    <a:pt x="74908" y="3370"/>
                    <a:pt x="86487" y="8683"/>
                  </a:cubicBezTo>
                  <a:cubicBezTo>
                    <a:pt x="94524" y="12362"/>
                    <a:pt x="101477" y="17292"/>
                    <a:pt x="108192" y="22042"/>
                  </a:cubicBezTo>
                  <a:cubicBezTo>
                    <a:pt x="119146" y="29793"/>
                    <a:pt x="129504" y="37116"/>
                    <a:pt x="144078" y="39473"/>
                  </a:cubicBezTo>
                  <a:cubicBezTo>
                    <a:pt x="147258" y="39990"/>
                    <a:pt x="150307" y="40232"/>
                    <a:pt x="153246" y="40232"/>
                  </a:cubicBezTo>
                  <a:cubicBezTo>
                    <a:pt x="172829" y="40232"/>
                    <a:pt x="187478" y="29509"/>
                    <a:pt x="202883" y="18256"/>
                  </a:cubicBezTo>
                  <a:cubicBezTo>
                    <a:pt x="205835" y="16089"/>
                    <a:pt x="208895" y="13851"/>
                    <a:pt x="212015" y="11672"/>
                  </a:cubicBezTo>
                  <a:cubicBezTo>
                    <a:pt x="219065" y="6740"/>
                    <a:pt x="230090" y="772"/>
                    <a:pt x="242173" y="772"/>
                  </a:cubicBezTo>
                  <a:cubicBezTo>
                    <a:pt x="250128" y="772"/>
                    <a:pt x="258541" y="3359"/>
                    <a:pt x="266581" y="10529"/>
                  </a:cubicBezTo>
                  <a:lnTo>
                    <a:pt x="266831" y="10255"/>
                  </a:lnTo>
                  <a:cubicBezTo>
                    <a:pt x="259528" y="3740"/>
                    <a:pt x="251234" y="461"/>
                    <a:pt x="242138" y="461"/>
                  </a:cubicBezTo>
                  <a:cubicBezTo>
                    <a:pt x="241209" y="461"/>
                    <a:pt x="240272" y="495"/>
                    <a:pt x="239328" y="563"/>
                  </a:cubicBezTo>
                  <a:cubicBezTo>
                    <a:pt x="230517" y="1206"/>
                    <a:pt x="220992" y="4945"/>
                    <a:pt x="211800" y="11374"/>
                  </a:cubicBezTo>
                  <a:cubicBezTo>
                    <a:pt x="208681" y="13553"/>
                    <a:pt x="205621" y="15791"/>
                    <a:pt x="202668" y="17958"/>
                  </a:cubicBezTo>
                  <a:cubicBezTo>
                    <a:pt x="187317" y="29187"/>
                    <a:pt x="172706" y="39865"/>
                    <a:pt x="153219" y="39865"/>
                  </a:cubicBezTo>
                  <a:cubicBezTo>
                    <a:pt x="150307" y="39865"/>
                    <a:pt x="147286" y="39627"/>
                    <a:pt x="144137" y="39116"/>
                  </a:cubicBezTo>
                  <a:cubicBezTo>
                    <a:pt x="129635" y="36770"/>
                    <a:pt x="119325" y="29472"/>
                    <a:pt x="108406" y="21745"/>
                  </a:cubicBezTo>
                  <a:cubicBezTo>
                    <a:pt x="101679" y="16982"/>
                    <a:pt x="94702" y="12053"/>
                    <a:pt x="86642" y="8350"/>
                  </a:cubicBezTo>
                  <a:cubicBezTo>
                    <a:pt x="75006" y="3014"/>
                    <a:pt x="60634" y="0"/>
                    <a:pt x="475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21"/>
            <p:cNvSpPr/>
            <p:nvPr/>
          </p:nvSpPr>
          <p:spPr>
            <a:xfrm>
              <a:off x="603625" y="2820875"/>
              <a:ext cx="6670225" cy="1052250"/>
            </a:xfrm>
            <a:custGeom>
              <a:rect b="b" l="l" r="r" t="t"/>
              <a:pathLst>
                <a:path extrusionOk="0" h="42090" w="266809">
                  <a:moveTo>
                    <a:pt x="46344" y="0"/>
                  </a:moveTo>
                  <a:cubicBezTo>
                    <a:pt x="44253" y="0"/>
                    <a:pt x="42198" y="80"/>
                    <a:pt x="40196" y="244"/>
                  </a:cubicBezTo>
                  <a:cubicBezTo>
                    <a:pt x="19218" y="1959"/>
                    <a:pt x="5692" y="5471"/>
                    <a:pt x="1" y="10686"/>
                  </a:cubicBezTo>
                  <a:lnTo>
                    <a:pt x="239" y="10948"/>
                  </a:lnTo>
                  <a:cubicBezTo>
                    <a:pt x="4120" y="7400"/>
                    <a:pt x="14193" y="2721"/>
                    <a:pt x="40220" y="601"/>
                  </a:cubicBezTo>
                  <a:cubicBezTo>
                    <a:pt x="42208" y="440"/>
                    <a:pt x="44249" y="360"/>
                    <a:pt x="46327" y="360"/>
                  </a:cubicBezTo>
                  <a:cubicBezTo>
                    <a:pt x="59706" y="360"/>
                    <a:pt x="74600" y="3646"/>
                    <a:pt x="86524" y="9376"/>
                  </a:cubicBezTo>
                  <a:cubicBezTo>
                    <a:pt x="94501" y="13198"/>
                    <a:pt x="101359" y="18234"/>
                    <a:pt x="107991" y="23104"/>
                  </a:cubicBezTo>
                  <a:cubicBezTo>
                    <a:pt x="118813" y="31046"/>
                    <a:pt x="129029" y="38546"/>
                    <a:pt x="143566" y="41166"/>
                  </a:cubicBezTo>
                  <a:cubicBezTo>
                    <a:pt x="147069" y="41797"/>
                    <a:pt x="150419" y="42090"/>
                    <a:pt x="153641" y="42090"/>
                  </a:cubicBezTo>
                  <a:cubicBezTo>
                    <a:pt x="172769" y="42090"/>
                    <a:pt x="187383" y="31783"/>
                    <a:pt x="202729" y="20961"/>
                  </a:cubicBezTo>
                  <a:cubicBezTo>
                    <a:pt x="205729" y="18854"/>
                    <a:pt x="208825" y="16663"/>
                    <a:pt x="211980" y="14543"/>
                  </a:cubicBezTo>
                  <a:cubicBezTo>
                    <a:pt x="218983" y="9825"/>
                    <a:pt x="229850" y="4171"/>
                    <a:pt x="241687" y="4171"/>
                  </a:cubicBezTo>
                  <a:cubicBezTo>
                    <a:pt x="249833" y="4171"/>
                    <a:pt x="258438" y="6849"/>
                    <a:pt x="266558" y="14353"/>
                  </a:cubicBezTo>
                  <a:lnTo>
                    <a:pt x="266808" y="14091"/>
                  </a:lnTo>
                  <a:cubicBezTo>
                    <a:pt x="259457" y="7303"/>
                    <a:pt x="251007" y="3862"/>
                    <a:pt x="241659" y="3862"/>
                  </a:cubicBezTo>
                  <a:cubicBezTo>
                    <a:pt x="240939" y="3862"/>
                    <a:pt x="240214" y="3882"/>
                    <a:pt x="239483" y="3923"/>
                  </a:cubicBezTo>
                  <a:cubicBezTo>
                    <a:pt x="230661" y="4411"/>
                    <a:pt x="221076" y="7971"/>
                    <a:pt x="211777" y="14246"/>
                  </a:cubicBezTo>
                  <a:cubicBezTo>
                    <a:pt x="208622" y="16365"/>
                    <a:pt x="205515" y="18556"/>
                    <a:pt x="202526" y="20663"/>
                  </a:cubicBezTo>
                  <a:cubicBezTo>
                    <a:pt x="187233" y="31450"/>
                    <a:pt x="172655" y="41722"/>
                    <a:pt x="153612" y="41722"/>
                  </a:cubicBezTo>
                  <a:cubicBezTo>
                    <a:pt x="150417" y="41722"/>
                    <a:pt x="147097" y="41433"/>
                    <a:pt x="143626" y="40809"/>
                  </a:cubicBezTo>
                  <a:cubicBezTo>
                    <a:pt x="129172" y="38201"/>
                    <a:pt x="118992" y="30724"/>
                    <a:pt x="108205" y="22806"/>
                  </a:cubicBezTo>
                  <a:cubicBezTo>
                    <a:pt x="101561" y="17925"/>
                    <a:pt x="94679" y="12877"/>
                    <a:pt x="86678" y="9043"/>
                  </a:cubicBezTo>
                  <a:cubicBezTo>
                    <a:pt x="74718" y="3305"/>
                    <a:pt x="59772" y="0"/>
                    <a:pt x="463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21"/>
            <p:cNvSpPr/>
            <p:nvPr/>
          </p:nvSpPr>
          <p:spPr>
            <a:xfrm>
              <a:off x="606025" y="2724425"/>
              <a:ext cx="6667825" cy="1099375"/>
            </a:xfrm>
            <a:custGeom>
              <a:rect b="b" l="l" r="r" t="t"/>
              <a:pathLst>
                <a:path extrusionOk="0" h="43975" w="266713">
                  <a:moveTo>
                    <a:pt x="45120" y="1"/>
                  </a:moveTo>
                  <a:cubicBezTo>
                    <a:pt x="43512" y="1"/>
                    <a:pt x="41927" y="50"/>
                    <a:pt x="40374" y="149"/>
                  </a:cubicBezTo>
                  <a:cubicBezTo>
                    <a:pt x="19372" y="1495"/>
                    <a:pt x="5787" y="4769"/>
                    <a:pt x="0" y="9889"/>
                  </a:cubicBezTo>
                  <a:lnTo>
                    <a:pt x="250" y="10150"/>
                  </a:lnTo>
                  <a:cubicBezTo>
                    <a:pt x="4191" y="6674"/>
                    <a:pt x="14335" y="2185"/>
                    <a:pt x="40410" y="518"/>
                  </a:cubicBezTo>
                  <a:cubicBezTo>
                    <a:pt x="41956" y="419"/>
                    <a:pt x="43534" y="370"/>
                    <a:pt x="45136" y="370"/>
                  </a:cubicBezTo>
                  <a:cubicBezTo>
                    <a:pt x="58853" y="370"/>
                    <a:pt x="74318" y="3961"/>
                    <a:pt x="86547" y="10091"/>
                  </a:cubicBezTo>
                  <a:cubicBezTo>
                    <a:pt x="94441" y="14044"/>
                    <a:pt x="101227" y="19211"/>
                    <a:pt x="107776" y="24188"/>
                  </a:cubicBezTo>
                  <a:cubicBezTo>
                    <a:pt x="118432" y="32332"/>
                    <a:pt x="128528" y="39999"/>
                    <a:pt x="143018" y="42869"/>
                  </a:cubicBezTo>
                  <a:cubicBezTo>
                    <a:pt x="146843" y="43627"/>
                    <a:pt x="150492" y="43975"/>
                    <a:pt x="153996" y="43975"/>
                  </a:cubicBezTo>
                  <a:cubicBezTo>
                    <a:pt x="172677" y="43975"/>
                    <a:pt x="187246" y="34086"/>
                    <a:pt x="202525" y="23700"/>
                  </a:cubicBezTo>
                  <a:cubicBezTo>
                    <a:pt x="205562" y="21640"/>
                    <a:pt x="208693" y="19509"/>
                    <a:pt x="211884" y="17449"/>
                  </a:cubicBezTo>
                  <a:cubicBezTo>
                    <a:pt x="218840" y="12936"/>
                    <a:pt x="229526" y="7594"/>
                    <a:pt x="241107" y="7594"/>
                  </a:cubicBezTo>
                  <a:cubicBezTo>
                    <a:pt x="249447" y="7594"/>
                    <a:pt x="258252" y="10365"/>
                    <a:pt x="266462" y="18211"/>
                  </a:cubicBezTo>
                  <a:lnTo>
                    <a:pt x="266712" y="17949"/>
                  </a:lnTo>
                  <a:cubicBezTo>
                    <a:pt x="259310" y="10864"/>
                    <a:pt x="250693" y="7276"/>
                    <a:pt x="241074" y="7276"/>
                  </a:cubicBezTo>
                  <a:cubicBezTo>
                    <a:pt x="240574" y="7276"/>
                    <a:pt x="240071" y="7285"/>
                    <a:pt x="239566" y="7305"/>
                  </a:cubicBezTo>
                  <a:cubicBezTo>
                    <a:pt x="230731" y="7638"/>
                    <a:pt x="221099" y="11043"/>
                    <a:pt x="211681" y="17139"/>
                  </a:cubicBezTo>
                  <a:cubicBezTo>
                    <a:pt x="208490" y="19211"/>
                    <a:pt x="205359" y="21342"/>
                    <a:pt x="202323" y="23402"/>
                  </a:cubicBezTo>
                  <a:cubicBezTo>
                    <a:pt x="187090" y="33751"/>
                    <a:pt x="172575" y="43610"/>
                    <a:pt x="153990" y="43610"/>
                  </a:cubicBezTo>
                  <a:cubicBezTo>
                    <a:pt x="150510" y="43610"/>
                    <a:pt x="146887" y="43265"/>
                    <a:pt x="143089" y="42512"/>
                  </a:cubicBezTo>
                  <a:cubicBezTo>
                    <a:pt x="128683" y="39654"/>
                    <a:pt x="118622" y="31998"/>
                    <a:pt x="107990" y="23902"/>
                  </a:cubicBezTo>
                  <a:cubicBezTo>
                    <a:pt x="101418" y="18913"/>
                    <a:pt x="94631" y="13734"/>
                    <a:pt x="86701" y="9758"/>
                  </a:cubicBezTo>
                  <a:cubicBezTo>
                    <a:pt x="74419" y="3595"/>
                    <a:pt x="58900" y="1"/>
                    <a:pt x="45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21"/>
            <p:cNvSpPr/>
            <p:nvPr/>
          </p:nvSpPr>
          <p:spPr>
            <a:xfrm>
              <a:off x="610775" y="2627700"/>
              <a:ext cx="6663075" cy="1147100"/>
            </a:xfrm>
            <a:custGeom>
              <a:rect b="b" l="l" r="r" t="t"/>
              <a:pathLst>
                <a:path extrusionOk="0" h="45884" w="266523">
                  <a:moveTo>
                    <a:pt x="43919" y="0"/>
                  </a:moveTo>
                  <a:cubicBezTo>
                    <a:pt x="42779" y="0"/>
                    <a:pt x="41652" y="26"/>
                    <a:pt x="40541" y="77"/>
                  </a:cubicBezTo>
                  <a:cubicBezTo>
                    <a:pt x="19515" y="1054"/>
                    <a:pt x="5870" y="4090"/>
                    <a:pt x="1" y="9102"/>
                  </a:cubicBezTo>
                  <a:lnTo>
                    <a:pt x="239" y="9376"/>
                  </a:lnTo>
                  <a:cubicBezTo>
                    <a:pt x="4227" y="5971"/>
                    <a:pt x="14467" y="1649"/>
                    <a:pt x="40553" y="434"/>
                  </a:cubicBezTo>
                  <a:cubicBezTo>
                    <a:pt x="41663" y="383"/>
                    <a:pt x="42788" y="357"/>
                    <a:pt x="43926" y="357"/>
                  </a:cubicBezTo>
                  <a:cubicBezTo>
                    <a:pt x="57980" y="357"/>
                    <a:pt x="73989" y="4252"/>
                    <a:pt x="86523" y="10817"/>
                  </a:cubicBezTo>
                  <a:cubicBezTo>
                    <a:pt x="94346" y="14912"/>
                    <a:pt x="101037" y="20187"/>
                    <a:pt x="107502" y="25283"/>
                  </a:cubicBezTo>
                  <a:cubicBezTo>
                    <a:pt x="118039" y="33593"/>
                    <a:pt x="127981" y="41451"/>
                    <a:pt x="142411" y="44571"/>
                  </a:cubicBezTo>
                  <a:cubicBezTo>
                    <a:pt x="146566" y="45473"/>
                    <a:pt x="150520" y="45883"/>
                    <a:pt x="154313" y="45883"/>
                  </a:cubicBezTo>
                  <a:cubicBezTo>
                    <a:pt x="172548" y="45883"/>
                    <a:pt x="187052" y="36397"/>
                    <a:pt x="202240" y="26461"/>
                  </a:cubicBezTo>
                  <a:cubicBezTo>
                    <a:pt x="205312" y="24449"/>
                    <a:pt x="208491" y="22378"/>
                    <a:pt x="211706" y="20365"/>
                  </a:cubicBezTo>
                  <a:cubicBezTo>
                    <a:pt x="218611" y="16054"/>
                    <a:pt x="229117" y="11007"/>
                    <a:pt x="240446" y="11007"/>
                  </a:cubicBezTo>
                  <a:cubicBezTo>
                    <a:pt x="248983" y="11007"/>
                    <a:pt x="257988" y="13873"/>
                    <a:pt x="266272" y="22080"/>
                  </a:cubicBezTo>
                  <a:lnTo>
                    <a:pt x="266522" y="21818"/>
                  </a:lnTo>
                  <a:cubicBezTo>
                    <a:pt x="259063" y="14429"/>
                    <a:pt x="250259" y="10690"/>
                    <a:pt x="240352" y="10690"/>
                  </a:cubicBezTo>
                  <a:cubicBezTo>
                    <a:pt x="240091" y="10690"/>
                    <a:pt x="239829" y="10692"/>
                    <a:pt x="239566" y="10698"/>
                  </a:cubicBezTo>
                  <a:cubicBezTo>
                    <a:pt x="230732" y="10876"/>
                    <a:pt x="221040" y="14115"/>
                    <a:pt x="211515" y="20056"/>
                  </a:cubicBezTo>
                  <a:cubicBezTo>
                    <a:pt x="208300" y="22068"/>
                    <a:pt x="205122" y="24152"/>
                    <a:pt x="202050" y="26152"/>
                  </a:cubicBezTo>
                  <a:cubicBezTo>
                    <a:pt x="186888" y="36065"/>
                    <a:pt x="172430" y="45521"/>
                    <a:pt x="154274" y="45521"/>
                  </a:cubicBezTo>
                  <a:cubicBezTo>
                    <a:pt x="150515" y="45521"/>
                    <a:pt x="146598" y="45116"/>
                    <a:pt x="142483" y="44226"/>
                  </a:cubicBezTo>
                  <a:cubicBezTo>
                    <a:pt x="128136" y="41118"/>
                    <a:pt x="118218" y="33284"/>
                    <a:pt x="107716" y="24997"/>
                  </a:cubicBezTo>
                  <a:cubicBezTo>
                    <a:pt x="101239" y="19889"/>
                    <a:pt x="94548" y="14603"/>
                    <a:pt x="86690" y="10495"/>
                  </a:cubicBezTo>
                  <a:cubicBezTo>
                    <a:pt x="74109" y="3907"/>
                    <a:pt x="58032" y="0"/>
                    <a:pt x="439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21"/>
            <p:cNvSpPr/>
            <p:nvPr/>
          </p:nvSpPr>
          <p:spPr>
            <a:xfrm>
              <a:off x="617325" y="2530375"/>
              <a:ext cx="6656525" cy="1195600"/>
            </a:xfrm>
            <a:custGeom>
              <a:rect b="b" l="l" r="r" t="t"/>
              <a:pathLst>
                <a:path extrusionOk="0" h="47824" w="266261">
                  <a:moveTo>
                    <a:pt x="42753" y="0"/>
                  </a:moveTo>
                  <a:cubicBezTo>
                    <a:pt x="42062" y="0"/>
                    <a:pt x="41376" y="10"/>
                    <a:pt x="40696" y="29"/>
                  </a:cubicBezTo>
                  <a:cubicBezTo>
                    <a:pt x="19646" y="637"/>
                    <a:pt x="5966" y="3435"/>
                    <a:pt x="1" y="8352"/>
                  </a:cubicBezTo>
                  <a:lnTo>
                    <a:pt x="227" y="8626"/>
                  </a:lnTo>
                  <a:cubicBezTo>
                    <a:pt x="4287" y="5292"/>
                    <a:pt x="14598" y="1149"/>
                    <a:pt x="40696" y="387"/>
                  </a:cubicBezTo>
                  <a:cubicBezTo>
                    <a:pt x="41375" y="367"/>
                    <a:pt x="42061" y="357"/>
                    <a:pt x="42751" y="357"/>
                  </a:cubicBezTo>
                  <a:cubicBezTo>
                    <a:pt x="57119" y="357"/>
                    <a:pt x="73684" y="4580"/>
                    <a:pt x="86476" y="11566"/>
                  </a:cubicBezTo>
                  <a:cubicBezTo>
                    <a:pt x="94239" y="15805"/>
                    <a:pt x="100823" y="21199"/>
                    <a:pt x="107193" y="26402"/>
                  </a:cubicBezTo>
                  <a:cubicBezTo>
                    <a:pt x="117587" y="34903"/>
                    <a:pt x="127397" y="42927"/>
                    <a:pt x="141768" y="46297"/>
                  </a:cubicBezTo>
                  <a:cubicBezTo>
                    <a:pt x="146242" y="47349"/>
                    <a:pt x="150491" y="47823"/>
                    <a:pt x="154562" y="47823"/>
                  </a:cubicBezTo>
                  <a:cubicBezTo>
                    <a:pt x="172376" y="47823"/>
                    <a:pt x="186800" y="38740"/>
                    <a:pt x="201919" y="29223"/>
                  </a:cubicBezTo>
                  <a:cubicBezTo>
                    <a:pt x="205014" y="27271"/>
                    <a:pt x="208229" y="25259"/>
                    <a:pt x="211479" y="23306"/>
                  </a:cubicBezTo>
                  <a:cubicBezTo>
                    <a:pt x="218321" y="19200"/>
                    <a:pt x="228632" y="14450"/>
                    <a:pt x="239705" y="14450"/>
                  </a:cubicBezTo>
                  <a:cubicBezTo>
                    <a:pt x="248443" y="14450"/>
                    <a:pt x="257655" y="17408"/>
                    <a:pt x="266010" y="25973"/>
                  </a:cubicBezTo>
                  <a:lnTo>
                    <a:pt x="266260" y="25711"/>
                  </a:lnTo>
                  <a:cubicBezTo>
                    <a:pt x="258758" y="18019"/>
                    <a:pt x="249789" y="14126"/>
                    <a:pt x="239600" y="14126"/>
                  </a:cubicBezTo>
                  <a:cubicBezTo>
                    <a:pt x="239569" y="14126"/>
                    <a:pt x="239538" y="14126"/>
                    <a:pt x="239507" y="14126"/>
                  </a:cubicBezTo>
                  <a:cubicBezTo>
                    <a:pt x="230672" y="14150"/>
                    <a:pt x="220921" y="17222"/>
                    <a:pt x="211301" y="22996"/>
                  </a:cubicBezTo>
                  <a:cubicBezTo>
                    <a:pt x="208038" y="24949"/>
                    <a:pt x="204824" y="26973"/>
                    <a:pt x="201728" y="28926"/>
                  </a:cubicBezTo>
                  <a:cubicBezTo>
                    <a:pt x="186657" y="38411"/>
                    <a:pt x="172266" y="47461"/>
                    <a:pt x="154532" y="47461"/>
                  </a:cubicBezTo>
                  <a:cubicBezTo>
                    <a:pt x="150494" y="47461"/>
                    <a:pt x="146283" y="46992"/>
                    <a:pt x="141852" y="45952"/>
                  </a:cubicBezTo>
                  <a:cubicBezTo>
                    <a:pt x="127564" y="42594"/>
                    <a:pt x="117777" y="34593"/>
                    <a:pt x="107431" y="26128"/>
                  </a:cubicBezTo>
                  <a:cubicBezTo>
                    <a:pt x="101037" y="20901"/>
                    <a:pt x="94441" y="15507"/>
                    <a:pt x="86654" y="11245"/>
                  </a:cubicBezTo>
                  <a:cubicBezTo>
                    <a:pt x="73804" y="4235"/>
                    <a:pt x="57180" y="0"/>
                    <a:pt x="427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21"/>
            <p:cNvSpPr/>
            <p:nvPr/>
          </p:nvSpPr>
          <p:spPr>
            <a:xfrm>
              <a:off x="625950" y="2432750"/>
              <a:ext cx="6647900" cy="1244800"/>
            </a:xfrm>
            <a:custGeom>
              <a:rect b="b" l="l" r="r" t="t"/>
              <a:pathLst>
                <a:path extrusionOk="0" h="49792" w="265916">
                  <a:moveTo>
                    <a:pt x="41667" y="0"/>
                  </a:moveTo>
                  <a:cubicBezTo>
                    <a:pt x="41386" y="0"/>
                    <a:pt x="41106" y="2"/>
                    <a:pt x="40827" y="5"/>
                  </a:cubicBezTo>
                  <a:cubicBezTo>
                    <a:pt x="19777" y="243"/>
                    <a:pt x="6049" y="2803"/>
                    <a:pt x="1" y="7613"/>
                  </a:cubicBezTo>
                  <a:lnTo>
                    <a:pt x="227" y="7899"/>
                  </a:lnTo>
                  <a:cubicBezTo>
                    <a:pt x="4335" y="4625"/>
                    <a:pt x="14717" y="672"/>
                    <a:pt x="40827" y="362"/>
                  </a:cubicBezTo>
                  <a:cubicBezTo>
                    <a:pt x="41089" y="360"/>
                    <a:pt x="41350" y="358"/>
                    <a:pt x="41613" y="358"/>
                  </a:cubicBezTo>
                  <a:cubicBezTo>
                    <a:pt x="56276" y="358"/>
                    <a:pt x="73363" y="4913"/>
                    <a:pt x="86405" y="12340"/>
                  </a:cubicBezTo>
                  <a:cubicBezTo>
                    <a:pt x="94096" y="16710"/>
                    <a:pt x="100585" y="22210"/>
                    <a:pt x="106871" y="27532"/>
                  </a:cubicBezTo>
                  <a:cubicBezTo>
                    <a:pt x="117111" y="36212"/>
                    <a:pt x="126779" y="44404"/>
                    <a:pt x="141078" y="48035"/>
                  </a:cubicBezTo>
                  <a:cubicBezTo>
                    <a:pt x="145866" y="49249"/>
                    <a:pt x="150405" y="49792"/>
                    <a:pt x="154753" y="49792"/>
                  </a:cubicBezTo>
                  <a:cubicBezTo>
                    <a:pt x="172149" y="49792"/>
                    <a:pt x="186490" y="41108"/>
                    <a:pt x="201502" y="32021"/>
                  </a:cubicBezTo>
                  <a:cubicBezTo>
                    <a:pt x="204645" y="30116"/>
                    <a:pt x="207884" y="28152"/>
                    <a:pt x="211182" y="26258"/>
                  </a:cubicBezTo>
                  <a:cubicBezTo>
                    <a:pt x="217949" y="22353"/>
                    <a:pt x="228064" y="17884"/>
                    <a:pt x="238884" y="17884"/>
                  </a:cubicBezTo>
                  <a:cubicBezTo>
                    <a:pt x="247824" y="17884"/>
                    <a:pt x="257244" y="20936"/>
                    <a:pt x="265653" y="29878"/>
                  </a:cubicBezTo>
                  <a:lnTo>
                    <a:pt x="265915" y="29628"/>
                  </a:lnTo>
                  <a:cubicBezTo>
                    <a:pt x="258521" y="21770"/>
                    <a:pt x="249592" y="17722"/>
                    <a:pt x="239364" y="17567"/>
                  </a:cubicBezTo>
                  <a:cubicBezTo>
                    <a:pt x="239173" y="17564"/>
                    <a:pt x="238981" y="17563"/>
                    <a:pt x="238788" y="17563"/>
                  </a:cubicBezTo>
                  <a:cubicBezTo>
                    <a:pt x="230104" y="17563"/>
                    <a:pt x="220508" y="20451"/>
                    <a:pt x="211003" y="25937"/>
                  </a:cubicBezTo>
                  <a:cubicBezTo>
                    <a:pt x="207717" y="27842"/>
                    <a:pt x="204467" y="29807"/>
                    <a:pt x="201336" y="31700"/>
                  </a:cubicBezTo>
                  <a:cubicBezTo>
                    <a:pt x="186364" y="40762"/>
                    <a:pt x="172056" y="49421"/>
                    <a:pt x="154743" y="49421"/>
                  </a:cubicBezTo>
                  <a:cubicBezTo>
                    <a:pt x="150426" y="49421"/>
                    <a:pt x="145921" y="48883"/>
                    <a:pt x="141173" y="47678"/>
                  </a:cubicBezTo>
                  <a:cubicBezTo>
                    <a:pt x="126945" y="44082"/>
                    <a:pt x="117301" y="35903"/>
                    <a:pt x="107098" y="27259"/>
                  </a:cubicBezTo>
                  <a:cubicBezTo>
                    <a:pt x="100799" y="21925"/>
                    <a:pt x="94298" y="16412"/>
                    <a:pt x="86583" y="12031"/>
                  </a:cubicBezTo>
                  <a:cubicBezTo>
                    <a:pt x="73509" y="4577"/>
                    <a:pt x="56377" y="0"/>
                    <a:pt x="416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21"/>
            <p:cNvSpPr/>
            <p:nvPr/>
          </p:nvSpPr>
          <p:spPr>
            <a:xfrm>
              <a:off x="636675" y="2334800"/>
              <a:ext cx="6637450" cy="1294425"/>
            </a:xfrm>
            <a:custGeom>
              <a:rect b="b" l="l" r="r" t="t"/>
              <a:pathLst>
                <a:path extrusionOk="0" h="51777" w="265498">
                  <a:moveTo>
                    <a:pt x="39287" y="1"/>
                  </a:moveTo>
                  <a:cubicBezTo>
                    <a:pt x="19177" y="1"/>
                    <a:pt x="5968" y="2322"/>
                    <a:pt x="0" y="6900"/>
                  </a:cubicBezTo>
                  <a:lnTo>
                    <a:pt x="227" y="7186"/>
                  </a:lnTo>
                  <a:cubicBezTo>
                    <a:pt x="4311" y="4047"/>
                    <a:pt x="14422" y="359"/>
                    <a:pt x="39404" y="359"/>
                  </a:cubicBezTo>
                  <a:cubicBezTo>
                    <a:pt x="39912" y="359"/>
                    <a:pt x="40426" y="360"/>
                    <a:pt x="40946" y="363"/>
                  </a:cubicBezTo>
                  <a:cubicBezTo>
                    <a:pt x="55781" y="447"/>
                    <a:pt x="73164" y="5340"/>
                    <a:pt x="86309" y="13127"/>
                  </a:cubicBezTo>
                  <a:cubicBezTo>
                    <a:pt x="93917" y="17639"/>
                    <a:pt x="100311" y="23247"/>
                    <a:pt x="106502" y="28676"/>
                  </a:cubicBezTo>
                  <a:cubicBezTo>
                    <a:pt x="116586" y="37535"/>
                    <a:pt x="126111" y="45905"/>
                    <a:pt x="140363" y="49774"/>
                  </a:cubicBezTo>
                  <a:cubicBezTo>
                    <a:pt x="145461" y="51162"/>
                    <a:pt x="150287" y="51777"/>
                    <a:pt x="154911" y="51777"/>
                  </a:cubicBezTo>
                  <a:cubicBezTo>
                    <a:pt x="171899" y="51777"/>
                    <a:pt x="186153" y="43484"/>
                    <a:pt x="201061" y="34808"/>
                  </a:cubicBezTo>
                  <a:cubicBezTo>
                    <a:pt x="204228" y="32963"/>
                    <a:pt x="207503" y="31058"/>
                    <a:pt x="210836" y="29212"/>
                  </a:cubicBezTo>
                  <a:cubicBezTo>
                    <a:pt x="217522" y="25512"/>
                    <a:pt x="227422" y="21326"/>
                    <a:pt x="237978" y="21326"/>
                  </a:cubicBezTo>
                  <a:cubicBezTo>
                    <a:pt x="247122" y="21326"/>
                    <a:pt x="256758" y="24467"/>
                    <a:pt x="265224" y="33784"/>
                  </a:cubicBezTo>
                  <a:lnTo>
                    <a:pt x="265498" y="33546"/>
                  </a:lnTo>
                  <a:cubicBezTo>
                    <a:pt x="258247" y="25569"/>
                    <a:pt x="249377" y="21354"/>
                    <a:pt x="239149" y="21033"/>
                  </a:cubicBezTo>
                  <a:cubicBezTo>
                    <a:pt x="238730" y="21019"/>
                    <a:pt x="238308" y="21012"/>
                    <a:pt x="237884" y="21012"/>
                  </a:cubicBezTo>
                  <a:cubicBezTo>
                    <a:pt x="229391" y="21012"/>
                    <a:pt x="220013" y="23731"/>
                    <a:pt x="210658" y="28903"/>
                  </a:cubicBezTo>
                  <a:cubicBezTo>
                    <a:pt x="207324" y="30748"/>
                    <a:pt x="204050" y="32653"/>
                    <a:pt x="200871" y="34498"/>
                  </a:cubicBezTo>
                  <a:cubicBezTo>
                    <a:pt x="186013" y="43140"/>
                    <a:pt x="171810" y="51406"/>
                    <a:pt x="154899" y="51406"/>
                  </a:cubicBezTo>
                  <a:cubicBezTo>
                    <a:pt x="150304" y="51406"/>
                    <a:pt x="145509" y="50796"/>
                    <a:pt x="140447" y="49417"/>
                  </a:cubicBezTo>
                  <a:cubicBezTo>
                    <a:pt x="126290" y="45571"/>
                    <a:pt x="116789" y="37237"/>
                    <a:pt x="106740" y="28402"/>
                  </a:cubicBezTo>
                  <a:cubicBezTo>
                    <a:pt x="100537" y="22961"/>
                    <a:pt x="94131" y="17342"/>
                    <a:pt x="86499" y="12817"/>
                  </a:cubicBezTo>
                  <a:cubicBezTo>
                    <a:pt x="73295" y="4995"/>
                    <a:pt x="55841" y="89"/>
                    <a:pt x="40958" y="6"/>
                  </a:cubicBezTo>
                  <a:cubicBezTo>
                    <a:pt x="40396" y="3"/>
                    <a:pt x="39839" y="1"/>
                    <a:pt x="392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21"/>
            <p:cNvSpPr/>
            <p:nvPr/>
          </p:nvSpPr>
          <p:spPr>
            <a:xfrm>
              <a:off x="649475" y="2235200"/>
              <a:ext cx="6624950" cy="1345700"/>
            </a:xfrm>
            <a:custGeom>
              <a:rect b="b" l="l" r="r" t="t"/>
              <a:pathLst>
                <a:path extrusionOk="0" h="53828" w="264998">
                  <a:moveTo>
                    <a:pt x="35160" y="0"/>
                  </a:moveTo>
                  <a:cubicBezTo>
                    <a:pt x="17419" y="0"/>
                    <a:pt x="5602" y="2101"/>
                    <a:pt x="0" y="6240"/>
                  </a:cubicBezTo>
                  <a:lnTo>
                    <a:pt x="215" y="6538"/>
                  </a:lnTo>
                  <a:cubicBezTo>
                    <a:pt x="4112" y="3654"/>
                    <a:pt x="13403" y="362"/>
                    <a:pt x="35411" y="362"/>
                  </a:cubicBezTo>
                  <a:cubicBezTo>
                    <a:pt x="37206" y="362"/>
                    <a:pt x="39085" y="384"/>
                    <a:pt x="41053" y="430"/>
                  </a:cubicBezTo>
                  <a:cubicBezTo>
                    <a:pt x="55876" y="787"/>
                    <a:pt x="73176" y="5978"/>
                    <a:pt x="86202" y="13979"/>
                  </a:cubicBezTo>
                  <a:cubicBezTo>
                    <a:pt x="93726" y="18623"/>
                    <a:pt x="100025" y="24350"/>
                    <a:pt x="106109" y="29886"/>
                  </a:cubicBezTo>
                  <a:cubicBezTo>
                    <a:pt x="116039" y="38911"/>
                    <a:pt x="125421" y="47436"/>
                    <a:pt x="139601" y="51567"/>
                  </a:cubicBezTo>
                  <a:cubicBezTo>
                    <a:pt x="145004" y="53139"/>
                    <a:pt x="150116" y="53827"/>
                    <a:pt x="155015" y="53827"/>
                  </a:cubicBezTo>
                  <a:cubicBezTo>
                    <a:pt x="171610" y="53827"/>
                    <a:pt x="185768" y="45925"/>
                    <a:pt x="200549" y="37661"/>
                  </a:cubicBezTo>
                  <a:cubicBezTo>
                    <a:pt x="203752" y="35875"/>
                    <a:pt x="207062" y="34030"/>
                    <a:pt x="210420" y="32244"/>
                  </a:cubicBezTo>
                  <a:cubicBezTo>
                    <a:pt x="217020" y="28737"/>
                    <a:pt x="226700" y="24823"/>
                    <a:pt x="236995" y="24823"/>
                  </a:cubicBezTo>
                  <a:cubicBezTo>
                    <a:pt x="246347" y="24823"/>
                    <a:pt x="256206" y="28053"/>
                    <a:pt x="264724" y="37756"/>
                  </a:cubicBezTo>
                  <a:lnTo>
                    <a:pt x="264998" y="37518"/>
                  </a:lnTo>
                  <a:cubicBezTo>
                    <a:pt x="257890" y="29422"/>
                    <a:pt x="249103" y="25052"/>
                    <a:pt x="238887" y="24552"/>
                  </a:cubicBezTo>
                  <a:cubicBezTo>
                    <a:pt x="238234" y="24520"/>
                    <a:pt x="237575" y="24503"/>
                    <a:pt x="236910" y="24503"/>
                  </a:cubicBezTo>
                  <a:cubicBezTo>
                    <a:pt x="228589" y="24503"/>
                    <a:pt x="219426" y="27049"/>
                    <a:pt x="210253" y="31922"/>
                  </a:cubicBezTo>
                  <a:cubicBezTo>
                    <a:pt x="206883" y="33708"/>
                    <a:pt x="203574" y="35565"/>
                    <a:pt x="200371" y="37351"/>
                  </a:cubicBezTo>
                  <a:cubicBezTo>
                    <a:pt x="185637" y="45583"/>
                    <a:pt x="171528" y="53466"/>
                    <a:pt x="155004" y="53466"/>
                  </a:cubicBezTo>
                  <a:cubicBezTo>
                    <a:pt x="150137" y="53466"/>
                    <a:pt x="145060" y="52782"/>
                    <a:pt x="139696" y="51222"/>
                  </a:cubicBezTo>
                  <a:cubicBezTo>
                    <a:pt x="125599" y="47114"/>
                    <a:pt x="116253" y="38613"/>
                    <a:pt x="106359" y="29612"/>
                  </a:cubicBezTo>
                  <a:cubicBezTo>
                    <a:pt x="100251" y="24064"/>
                    <a:pt x="93941" y="18325"/>
                    <a:pt x="86392" y="13682"/>
                  </a:cubicBezTo>
                  <a:cubicBezTo>
                    <a:pt x="73331" y="5633"/>
                    <a:pt x="55960" y="418"/>
                    <a:pt x="41077" y="73"/>
                  </a:cubicBezTo>
                  <a:cubicBezTo>
                    <a:pt x="39037" y="25"/>
                    <a:pt x="37064" y="0"/>
                    <a:pt x="35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21"/>
            <p:cNvSpPr/>
            <p:nvPr/>
          </p:nvSpPr>
          <p:spPr>
            <a:xfrm>
              <a:off x="664050" y="2134250"/>
              <a:ext cx="6610375" cy="1399125"/>
            </a:xfrm>
            <a:custGeom>
              <a:rect b="b" l="l" r="r" t="t"/>
              <a:pathLst>
                <a:path extrusionOk="0" h="55965" w="264415">
                  <a:moveTo>
                    <a:pt x="31658" y="1"/>
                  </a:moveTo>
                  <a:cubicBezTo>
                    <a:pt x="15910" y="1"/>
                    <a:pt x="5285" y="1898"/>
                    <a:pt x="1" y="5671"/>
                  </a:cubicBezTo>
                  <a:lnTo>
                    <a:pt x="215" y="5968"/>
                  </a:lnTo>
                  <a:cubicBezTo>
                    <a:pt x="3941" y="3311"/>
                    <a:pt x="12454" y="374"/>
                    <a:pt x="31865" y="374"/>
                  </a:cubicBezTo>
                  <a:cubicBezTo>
                    <a:pt x="34721" y="374"/>
                    <a:pt x="37813" y="437"/>
                    <a:pt x="41161" y="575"/>
                  </a:cubicBezTo>
                  <a:cubicBezTo>
                    <a:pt x="55972" y="1182"/>
                    <a:pt x="73177" y="6671"/>
                    <a:pt x="86047" y="14910"/>
                  </a:cubicBezTo>
                  <a:cubicBezTo>
                    <a:pt x="93489" y="19684"/>
                    <a:pt x="99692" y="25518"/>
                    <a:pt x="105681" y="31162"/>
                  </a:cubicBezTo>
                  <a:cubicBezTo>
                    <a:pt x="115456" y="40365"/>
                    <a:pt x="124683" y="49045"/>
                    <a:pt x="138792" y="53427"/>
                  </a:cubicBezTo>
                  <a:cubicBezTo>
                    <a:pt x="144499" y="55196"/>
                    <a:pt x="149895" y="55964"/>
                    <a:pt x="155070" y="55964"/>
                  </a:cubicBezTo>
                  <a:cubicBezTo>
                    <a:pt x="171272" y="55964"/>
                    <a:pt x="185312" y="48439"/>
                    <a:pt x="199966" y="40580"/>
                  </a:cubicBezTo>
                  <a:cubicBezTo>
                    <a:pt x="203205" y="38853"/>
                    <a:pt x="206539" y="37056"/>
                    <a:pt x="209932" y="35329"/>
                  </a:cubicBezTo>
                  <a:cubicBezTo>
                    <a:pt x="216438" y="32021"/>
                    <a:pt x="225885" y="28376"/>
                    <a:pt x="235908" y="28376"/>
                  </a:cubicBezTo>
                  <a:cubicBezTo>
                    <a:pt x="245474" y="28376"/>
                    <a:pt x="255565" y="31695"/>
                    <a:pt x="264129" y="41794"/>
                  </a:cubicBezTo>
                  <a:lnTo>
                    <a:pt x="264415" y="41568"/>
                  </a:lnTo>
                  <a:cubicBezTo>
                    <a:pt x="257438" y="33341"/>
                    <a:pt x="248734" y="28828"/>
                    <a:pt x="238519" y="28138"/>
                  </a:cubicBezTo>
                  <a:cubicBezTo>
                    <a:pt x="237634" y="28078"/>
                    <a:pt x="236737" y="28048"/>
                    <a:pt x="235830" y="28048"/>
                  </a:cubicBezTo>
                  <a:cubicBezTo>
                    <a:pt x="227710" y="28048"/>
                    <a:pt x="218762" y="30434"/>
                    <a:pt x="209765" y="35008"/>
                  </a:cubicBezTo>
                  <a:cubicBezTo>
                    <a:pt x="206372" y="36734"/>
                    <a:pt x="203026" y="38532"/>
                    <a:pt x="199800" y="40258"/>
                  </a:cubicBezTo>
                  <a:cubicBezTo>
                    <a:pt x="185191" y="48086"/>
                    <a:pt x="171191" y="55586"/>
                    <a:pt x="155054" y="55586"/>
                  </a:cubicBezTo>
                  <a:cubicBezTo>
                    <a:pt x="149912" y="55586"/>
                    <a:pt x="144552" y="54824"/>
                    <a:pt x="138887" y="53069"/>
                  </a:cubicBezTo>
                  <a:cubicBezTo>
                    <a:pt x="124862" y="48724"/>
                    <a:pt x="115658" y="40068"/>
                    <a:pt x="105931" y="30900"/>
                  </a:cubicBezTo>
                  <a:cubicBezTo>
                    <a:pt x="99918" y="25245"/>
                    <a:pt x="93715" y="19387"/>
                    <a:pt x="86238" y="14612"/>
                  </a:cubicBezTo>
                  <a:cubicBezTo>
                    <a:pt x="73320" y="6337"/>
                    <a:pt x="56055" y="813"/>
                    <a:pt x="41173" y="206"/>
                  </a:cubicBezTo>
                  <a:cubicBezTo>
                    <a:pt x="37818" y="69"/>
                    <a:pt x="34646" y="1"/>
                    <a:pt x="316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8" name="Google Shape;538;p21"/>
          <p:cNvGrpSpPr/>
          <p:nvPr/>
        </p:nvGrpSpPr>
        <p:grpSpPr>
          <a:xfrm rot="916819">
            <a:off x="4302524" y="-565706"/>
            <a:ext cx="5321066" cy="1664508"/>
            <a:chOff x="603050" y="2134250"/>
            <a:chExt cx="6671375" cy="1887675"/>
          </a:xfrm>
        </p:grpSpPr>
        <p:sp>
          <p:nvSpPr>
            <p:cNvPr id="539" name="Google Shape;539;p21"/>
            <p:cNvSpPr/>
            <p:nvPr/>
          </p:nvSpPr>
          <p:spPr>
            <a:xfrm>
              <a:off x="608100" y="2949275"/>
              <a:ext cx="6665750" cy="1072650"/>
            </a:xfrm>
            <a:custGeom>
              <a:rect b="b" l="l" r="r" t="t"/>
              <a:pathLst>
                <a:path extrusionOk="0" h="42906" w="266630">
                  <a:moveTo>
                    <a:pt x="242926" y="0"/>
                  </a:moveTo>
                  <a:cubicBezTo>
                    <a:pt x="241564" y="0"/>
                    <a:pt x="240185" y="76"/>
                    <a:pt x="238792" y="228"/>
                  </a:cubicBezTo>
                  <a:cubicBezTo>
                    <a:pt x="230005" y="1168"/>
                    <a:pt x="220635" y="5240"/>
                    <a:pt x="211670" y="11979"/>
                  </a:cubicBezTo>
                  <a:cubicBezTo>
                    <a:pt x="208634" y="14265"/>
                    <a:pt x="205645" y="16611"/>
                    <a:pt x="202764" y="18885"/>
                  </a:cubicBezTo>
                  <a:cubicBezTo>
                    <a:pt x="187340" y="31016"/>
                    <a:pt x="172685" y="42543"/>
                    <a:pt x="152232" y="42543"/>
                  </a:cubicBezTo>
                  <a:cubicBezTo>
                    <a:pt x="149902" y="42543"/>
                    <a:pt x="147497" y="42394"/>
                    <a:pt x="145007" y="42078"/>
                  </a:cubicBezTo>
                  <a:cubicBezTo>
                    <a:pt x="130433" y="40233"/>
                    <a:pt x="119873" y="33291"/>
                    <a:pt x="108693" y="25957"/>
                  </a:cubicBezTo>
                  <a:cubicBezTo>
                    <a:pt x="101799" y="21433"/>
                    <a:pt x="94667" y="16754"/>
                    <a:pt x="86476" y="13337"/>
                  </a:cubicBezTo>
                  <a:cubicBezTo>
                    <a:pt x="75578" y="8791"/>
                    <a:pt x="62424" y="6298"/>
                    <a:pt x="50215" y="6298"/>
                  </a:cubicBezTo>
                  <a:cubicBezTo>
                    <a:pt x="46564" y="6298"/>
                    <a:pt x="42997" y="6521"/>
                    <a:pt x="39601" y="6979"/>
                  </a:cubicBezTo>
                  <a:cubicBezTo>
                    <a:pt x="18729" y="9788"/>
                    <a:pt x="5418" y="14003"/>
                    <a:pt x="0" y="19504"/>
                  </a:cubicBezTo>
                  <a:lnTo>
                    <a:pt x="262" y="19766"/>
                  </a:lnTo>
                  <a:cubicBezTo>
                    <a:pt x="3941" y="16015"/>
                    <a:pt x="13764" y="10824"/>
                    <a:pt x="39648" y="7348"/>
                  </a:cubicBezTo>
                  <a:cubicBezTo>
                    <a:pt x="43028" y="6893"/>
                    <a:pt x="46578" y="6672"/>
                    <a:pt x="50211" y="6672"/>
                  </a:cubicBezTo>
                  <a:cubicBezTo>
                    <a:pt x="62374" y="6672"/>
                    <a:pt x="75481" y="9153"/>
                    <a:pt x="86345" y="13682"/>
                  </a:cubicBezTo>
                  <a:cubicBezTo>
                    <a:pt x="94500" y="17075"/>
                    <a:pt x="101620" y="21742"/>
                    <a:pt x="108502" y="26255"/>
                  </a:cubicBezTo>
                  <a:cubicBezTo>
                    <a:pt x="119718" y="33625"/>
                    <a:pt x="130314" y="40578"/>
                    <a:pt x="144959" y="42435"/>
                  </a:cubicBezTo>
                  <a:cubicBezTo>
                    <a:pt x="147474" y="42754"/>
                    <a:pt x="149902" y="42906"/>
                    <a:pt x="152253" y="42906"/>
                  </a:cubicBezTo>
                  <a:cubicBezTo>
                    <a:pt x="172815" y="42906"/>
                    <a:pt x="187519" y="31340"/>
                    <a:pt x="202990" y="19171"/>
                  </a:cubicBezTo>
                  <a:cubicBezTo>
                    <a:pt x="205871" y="16908"/>
                    <a:pt x="208860" y="14563"/>
                    <a:pt x="211896" y="12277"/>
                  </a:cubicBezTo>
                  <a:cubicBezTo>
                    <a:pt x="219006" y="6920"/>
                    <a:pt x="230335" y="312"/>
                    <a:pt x="242921" y="312"/>
                  </a:cubicBezTo>
                  <a:cubicBezTo>
                    <a:pt x="250504" y="312"/>
                    <a:pt x="258543" y="2711"/>
                    <a:pt x="266391" y="9229"/>
                  </a:cubicBezTo>
                  <a:lnTo>
                    <a:pt x="266629" y="8943"/>
                  </a:lnTo>
                  <a:cubicBezTo>
                    <a:pt x="259467" y="3004"/>
                    <a:pt x="251508" y="0"/>
                    <a:pt x="2429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21"/>
            <p:cNvSpPr/>
            <p:nvPr/>
          </p:nvSpPr>
          <p:spPr>
            <a:xfrm>
              <a:off x="604525" y="2938825"/>
              <a:ext cx="6669025" cy="1033425"/>
            </a:xfrm>
            <a:custGeom>
              <a:rect b="b" l="l" r="r" t="t"/>
              <a:pathLst>
                <a:path extrusionOk="0" h="41337" w="266761">
                  <a:moveTo>
                    <a:pt x="242560" y="0"/>
                  </a:moveTo>
                  <a:cubicBezTo>
                    <a:pt x="241419" y="0"/>
                    <a:pt x="240266" y="53"/>
                    <a:pt x="239102" y="158"/>
                  </a:cubicBezTo>
                  <a:cubicBezTo>
                    <a:pt x="230303" y="955"/>
                    <a:pt x="220850" y="4861"/>
                    <a:pt x="211765" y="11445"/>
                  </a:cubicBezTo>
                  <a:cubicBezTo>
                    <a:pt x="208693" y="13683"/>
                    <a:pt x="205669" y="15969"/>
                    <a:pt x="202752" y="18184"/>
                  </a:cubicBezTo>
                  <a:cubicBezTo>
                    <a:pt x="187359" y="29863"/>
                    <a:pt x="172728" y="40966"/>
                    <a:pt x="152762" y="40966"/>
                  </a:cubicBezTo>
                  <a:cubicBezTo>
                    <a:pt x="150135" y="40966"/>
                    <a:pt x="147416" y="40773"/>
                    <a:pt x="144590" y="40365"/>
                  </a:cubicBezTo>
                  <a:cubicBezTo>
                    <a:pt x="130064" y="38269"/>
                    <a:pt x="119623" y="31150"/>
                    <a:pt x="108574" y="23613"/>
                  </a:cubicBezTo>
                  <a:cubicBezTo>
                    <a:pt x="101751" y="18969"/>
                    <a:pt x="94703" y="14171"/>
                    <a:pt x="86571" y="10611"/>
                  </a:cubicBezTo>
                  <a:cubicBezTo>
                    <a:pt x="75309" y="5677"/>
                    <a:pt x="61560" y="2931"/>
                    <a:pt x="48931" y="2931"/>
                  </a:cubicBezTo>
                  <a:cubicBezTo>
                    <a:pt x="45806" y="2931"/>
                    <a:pt x="42749" y="3099"/>
                    <a:pt x="39815" y="3444"/>
                  </a:cubicBezTo>
                  <a:cubicBezTo>
                    <a:pt x="18908" y="5885"/>
                    <a:pt x="5513" y="9861"/>
                    <a:pt x="1" y="15279"/>
                  </a:cubicBezTo>
                  <a:lnTo>
                    <a:pt x="251" y="15529"/>
                  </a:lnTo>
                  <a:cubicBezTo>
                    <a:pt x="4001" y="11850"/>
                    <a:pt x="13919" y="6825"/>
                    <a:pt x="39851" y="3801"/>
                  </a:cubicBezTo>
                  <a:cubicBezTo>
                    <a:pt x="42768" y="3459"/>
                    <a:pt x="45807" y="3292"/>
                    <a:pt x="48914" y="3292"/>
                  </a:cubicBezTo>
                  <a:cubicBezTo>
                    <a:pt x="61497" y="3292"/>
                    <a:pt x="75199" y="6027"/>
                    <a:pt x="86428" y="10945"/>
                  </a:cubicBezTo>
                  <a:cubicBezTo>
                    <a:pt x="94524" y="14493"/>
                    <a:pt x="101561" y="19279"/>
                    <a:pt x="108359" y="23922"/>
                  </a:cubicBezTo>
                  <a:cubicBezTo>
                    <a:pt x="119456" y="31471"/>
                    <a:pt x="129922" y="38615"/>
                    <a:pt x="144542" y="40734"/>
                  </a:cubicBezTo>
                  <a:cubicBezTo>
                    <a:pt x="147384" y="41144"/>
                    <a:pt x="150118" y="41337"/>
                    <a:pt x="152759" y="41337"/>
                  </a:cubicBezTo>
                  <a:cubicBezTo>
                    <a:pt x="172836" y="41337"/>
                    <a:pt x="187520" y="30193"/>
                    <a:pt x="202966" y="18481"/>
                  </a:cubicBezTo>
                  <a:cubicBezTo>
                    <a:pt x="205883" y="16267"/>
                    <a:pt x="208908" y="13969"/>
                    <a:pt x="211979" y="11742"/>
                  </a:cubicBezTo>
                  <a:cubicBezTo>
                    <a:pt x="219066" y="6599"/>
                    <a:pt x="230260" y="308"/>
                    <a:pt x="242600" y="308"/>
                  </a:cubicBezTo>
                  <a:cubicBezTo>
                    <a:pt x="250370" y="308"/>
                    <a:pt x="258594" y="2802"/>
                    <a:pt x="266534" y="9647"/>
                  </a:cubicBezTo>
                  <a:lnTo>
                    <a:pt x="266760" y="9373"/>
                  </a:lnTo>
                  <a:cubicBezTo>
                    <a:pt x="259527" y="3141"/>
                    <a:pt x="251396" y="0"/>
                    <a:pt x="242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21"/>
            <p:cNvSpPr/>
            <p:nvPr/>
          </p:nvSpPr>
          <p:spPr>
            <a:xfrm>
              <a:off x="603050" y="2916775"/>
              <a:ext cx="6670800" cy="1005800"/>
            </a:xfrm>
            <a:custGeom>
              <a:rect b="b" l="l" r="r" t="t"/>
              <a:pathLst>
                <a:path extrusionOk="0" h="40232" w="266832">
                  <a:moveTo>
                    <a:pt x="47581" y="0"/>
                  </a:moveTo>
                  <a:cubicBezTo>
                    <a:pt x="44993" y="0"/>
                    <a:pt x="42457" y="119"/>
                    <a:pt x="40005" y="361"/>
                  </a:cubicBezTo>
                  <a:cubicBezTo>
                    <a:pt x="19062" y="2445"/>
                    <a:pt x="5608" y="6183"/>
                    <a:pt x="0" y="11505"/>
                  </a:cubicBezTo>
                  <a:lnTo>
                    <a:pt x="250" y="11767"/>
                  </a:lnTo>
                  <a:cubicBezTo>
                    <a:pt x="4060" y="8148"/>
                    <a:pt x="14061" y="3302"/>
                    <a:pt x="40041" y="730"/>
                  </a:cubicBezTo>
                  <a:cubicBezTo>
                    <a:pt x="42490" y="487"/>
                    <a:pt x="45023" y="368"/>
                    <a:pt x="47608" y="368"/>
                  </a:cubicBezTo>
                  <a:cubicBezTo>
                    <a:pt x="60603" y="368"/>
                    <a:pt x="74908" y="3370"/>
                    <a:pt x="86487" y="8683"/>
                  </a:cubicBezTo>
                  <a:cubicBezTo>
                    <a:pt x="94524" y="12362"/>
                    <a:pt x="101477" y="17292"/>
                    <a:pt x="108192" y="22042"/>
                  </a:cubicBezTo>
                  <a:cubicBezTo>
                    <a:pt x="119146" y="29793"/>
                    <a:pt x="129504" y="37116"/>
                    <a:pt x="144078" y="39473"/>
                  </a:cubicBezTo>
                  <a:cubicBezTo>
                    <a:pt x="147258" y="39990"/>
                    <a:pt x="150307" y="40232"/>
                    <a:pt x="153246" y="40232"/>
                  </a:cubicBezTo>
                  <a:cubicBezTo>
                    <a:pt x="172829" y="40232"/>
                    <a:pt x="187478" y="29509"/>
                    <a:pt x="202883" y="18256"/>
                  </a:cubicBezTo>
                  <a:cubicBezTo>
                    <a:pt x="205835" y="16089"/>
                    <a:pt x="208895" y="13851"/>
                    <a:pt x="212015" y="11672"/>
                  </a:cubicBezTo>
                  <a:cubicBezTo>
                    <a:pt x="219065" y="6740"/>
                    <a:pt x="230090" y="772"/>
                    <a:pt x="242173" y="772"/>
                  </a:cubicBezTo>
                  <a:cubicBezTo>
                    <a:pt x="250128" y="772"/>
                    <a:pt x="258541" y="3359"/>
                    <a:pt x="266581" y="10529"/>
                  </a:cubicBezTo>
                  <a:lnTo>
                    <a:pt x="266831" y="10255"/>
                  </a:lnTo>
                  <a:cubicBezTo>
                    <a:pt x="259528" y="3740"/>
                    <a:pt x="251234" y="461"/>
                    <a:pt x="242138" y="461"/>
                  </a:cubicBezTo>
                  <a:cubicBezTo>
                    <a:pt x="241209" y="461"/>
                    <a:pt x="240272" y="495"/>
                    <a:pt x="239328" y="563"/>
                  </a:cubicBezTo>
                  <a:cubicBezTo>
                    <a:pt x="230517" y="1206"/>
                    <a:pt x="220992" y="4945"/>
                    <a:pt x="211800" y="11374"/>
                  </a:cubicBezTo>
                  <a:cubicBezTo>
                    <a:pt x="208681" y="13553"/>
                    <a:pt x="205621" y="15791"/>
                    <a:pt x="202668" y="17958"/>
                  </a:cubicBezTo>
                  <a:cubicBezTo>
                    <a:pt x="187317" y="29187"/>
                    <a:pt x="172706" y="39865"/>
                    <a:pt x="153219" y="39865"/>
                  </a:cubicBezTo>
                  <a:cubicBezTo>
                    <a:pt x="150307" y="39865"/>
                    <a:pt x="147286" y="39627"/>
                    <a:pt x="144137" y="39116"/>
                  </a:cubicBezTo>
                  <a:cubicBezTo>
                    <a:pt x="129635" y="36770"/>
                    <a:pt x="119325" y="29472"/>
                    <a:pt x="108406" y="21745"/>
                  </a:cubicBezTo>
                  <a:cubicBezTo>
                    <a:pt x="101679" y="16982"/>
                    <a:pt x="94702" y="12053"/>
                    <a:pt x="86642" y="8350"/>
                  </a:cubicBezTo>
                  <a:cubicBezTo>
                    <a:pt x="75006" y="3014"/>
                    <a:pt x="60634" y="0"/>
                    <a:pt x="475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21"/>
            <p:cNvSpPr/>
            <p:nvPr/>
          </p:nvSpPr>
          <p:spPr>
            <a:xfrm>
              <a:off x="603625" y="2820875"/>
              <a:ext cx="6670225" cy="1052250"/>
            </a:xfrm>
            <a:custGeom>
              <a:rect b="b" l="l" r="r" t="t"/>
              <a:pathLst>
                <a:path extrusionOk="0" h="42090" w="266809">
                  <a:moveTo>
                    <a:pt x="46344" y="0"/>
                  </a:moveTo>
                  <a:cubicBezTo>
                    <a:pt x="44253" y="0"/>
                    <a:pt x="42198" y="80"/>
                    <a:pt x="40196" y="244"/>
                  </a:cubicBezTo>
                  <a:cubicBezTo>
                    <a:pt x="19218" y="1959"/>
                    <a:pt x="5692" y="5471"/>
                    <a:pt x="1" y="10686"/>
                  </a:cubicBezTo>
                  <a:lnTo>
                    <a:pt x="239" y="10948"/>
                  </a:lnTo>
                  <a:cubicBezTo>
                    <a:pt x="4120" y="7400"/>
                    <a:pt x="14193" y="2721"/>
                    <a:pt x="40220" y="601"/>
                  </a:cubicBezTo>
                  <a:cubicBezTo>
                    <a:pt x="42208" y="440"/>
                    <a:pt x="44249" y="360"/>
                    <a:pt x="46327" y="360"/>
                  </a:cubicBezTo>
                  <a:cubicBezTo>
                    <a:pt x="59706" y="360"/>
                    <a:pt x="74600" y="3646"/>
                    <a:pt x="86524" y="9376"/>
                  </a:cubicBezTo>
                  <a:cubicBezTo>
                    <a:pt x="94501" y="13198"/>
                    <a:pt x="101359" y="18234"/>
                    <a:pt x="107991" y="23104"/>
                  </a:cubicBezTo>
                  <a:cubicBezTo>
                    <a:pt x="118813" y="31046"/>
                    <a:pt x="129029" y="38546"/>
                    <a:pt x="143566" y="41166"/>
                  </a:cubicBezTo>
                  <a:cubicBezTo>
                    <a:pt x="147069" y="41797"/>
                    <a:pt x="150419" y="42090"/>
                    <a:pt x="153641" y="42090"/>
                  </a:cubicBezTo>
                  <a:cubicBezTo>
                    <a:pt x="172769" y="42090"/>
                    <a:pt x="187383" y="31783"/>
                    <a:pt x="202729" y="20961"/>
                  </a:cubicBezTo>
                  <a:cubicBezTo>
                    <a:pt x="205729" y="18854"/>
                    <a:pt x="208825" y="16663"/>
                    <a:pt x="211980" y="14543"/>
                  </a:cubicBezTo>
                  <a:cubicBezTo>
                    <a:pt x="218983" y="9825"/>
                    <a:pt x="229850" y="4171"/>
                    <a:pt x="241687" y="4171"/>
                  </a:cubicBezTo>
                  <a:cubicBezTo>
                    <a:pt x="249833" y="4171"/>
                    <a:pt x="258438" y="6849"/>
                    <a:pt x="266558" y="14353"/>
                  </a:cubicBezTo>
                  <a:lnTo>
                    <a:pt x="266808" y="14091"/>
                  </a:lnTo>
                  <a:cubicBezTo>
                    <a:pt x="259457" y="7303"/>
                    <a:pt x="251007" y="3862"/>
                    <a:pt x="241659" y="3862"/>
                  </a:cubicBezTo>
                  <a:cubicBezTo>
                    <a:pt x="240939" y="3862"/>
                    <a:pt x="240214" y="3882"/>
                    <a:pt x="239483" y="3923"/>
                  </a:cubicBezTo>
                  <a:cubicBezTo>
                    <a:pt x="230661" y="4411"/>
                    <a:pt x="221076" y="7971"/>
                    <a:pt x="211777" y="14246"/>
                  </a:cubicBezTo>
                  <a:cubicBezTo>
                    <a:pt x="208622" y="16365"/>
                    <a:pt x="205515" y="18556"/>
                    <a:pt x="202526" y="20663"/>
                  </a:cubicBezTo>
                  <a:cubicBezTo>
                    <a:pt x="187233" y="31450"/>
                    <a:pt x="172655" y="41722"/>
                    <a:pt x="153612" y="41722"/>
                  </a:cubicBezTo>
                  <a:cubicBezTo>
                    <a:pt x="150417" y="41722"/>
                    <a:pt x="147097" y="41433"/>
                    <a:pt x="143626" y="40809"/>
                  </a:cubicBezTo>
                  <a:cubicBezTo>
                    <a:pt x="129172" y="38201"/>
                    <a:pt x="118992" y="30724"/>
                    <a:pt x="108205" y="22806"/>
                  </a:cubicBezTo>
                  <a:cubicBezTo>
                    <a:pt x="101561" y="17925"/>
                    <a:pt x="94679" y="12877"/>
                    <a:pt x="86678" y="9043"/>
                  </a:cubicBezTo>
                  <a:cubicBezTo>
                    <a:pt x="74718" y="3305"/>
                    <a:pt x="59772" y="0"/>
                    <a:pt x="463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21"/>
            <p:cNvSpPr/>
            <p:nvPr/>
          </p:nvSpPr>
          <p:spPr>
            <a:xfrm>
              <a:off x="606025" y="2724425"/>
              <a:ext cx="6667825" cy="1099375"/>
            </a:xfrm>
            <a:custGeom>
              <a:rect b="b" l="l" r="r" t="t"/>
              <a:pathLst>
                <a:path extrusionOk="0" h="43975" w="266713">
                  <a:moveTo>
                    <a:pt x="45120" y="1"/>
                  </a:moveTo>
                  <a:cubicBezTo>
                    <a:pt x="43512" y="1"/>
                    <a:pt x="41927" y="50"/>
                    <a:pt x="40374" y="149"/>
                  </a:cubicBezTo>
                  <a:cubicBezTo>
                    <a:pt x="19372" y="1495"/>
                    <a:pt x="5787" y="4769"/>
                    <a:pt x="0" y="9889"/>
                  </a:cubicBezTo>
                  <a:lnTo>
                    <a:pt x="250" y="10150"/>
                  </a:lnTo>
                  <a:cubicBezTo>
                    <a:pt x="4191" y="6674"/>
                    <a:pt x="14335" y="2185"/>
                    <a:pt x="40410" y="518"/>
                  </a:cubicBezTo>
                  <a:cubicBezTo>
                    <a:pt x="41956" y="419"/>
                    <a:pt x="43534" y="370"/>
                    <a:pt x="45136" y="370"/>
                  </a:cubicBezTo>
                  <a:cubicBezTo>
                    <a:pt x="58853" y="370"/>
                    <a:pt x="74318" y="3961"/>
                    <a:pt x="86547" y="10091"/>
                  </a:cubicBezTo>
                  <a:cubicBezTo>
                    <a:pt x="94441" y="14044"/>
                    <a:pt x="101227" y="19211"/>
                    <a:pt x="107776" y="24188"/>
                  </a:cubicBezTo>
                  <a:cubicBezTo>
                    <a:pt x="118432" y="32332"/>
                    <a:pt x="128528" y="39999"/>
                    <a:pt x="143018" y="42869"/>
                  </a:cubicBezTo>
                  <a:cubicBezTo>
                    <a:pt x="146843" y="43627"/>
                    <a:pt x="150492" y="43975"/>
                    <a:pt x="153996" y="43975"/>
                  </a:cubicBezTo>
                  <a:cubicBezTo>
                    <a:pt x="172677" y="43975"/>
                    <a:pt x="187246" y="34086"/>
                    <a:pt x="202525" y="23700"/>
                  </a:cubicBezTo>
                  <a:cubicBezTo>
                    <a:pt x="205562" y="21640"/>
                    <a:pt x="208693" y="19509"/>
                    <a:pt x="211884" y="17449"/>
                  </a:cubicBezTo>
                  <a:cubicBezTo>
                    <a:pt x="218840" y="12936"/>
                    <a:pt x="229526" y="7594"/>
                    <a:pt x="241107" y="7594"/>
                  </a:cubicBezTo>
                  <a:cubicBezTo>
                    <a:pt x="249447" y="7594"/>
                    <a:pt x="258252" y="10365"/>
                    <a:pt x="266462" y="18211"/>
                  </a:cubicBezTo>
                  <a:lnTo>
                    <a:pt x="266712" y="17949"/>
                  </a:lnTo>
                  <a:cubicBezTo>
                    <a:pt x="259310" y="10864"/>
                    <a:pt x="250693" y="7276"/>
                    <a:pt x="241074" y="7276"/>
                  </a:cubicBezTo>
                  <a:cubicBezTo>
                    <a:pt x="240574" y="7276"/>
                    <a:pt x="240071" y="7285"/>
                    <a:pt x="239566" y="7305"/>
                  </a:cubicBezTo>
                  <a:cubicBezTo>
                    <a:pt x="230731" y="7638"/>
                    <a:pt x="221099" y="11043"/>
                    <a:pt x="211681" y="17139"/>
                  </a:cubicBezTo>
                  <a:cubicBezTo>
                    <a:pt x="208490" y="19211"/>
                    <a:pt x="205359" y="21342"/>
                    <a:pt x="202323" y="23402"/>
                  </a:cubicBezTo>
                  <a:cubicBezTo>
                    <a:pt x="187090" y="33751"/>
                    <a:pt x="172575" y="43610"/>
                    <a:pt x="153990" y="43610"/>
                  </a:cubicBezTo>
                  <a:cubicBezTo>
                    <a:pt x="150510" y="43610"/>
                    <a:pt x="146887" y="43265"/>
                    <a:pt x="143089" y="42512"/>
                  </a:cubicBezTo>
                  <a:cubicBezTo>
                    <a:pt x="128683" y="39654"/>
                    <a:pt x="118622" y="31998"/>
                    <a:pt x="107990" y="23902"/>
                  </a:cubicBezTo>
                  <a:cubicBezTo>
                    <a:pt x="101418" y="18913"/>
                    <a:pt x="94631" y="13734"/>
                    <a:pt x="86701" y="9758"/>
                  </a:cubicBezTo>
                  <a:cubicBezTo>
                    <a:pt x="74419" y="3595"/>
                    <a:pt x="58900" y="1"/>
                    <a:pt x="45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21"/>
            <p:cNvSpPr/>
            <p:nvPr/>
          </p:nvSpPr>
          <p:spPr>
            <a:xfrm>
              <a:off x="610775" y="2627700"/>
              <a:ext cx="6663075" cy="1147100"/>
            </a:xfrm>
            <a:custGeom>
              <a:rect b="b" l="l" r="r" t="t"/>
              <a:pathLst>
                <a:path extrusionOk="0" h="45884" w="266523">
                  <a:moveTo>
                    <a:pt x="43919" y="0"/>
                  </a:moveTo>
                  <a:cubicBezTo>
                    <a:pt x="42779" y="0"/>
                    <a:pt x="41652" y="26"/>
                    <a:pt x="40541" y="77"/>
                  </a:cubicBezTo>
                  <a:cubicBezTo>
                    <a:pt x="19515" y="1054"/>
                    <a:pt x="5870" y="4090"/>
                    <a:pt x="1" y="9102"/>
                  </a:cubicBezTo>
                  <a:lnTo>
                    <a:pt x="239" y="9376"/>
                  </a:lnTo>
                  <a:cubicBezTo>
                    <a:pt x="4227" y="5971"/>
                    <a:pt x="14467" y="1649"/>
                    <a:pt x="40553" y="434"/>
                  </a:cubicBezTo>
                  <a:cubicBezTo>
                    <a:pt x="41663" y="383"/>
                    <a:pt x="42788" y="357"/>
                    <a:pt x="43926" y="357"/>
                  </a:cubicBezTo>
                  <a:cubicBezTo>
                    <a:pt x="57980" y="357"/>
                    <a:pt x="73989" y="4252"/>
                    <a:pt x="86523" y="10817"/>
                  </a:cubicBezTo>
                  <a:cubicBezTo>
                    <a:pt x="94346" y="14912"/>
                    <a:pt x="101037" y="20187"/>
                    <a:pt x="107502" y="25283"/>
                  </a:cubicBezTo>
                  <a:cubicBezTo>
                    <a:pt x="118039" y="33593"/>
                    <a:pt x="127981" y="41451"/>
                    <a:pt x="142411" y="44571"/>
                  </a:cubicBezTo>
                  <a:cubicBezTo>
                    <a:pt x="146566" y="45473"/>
                    <a:pt x="150520" y="45883"/>
                    <a:pt x="154313" y="45883"/>
                  </a:cubicBezTo>
                  <a:cubicBezTo>
                    <a:pt x="172548" y="45883"/>
                    <a:pt x="187052" y="36397"/>
                    <a:pt x="202240" y="26461"/>
                  </a:cubicBezTo>
                  <a:cubicBezTo>
                    <a:pt x="205312" y="24449"/>
                    <a:pt x="208491" y="22378"/>
                    <a:pt x="211706" y="20365"/>
                  </a:cubicBezTo>
                  <a:cubicBezTo>
                    <a:pt x="218611" y="16054"/>
                    <a:pt x="229117" y="11007"/>
                    <a:pt x="240446" y="11007"/>
                  </a:cubicBezTo>
                  <a:cubicBezTo>
                    <a:pt x="248983" y="11007"/>
                    <a:pt x="257988" y="13873"/>
                    <a:pt x="266272" y="22080"/>
                  </a:cubicBezTo>
                  <a:lnTo>
                    <a:pt x="266522" y="21818"/>
                  </a:lnTo>
                  <a:cubicBezTo>
                    <a:pt x="259063" y="14429"/>
                    <a:pt x="250259" y="10690"/>
                    <a:pt x="240352" y="10690"/>
                  </a:cubicBezTo>
                  <a:cubicBezTo>
                    <a:pt x="240091" y="10690"/>
                    <a:pt x="239829" y="10692"/>
                    <a:pt x="239566" y="10698"/>
                  </a:cubicBezTo>
                  <a:cubicBezTo>
                    <a:pt x="230732" y="10876"/>
                    <a:pt x="221040" y="14115"/>
                    <a:pt x="211515" y="20056"/>
                  </a:cubicBezTo>
                  <a:cubicBezTo>
                    <a:pt x="208300" y="22068"/>
                    <a:pt x="205122" y="24152"/>
                    <a:pt x="202050" y="26152"/>
                  </a:cubicBezTo>
                  <a:cubicBezTo>
                    <a:pt x="186888" y="36065"/>
                    <a:pt x="172430" y="45521"/>
                    <a:pt x="154274" y="45521"/>
                  </a:cubicBezTo>
                  <a:cubicBezTo>
                    <a:pt x="150515" y="45521"/>
                    <a:pt x="146598" y="45116"/>
                    <a:pt x="142483" y="44226"/>
                  </a:cubicBezTo>
                  <a:cubicBezTo>
                    <a:pt x="128136" y="41118"/>
                    <a:pt x="118218" y="33284"/>
                    <a:pt x="107716" y="24997"/>
                  </a:cubicBezTo>
                  <a:cubicBezTo>
                    <a:pt x="101239" y="19889"/>
                    <a:pt x="94548" y="14603"/>
                    <a:pt x="86690" y="10495"/>
                  </a:cubicBezTo>
                  <a:cubicBezTo>
                    <a:pt x="74109" y="3907"/>
                    <a:pt x="58032" y="0"/>
                    <a:pt x="439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21"/>
            <p:cNvSpPr/>
            <p:nvPr/>
          </p:nvSpPr>
          <p:spPr>
            <a:xfrm>
              <a:off x="617325" y="2530375"/>
              <a:ext cx="6656525" cy="1195600"/>
            </a:xfrm>
            <a:custGeom>
              <a:rect b="b" l="l" r="r" t="t"/>
              <a:pathLst>
                <a:path extrusionOk="0" h="47824" w="266261">
                  <a:moveTo>
                    <a:pt x="42753" y="0"/>
                  </a:moveTo>
                  <a:cubicBezTo>
                    <a:pt x="42062" y="0"/>
                    <a:pt x="41376" y="10"/>
                    <a:pt x="40696" y="29"/>
                  </a:cubicBezTo>
                  <a:cubicBezTo>
                    <a:pt x="19646" y="637"/>
                    <a:pt x="5966" y="3435"/>
                    <a:pt x="1" y="8352"/>
                  </a:cubicBezTo>
                  <a:lnTo>
                    <a:pt x="227" y="8626"/>
                  </a:lnTo>
                  <a:cubicBezTo>
                    <a:pt x="4287" y="5292"/>
                    <a:pt x="14598" y="1149"/>
                    <a:pt x="40696" y="387"/>
                  </a:cubicBezTo>
                  <a:cubicBezTo>
                    <a:pt x="41375" y="367"/>
                    <a:pt x="42061" y="357"/>
                    <a:pt x="42751" y="357"/>
                  </a:cubicBezTo>
                  <a:cubicBezTo>
                    <a:pt x="57119" y="357"/>
                    <a:pt x="73684" y="4580"/>
                    <a:pt x="86476" y="11566"/>
                  </a:cubicBezTo>
                  <a:cubicBezTo>
                    <a:pt x="94239" y="15805"/>
                    <a:pt x="100823" y="21199"/>
                    <a:pt x="107193" y="26402"/>
                  </a:cubicBezTo>
                  <a:cubicBezTo>
                    <a:pt x="117587" y="34903"/>
                    <a:pt x="127397" y="42927"/>
                    <a:pt x="141768" y="46297"/>
                  </a:cubicBezTo>
                  <a:cubicBezTo>
                    <a:pt x="146242" y="47349"/>
                    <a:pt x="150491" y="47823"/>
                    <a:pt x="154562" y="47823"/>
                  </a:cubicBezTo>
                  <a:cubicBezTo>
                    <a:pt x="172376" y="47823"/>
                    <a:pt x="186800" y="38740"/>
                    <a:pt x="201919" y="29223"/>
                  </a:cubicBezTo>
                  <a:cubicBezTo>
                    <a:pt x="205014" y="27271"/>
                    <a:pt x="208229" y="25259"/>
                    <a:pt x="211479" y="23306"/>
                  </a:cubicBezTo>
                  <a:cubicBezTo>
                    <a:pt x="218321" y="19200"/>
                    <a:pt x="228632" y="14450"/>
                    <a:pt x="239705" y="14450"/>
                  </a:cubicBezTo>
                  <a:cubicBezTo>
                    <a:pt x="248443" y="14450"/>
                    <a:pt x="257655" y="17408"/>
                    <a:pt x="266010" y="25973"/>
                  </a:cubicBezTo>
                  <a:lnTo>
                    <a:pt x="266260" y="25711"/>
                  </a:lnTo>
                  <a:cubicBezTo>
                    <a:pt x="258758" y="18019"/>
                    <a:pt x="249789" y="14126"/>
                    <a:pt x="239600" y="14126"/>
                  </a:cubicBezTo>
                  <a:cubicBezTo>
                    <a:pt x="239569" y="14126"/>
                    <a:pt x="239538" y="14126"/>
                    <a:pt x="239507" y="14126"/>
                  </a:cubicBezTo>
                  <a:cubicBezTo>
                    <a:pt x="230672" y="14150"/>
                    <a:pt x="220921" y="17222"/>
                    <a:pt x="211301" y="22996"/>
                  </a:cubicBezTo>
                  <a:cubicBezTo>
                    <a:pt x="208038" y="24949"/>
                    <a:pt x="204824" y="26973"/>
                    <a:pt x="201728" y="28926"/>
                  </a:cubicBezTo>
                  <a:cubicBezTo>
                    <a:pt x="186657" y="38411"/>
                    <a:pt x="172266" y="47461"/>
                    <a:pt x="154532" y="47461"/>
                  </a:cubicBezTo>
                  <a:cubicBezTo>
                    <a:pt x="150494" y="47461"/>
                    <a:pt x="146283" y="46992"/>
                    <a:pt x="141852" y="45952"/>
                  </a:cubicBezTo>
                  <a:cubicBezTo>
                    <a:pt x="127564" y="42594"/>
                    <a:pt x="117777" y="34593"/>
                    <a:pt x="107431" y="26128"/>
                  </a:cubicBezTo>
                  <a:cubicBezTo>
                    <a:pt x="101037" y="20901"/>
                    <a:pt x="94441" y="15507"/>
                    <a:pt x="86654" y="11245"/>
                  </a:cubicBezTo>
                  <a:cubicBezTo>
                    <a:pt x="73804" y="4235"/>
                    <a:pt x="57180" y="0"/>
                    <a:pt x="427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21"/>
            <p:cNvSpPr/>
            <p:nvPr/>
          </p:nvSpPr>
          <p:spPr>
            <a:xfrm>
              <a:off x="625950" y="2432750"/>
              <a:ext cx="6647900" cy="1244800"/>
            </a:xfrm>
            <a:custGeom>
              <a:rect b="b" l="l" r="r" t="t"/>
              <a:pathLst>
                <a:path extrusionOk="0" h="49792" w="265916">
                  <a:moveTo>
                    <a:pt x="41667" y="0"/>
                  </a:moveTo>
                  <a:cubicBezTo>
                    <a:pt x="41386" y="0"/>
                    <a:pt x="41106" y="2"/>
                    <a:pt x="40827" y="5"/>
                  </a:cubicBezTo>
                  <a:cubicBezTo>
                    <a:pt x="19777" y="243"/>
                    <a:pt x="6049" y="2803"/>
                    <a:pt x="1" y="7613"/>
                  </a:cubicBezTo>
                  <a:lnTo>
                    <a:pt x="227" y="7899"/>
                  </a:lnTo>
                  <a:cubicBezTo>
                    <a:pt x="4335" y="4625"/>
                    <a:pt x="14717" y="672"/>
                    <a:pt x="40827" y="362"/>
                  </a:cubicBezTo>
                  <a:cubicBezTo>
                    <a:pt x="41089" y="360"/>
                    <a:pt x="41350" y="358"/>
                    <a:pt x="41613" y="358"/>
                  </a:cubicBezTo>
                  <a:cubicBezTo>
                    <a:pt x="56276" y="358"/>
                    <a:pt x="73363" y="4913"/>
                    <a:pt x="86405" y="12340"/>
                  </a:cubicBezTo>
                  <a:cubicBezTo>
                    <a:pt x="94096" y="16710"/>
                    <a:pt x="100585" y="22210"/>
                    <a:pt x="106871" y="27532"/>
                  </a:cubicBezTo>
                  <a:cubicBezTo>
                    <a:pt x="117111" y="36212"/>
                    <a:pt x="126779" y="44404"/>
                    <a:pt x="141078" y="48035"/>
                  </a:cubicBezTo>
                  <a:cubicBezTo>
                    <a:pt x="145866" y="49249"/>
                    <a:pt x="150405" y="49792"/>
                    <a:pt x="154753" y="49792"/>
                  </a:cubicBezTo>
                  <a:cubicBezTo>
                    <a:pt x="172149" y="49792"/>
                    <a:pt x="186490" y="41108"/>
                    <a:pt x="201502" y="32021"/>
                  </a:cubicBezTo>
                  <a:cubicBezTo>
                    <a:pt x="204645" y="30116"/>
                    <a:pt x="207884" y="28152"/>
                    <a:pt x="211182" y="26258"/>
                  </a:cubicBezTo>
                  <a:cubicBezTo>
                    <a:pt x="217949" y="22353"/>
                    <a:pt x="228064" y="17884"/>
                    <a:pt x="238884" y="17884"/>
                  </a:cubicBezTo>
                  <a:cubicBezTo>
                    <a:pt x="247824" y="17884"/>
                    <a:pt x="257244" y="20936"/>
                    <a:pt x="265653" y="29878"/>
                  </a:cubicBezTo>
                  <a:lnTo>
                    <a:pt x="265915" y="29628"/>
                  </a:lnTo>
                  <a:cubicBezTo>
                    <a:pt x="258521" y="21770"/>
                    <a:pt x="249592" y="17722"/>
                    <a:pt x="239364" y="17567"/>
                  </a:cubicBezTo>
                  <a:cubicBezTo>
                    <a:pt x="239173" y="17564"/>
                    <a:pt x="238981" y="17563"/>
                    <a:pt x="238788" y="17563"/>
                  </a:cubicBezTo>
                  <a:cubicBezTo>
                    <a:pt x="230104" y="17563"/>
                    <a:pt x="220508" y="20451"/>
                    <a:pt x="211003" y="25937"/>
                  </a:cubicBezTo>
                  <a:cubicBezTo>
                    <a:pt x="207717" y="27842"/>
                    <a:pt x="204467" y="29807"/>
                    <a:pt x="201336" y="31700"/>
                  </a:cubicBezTo>
                  <a:cubicBezTo>
                    <a:pt x="186364" y="40762"/>
                    <a:pt x="172056" y="49421"/>
                    <a:pt x="154743" y="49421"/>
                  </a:cubicBezTo>
                  <a:cubicBezTo>
                    <a:pt x="150426" y="49421"/>
                    <a:pt x="145921" y="48883"/>
                    <a:pt x="141173" y="47678"/>
                  </a:cubicBezTo>
                  <a:cubicBezTo>
                    <a:pt x="126945" y="44082"/>
                    <a:pt x="117301" y="35903"/>
                    <a:pt x="107098" y="27259"/>
                  </a:cubicBezTo>
                  <a:cubicBezTo>
                    <a:pt x="100799" y="21925"/>
                    <a:pt x="94298" y="16412"/>
                    <a:pt x="86583" y="12031"/>
                  </a:cubicBezTo>
                  <a:cubicBezTo>
                    <a:pt x="73509" y="4577"/>
                    <a:pt x="56377" y="0"/>
                    <a:pt x="416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21"/>
            <p:cNvSpPr/>
            <p:nvPr/>
          </p:nvSpPr>
          <p:spPr>
            <a:xfrm>
              <a:off x="636675" y="2334800"/>
              <a:ext cx="6637450" cy="1294425"/>
            </a:xfrm>
            <a:custGeom>
              <a:rect b="b" l="l" r="r" t="t"/>
              <a:pathLst>
                <a:path extrusionOk="0" h="51777" w="265498">
                  <a:moveTo>
                    <a:pt x="39287" y="1"/>
                  </a:moveTo>
                  <a:cubicBezTo>
                    <a:pt x="19177" y="1"/>
                    <a:pt x="5968" y="2322"/>
                    <a:pt x="0" y="6900"/>
                  </a:cubicBezTo>
                  <a:lnTo>
                    <a:pt x="227" y="7186"/>
                  </a:lnTo>
                  <a:cubicBezTo>
                    <a:pt x="4311" y="4047"/>
                    <a:pt x="14422" y="359"/>
                    <a:pt x="39404" y="359"/>
                  </a:cubicBezTo>
                  <a:cubicBezTo>
                    <a:pt x="39912" y="359"/>
                    <a:pt x="40426" y="360"/>
                    <a:pt x="40946" y="363"/>
                  </a:cubicBezTo>
                  <a:cubicBezTo>
                    <a:pt x="55781" y="447"/>
                    <a:pt x="73164" y="5340"/>
                    <a:pt x="86309" y="13127"/>
                  </a:cubicBezTo>
                  <a:cubicBezTo>
                    <a:pt x="93917" y="17639"/>
                    <a:pt x="100311" y="23247"/>
                    <a:pt x="106502" y="28676"/>
                  </a:cubicBezTo>
                  <a:cubicBezTo>
                    <a:pt x="116586" y="37535"/>
                    <a:pt x="126111" y="45905"/>
                    <a:pt x="140363" y="49774"/>
                  </a:cubicBezTo>
                  <a:cubicBezTo>
                    <a:pt x="145461" y="51162"/>
                    <a:pt x="150287" y="51777"/>
                    <a:pt x="154911" y="51777"/>
                  </a:cubicBezTo>
                  <a:cubicBezTo>
                    <a:pt x="171899" y="51777"/>
                    <a:pt x="186153" y="43484"/>
                    <a:pt x="201061" y="34808"/>
                  </a:cubicBezTo>
                  <a:cubicBezTo>
                    <a:pt x="204228" y="32963"/>
                    <a:pt x="207503" y="31058"/>
                    <a:pt x="210836" y="29212"/>
                  </a:cubicBezTo>
                  <a:cubicBezTo>
                    <a:pt x="217522" y="25512"/>
                    <a:pt x="227422" y="21326"/>
                    <a:pt x="237978" y="21326"/>
                  </a:cubicBezTo>
                  <a:cubicBezTo>
                    <a:pt x="247122" y="21326"/>
                    <a:pt x="256758" y="24467"/>
                    <a:pt x="265224" y="33784"/>
                  </a:cubicBezTo>
                  <a:lnTo>
                    <a:pt x="265498" y="33546"/>
                  </a:lnTo>
                  <a:cubicBezTo>
                    <a:pt x="258247" y="25569"/>
                    <a:pt x="249377" y="21354"/>
                    <a:pt x="239149" y="21033"/>
                  </a:cubicBezTo>
                  <a:cubicBezTo>
                    <a:pt x="238730" y="21019"/>
                    <a:pt x="238308" y="21012"/>
                    <a:pt x="237884" y="21012"/>
                  </a:cubicBezTo>
                  <a:cubicBezTo>
                    <a:pt x="229391" y="21012"/>
                    <a:pt x="220013" y="23731"/>
                    <a:pt x="210658" y="28903"/>
                  </a:cubicBezTo>
                  <a:cubicBezTo>
                    <a:pt x="207324" y="30748"/>
                    <a:pt x="204050" y="32653"/>
                    <a:pt x="200871" y="34498"/>
                  </a:cubicBezTo>
                  <a:cubicBezTo>
                    <a:pt x="186013" y="43140"/>
                    <a:pt x="171810" y="51406"/>
                    <a:pt x="154899" y="51406"/>
                  </a:cubicBezTo>
                  <a:cubicBezTo>
                    <a:pt x="150304" y="51406"/>
                    <a:pt x="145509" y="50796"/>
                    <a:pt x="140447" y="49417"/>
                  </a:cubicBezTo>
                  <a:cubicBezTo>
                    <a:pt x="126290" y="45571"/>
                    <a:pt x="116789" y="37237"/>
                    <a:pt x="106740" y="28402"/>
                  </a:cubicBezTo>
                  <a:cubicBezTo>
                    <a:pt x="100537" y="22961"/>
                    <a:pt x="94131" y="17342"/>
                    <a:pt x="86499" y="12817"/>
                  </a:cubicBezTo>
                  <a:cubicBezTo>
                    <a:pt x="73295" y="4995"/>
                    <a:pt x="55841" y="89"/>
                    <a:pt x="40958" y="6"/>
                  </a:cubicBezTo>
                  <a:cubicBezTo>
                    <a:pt x="40396" y="3"/>
                    <a:pt x="39839" y="1"/>
                    <a:pt x="392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21"/>
            <p:cNvSpPr/>
            <p:nvPr/>
          </p:nvSpPr>
          <p:spPr>
            <a:xfrm>
              <a:off x="649475" y="2235200"/>
              <a:ext cx="6624950" cy="1345700"/>
            </a:xfrm>
            <a:custGeom>
              <a:rect b="b" l="l" r="r" t="t"/>
              <a:pathLst>
                <a:path extrusionOk="0" h="53828" w="264998">
                  <a:moveTo>
                    <a:pt x="35160" y="0"/>
                  </a:moveTo>
                  <a:cubicBezTo>
                    <a:pt x="17419" y="0"/>
                    <a:pt x="5602" y="2101"/>
                    <a:pt x="0" y="6240"/>
                  </a:cubicBezTo>
                  <a:lnTo>
                    <a:pt x="215" y="6538"/>
                  </a:lnTo>
                  <a:cubicBezTo>
                    <a:pt x="4112" y="3654"/>
                    <a:pt x="13403" y="362"/>
                    <a:pt x="35411" y="362"/>
                  </a:cubicBezTo>
                  <a:cubicBezTo>
                    <a:pt x="37206" y="362"/>
                    <a:pt x="39085" y="384"/>
                    <a:pt x="41053" y="430"/>
                  </a:cubicBezTo>
                  <a:cubicBezTo>
                    <a:pt x="55876" y="787"/>
                    <a:pt x="73176" y="5978"/>
                    <a:pt x="86202" y="13979"/>
                  </a:cubicBezTo>
                  <a:cubicBezTo>
                    <a:pt x="93726" y="18623"/>
                    <a:pt x="100025" y="24350"/>
                    <a:pt x="106109" y="29886"/>
                  </a:cubicBezTo>
                  <a:cubicBezTo>
                    <a:pt x="116039" y="38911"/>
                    <a:pt x="125421" y="47436"/>
                    <a:pt x="139601" y="51567"/>
                  </a:cubicBezTo>
                  <a:cubicBezTo>
                    <a:pt x="145004" y="53139"/>
                    <a:pt x="150116" y="53827"/>
                    <a:pt x="155015" y="53827"/>
                  </a:cubicBezTo>
                  <a:cubicBezTo>
                    <a:pt x="171610" y="53827"/>
                    <a:pt x="185768" y="45925"/>
                    <a:pt x="200549" y="37661"/>
                  </a:cubicBezTo>
                  <a:cubicBezTo>
                    <a:pt x="203752" y="35875"/>
                    <a:pt x="207062" y="34030"/>
                    <a:pt x="210420" y="32244"/>
                  </a:cubicBezTo>
                  <a:cubicBezTo>
                    <a:pt x="217020" y="28737"/>
                    <a:pt x="226700" y="24823"/>
                    <a:pt x="236995" y="24823"/>
                  </a:cubicBezTo>
                  <a:cubicBezTo>
                    <a:pt x="246347" y="24823"/>
                    <a:pt x="256206" y="28053"/>
                    <a:pt x="264724" y="37756"/>
                  </a:cubicBezTo>
                  <a:lnTo>
                    <a:pt x="264998" y="37518"/>
                  </a:lnTo>
                  <a:cubicBezTo>
                    <a:pt x="257890" y="29422"/>
                    <a:pt x="249103" y="25052"/>
                    <a:pt x="238887" y="24552"/>
                  </a:cubicBezTo>
                  <a:cubicBezTo>
                    <a:pt x="238234" y="24520"/>
                    <a:pt x="237575" y="24503"/>
                    <a:pt x="236910" y="24503"/>
                  </a:cubicBezTo>
                  <a:cubicBezTo>
                    <a:pt x="228589" y="24503"/>
                    <a:pt x="219426" y="27049"/>
                    <a:pt x="210253" y="31922"/>
                  </a:cubicBezTo>
                  <a:cubicBezTo>
                    <a:pt x="206883" y="33708"/>
                    <a:pt x="203574" y="35565"/>
                    <a:pt x="200371" y="37351"/>
                  </a:cubicBezTo>
                  <a:cubicBezTo>
                    <a:pt x="185637" y="45583"/>
                    <a:pt x="171528" y="53466"/>
                    <a:pt x="155004" y="53466"/>
                  </a:cubicBezTo>
                  <a:cubicBezTo>
                    <a:pt x="150137" y="53466"/>
                    <a:pt x="145060" y="52782"/>
                    <a:pt x="139696" y="51222"/>
                  </a:cubicBezTo>
                  <a:cubicBezTo>
                    <a:pt x="125599" y="47114"/>
                    <a:pt x="116253" y="38613"/>
                    <a:pt x="106359" y="29612"/>
                  </a:cubicBezTo>
                  <a:cubicBezTo>
                    <a:pt x="100251" y="24064"/>
                    <a:pt x="93941" y="18325"/>
                    <a:pt x="86392" y="13682"/>
                  </a:cubicBezTo>
                  <a:cubicBezTo>
                    <a:pt x="73331" y="5633"/>
                    <a:pt x="55960" y="418"/>
                    <a:pt x="41077" y="73"/>
                  </a:cubicBezTo>
                  <a:cubicBezTo>
                    <a:pt x="39037" y="25"/>
                    <a:pt x="37064" y="0"/>
                    <a:pt x="35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21"/>
            <p:cNvSpPr/>
            <p:nvPr/>
          </p:nvSpPr>
          <p:spPr>
            <a:xfrm>
              <a:off x="664050" y="2134250"/>
              <a:ext cx="6610375" cy="1399125"/>
            </a:xfrm>
            <a:custGeom>
              <a:rect b="b" l="l" r="r" t="t"/>
              <a:pathLst>
                <a:path extrusionOk="0" h="55965" w="264415">
                  <a:moveTo>
                    <a:pt x="31658" y="1"/>
                  </a:moveTo>
                  <a:cubicBezTo>
                    <a:pt x="15910" y="1"/>
                    <a:pt x="5285" y="1898"/>
                    <a:pt x="1" y="5671"/>
                  </a:cubicBezTo>
                  <a:lnTo>
                    <a:pt x="215" y="5968"/>
                  </a:lnTo>
                  <a:cubicBezTo>
                    <a:pt x="3941" y="3311"/>
                    <a:pt x="12454" y="374"/>
                    <a:pt x="31865" y="374"/>
                  </a:cubicBezTo>
                  <a:cubicBezTo>
                    <a:pt x="34721" y="374"/>
                    <a:pt x="37813" y="437"/>
                    <a:pt x="41161" y="575"/>
                  </a:cubicBezTo>
                  <a:cubicBezTo>
                    <a:pt x="55972" y="1182"/>
                    <a:pt x="73177" y="6671"/>
                    <a:pt x="86047" y="14910"/>
                  </a:cubicBezTo>
                  <a:cubicBezTo>
                    <a:pt x="93489" y="19684"/>
                    <a:pt x="99692" y="25518"/>
                    <a:pt x="105681" y="31162"/>
                  </a:cubicBezTo>
                  <a:cubicBezTo>
                    <a:pt x="115456" y="40365"/>
                    <a:pt x="124683" y="49045"/>
                    <a:pt x="138792" y="53427"/>
                  </a:cubicBezTo>
                  <a:cubicBezTo>
                    <a:pt x="144499" y="55196"/>
                    <a:pt x="149895" y="55964"/>
                    <a:pt x="155070" y="55964"/>
                  </a:cubicBezTo>
                  <a:cubicBezTo>
                    <a:pt x="171272" y="55964"/>
                    <a:pt x="185312" y="48439"/>
                    <a:pt x="199966" y="40580"/>
                  </a:cubicBezTo>
                  <a:cubicBezTo>
                    <a:pt x="203205" y="38853"/>
                    <a:pt x="206539" y="37056"/>
                    <a:pt x="209932" y="35329"/>
                  </a:cubicBezTo>
                  <a:cubicBezTo>
                    <a:pt x="216438" y="32021"/>
                    <a:pt x="225885" y="28376"/>
                    <a:pt x="235908" y="28376"/>
                  </a:cubicBezTo>
                  <a:cubicBezTo>
                    <a:pt x="245474" y="28376"/>
                    <a:pt x="255565" y="31695"/>
                    <a:pt x="264129" y="41794"/>
                  </a:cubicBezTo>
                  <a:lnTo>
                    <a:pt x="264415" y="41568"/>
                  </a:lnTo>
                  <a:cubicBezTo>
                    <a:pt x="257438" y="33341"/>
                    <a:pt x="248734" y="28828"/>
                    <a:pt x="238519" y="28138"/>
                  </a:cubicBezTo>
                  <a:cubicBezTo>
                    <a:pt x="237634" y="28078"/>
                    <a:pt x="236737" y="28048"/>
                    <a:pt x="235830" y="28048"/>
                  </a:cubicBezTo>
                  <a:cubicBezTo>
                    <a:pt x="227710" y="28048"/>
                    <a:pt x="218762" y="30434"/>
                    <a:pt x="209765" y="35008"/>
                  </a:cubicBezTo>
                  <a:cubicBezTo>
                    <a:pt x="206372" y="36734"/>
                    <a:pt x="203026" y="38532"/>
                    <a:pt x="199800" y="40258"/>
                  </a:cubicBezTo>
                  <a:cubicBezTo>
                    <a:pt x="185191" y="48086"/>
                    <a:pt x="171191" y="55586"/>
                    <a:pt x="155054" y="55586"/>
                  </a:cubicBezTo>
                  <a:cubicBezTo>
                    <a:pt x="149912" y="55586"/>
                    <a:pt x="144552" y="54824"/>
                    <a:pt x="138887" y="53069"/>
                  </a:cubicBezTo>
                  <a:cubicBezTo>
                    <a:pt x="124862" y="48724"/>
                    <a:pt x="115658" y="40068"/>
                    <a:pt x="105931" y="30900"/>
                  </a:cubicBezTo>
                  <a:cubicBezTo>
                    <a:pt x="99918" y="25245"/>
                    <a:pt x="93715" y="19387"/>
                    <a:pt x="86238" y="14612"/>
                  </a:cubicBezTo>
                  <a:cubicBezTo>
                    <a:pt x="73320" y="6337"/>
                    <a:pt x="56055" y="813"/>
                    <a:pt x="41173" y="206"/>
                  </a:cubicBezTo>
                  <a:cubicBezTo>
                    <a:pt x="37818" y="69"/>
                    <a:pt x="34646" y="1"/>
                    <a:pt x="316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550" name="Google Shape;550;p21"/>
          <p:cNvPicPr preferRelativeResize="0"/>
          <p:nvPr/>
        </p:nvPicPr>
        <p:blipFill rotWithShape="1">
          <a:blip r:embed="rId3">
            <a:alphaModFix/>
          </a:blip>
          <a:srcRect b="6398" l="6912" r="43289" t="9856"/>
          <a:stretch/>
        </p:blipFill>
        <p:spPr>
          <a:xfrm>
            <a:off x="8384974" y="1318250"/>
            <a:ext cx="1156275" cy="109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p21"/>
          <p:cNvPicPr preferRelativeResize="0"/>
          <p:nvPr/>
        </p:nvPicPr>
        <p:blipFill rotWithShape="1">
          <a:blip r:embed="rId4">
            <a:alphaModFix/>
          </a:blip>
          <a:srcRect b="700" l="0" r="0" t="700"/>
          <a:stretch/>
        </p:blipFill>
        <p:spPr>
          <a:xfrm>
            <a:off x="7485137" y="121800"/>
            <a:ext cx="433501" cy="410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Google Shape;552;p21"/>
          <p:cNvPicPr preferRelativeResize="0"/>
          <p:nvPr/>
        </p:nvPicPr>
        <p:blipFill rotWithShape="1">
          <a:blip r:embed="rId4">
            <a:alphaModFix/>
          </a:blip>
          <a:srcRect b="700" l="0" r="0" t="700"/>
          <a:stretch/>
        </p:blipFill>
        <p:spPr>
          <a:xfrm>
            <a:off x="6087612" y="4284975"/>
            <a:ext cx="433501" cy="410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p21"/>
          <p:cNvPicPr preferRelativeResize="0"/>
          <p:nvPr/>
        </p:nvPicPr>
        <p:blipFill rotWithShape="1">
          <a:blip r:embed="rId5">
            <a:alphaModFix/>
          </a:blip>
          <a:srcRect b="2856" l="0" r="0" t="2856"/>
          <a:stretch/>
        </p:blipFill>
        <p:spPr>
          <a:xfrm>
            <a:off x="1873325" y="4297490"/>
            <a:ext cx="605399" cy="547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4" name="Google Shape;554;p21"/>
          <p:cNvPicPr preferRelativeResize="0"/>
          <p:nvPr/>
        </p:nvPicPr>
        <p:blipFill rotWithShape="1">
          <a:blip r:embed="rId6">
            <a:alphaModFix/>
          </a:blip>
          <a:srcRect b="7653" l="3721" r="45158" t="10143"/>
          <a:stretch/>
        </p:blipFill>
        <p:spPr>
          <a:xfrm>
            <a:off x="-835700" y="778700"/>
            <a:ext cx="1554929" cy="1406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BLANK_1_1_1_2_1"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6" name="Google Shape;556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2675"/>
            <a:ext cx="9143998" cy="51408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57" name="Google Shape;557;p22"/>
          <p:cNvGrpSpPr/>
          <p:nvPr/>
        </p:nvGrpSpPr>
        <p:grpSpPr>
          <a:xfrm rot="-1090015">
            <a:off x="4026658" y="4186267"/>
            <a:ext cx="5321500" cy="1664453"/>
            <a:chOff x="603050" y="2134250"/>
            <a:chExt cx="6671375" cy="1887675"/>
          </a:xfrm>
        </p:grpSpPr>
        <p:sp>
          <p:nvSpPr>
            <p:cNvPr id="558" name="Google Shape;558;p22"/>
            <p:cNvSpPr/>
            <p:nvPr/>
          </p:nvSpPr>
          <p:spPr>
            <a:xfrm>
              <a:off x="608100" y="2949275"/>
              <a:ext cx="6665750" cy="1072650"/>
            </a:xfrm>
            <a:custGeom>
              <a:rect b="b" l="l" r="r" t="t"/>
              <a:pathLst>
                <a:path extrusionOk="0" h="42906" w="266630">
                  <a:moveTo>
                    <a:pt x="242926" y="0"/>
                  </a:moveTo>
                  <a:cubicBezTo>
                    <a:pt x="241564" y="0"/>
                    <a:pt x="240185" y="76"/>
                    <a:pt x="238792" y="228"/>
                  </a:cubicBezTo>
                  <a:cubicBezTo>
                    <a:pt x="230005" y="1168"/>
                    <a:pt x="220635" y="5240"/>
                    <a:pt x="211670" y="11979"/>
                  </a:cubicBezTo>
                  <a:cubicBezTo>
                    <a:pt x="208634" y="14265"/>
                    <a:pt x="205645" y="16611"/>
                    <a:pt x="202764" y="18885"/>
                  </a:cubicBezTo>
                  <a:cubicBezTo>
                    <a:pt x="187340" y="31016"/>
                    <a:pt x="172685" y="42543"/>
                    <a:pt x="152232" y="42543"/>
                  </a:cubicBezTo>
                  <a:cubicBezTo>
                    <a:pt x="149902" y="42543"/>
                    <a:pt x="147497" y="42394"/>
                    <a:pt x="145007" y="42078"/>
                  </a:cubicBezTo>
                  <a:cubicBezTo>
                    <a:pt x="130433" y="40233"/>
                    <a:pt x="119873" y="33291"/>
                    <a:pt x="108693" y="25957"/>
                  </a:cubicBezTo>
                  <a:cubicBezTo>
                    <a:pt x="101799" y="21433"/>
                    <a:pt x="94667" y="16754"/>
                    <a:pt x="86476" y="13337"/>
                  </a:cubicBezTo>
                  <a:cubicBezTo>
                    <a:pt x="75578" y="8791"/>
                    <a:pt x="62424" y="6298"/>
                    <a:pt x="50215" y="6298"/>
                  </a:cubicBezTo>
                  <a:cubicBezTo>
                    <a:pt x="46564" y="6298"/>
                    <a:pt x="42997" y="6521"/>
                    <a:pt x="39601" y="6979"/>
                  </a:cubicBezTo>
                  <a:cubicBezTo>
                    <a:pt x="18729" y="9788"/>
                    <a:pt x="5418" y="14003"/>
                    <a:pt x="0" y="19504"/>
                  </a:cubicBezTo>
                  <a:lnTo>
                    <a:pt x="262" y="19766"/>
                  </a:lnTo>
                  <a:cubicBezTo>
                    <a:pt x="3941" y="16015"/>
                    <a:pt x="13764" y="10824"/>
                    <a:pt x="39648" y="7348"/>
                  </a:cubicBezTo>
                  <a:cubicBezTo>
                    <a:pt x="43028" y="6893"/>
                    <a:pt x="46578" y="6672"/>
                    <a:pt x="50211" y="6672"/>
                  </a:cubicBezTo>
                  <a:cubicBezTo>
                    <a:pt x="62374" y="6672"/>
                    <a:pt x="75481" y="9153"/>
                    <a:pt x="86345" y="13682"/>
                  </a:cubicBezTo>
                  <a:cubicBezTo>
                    <a:pt x="94500" y="17075"/>
                    <a:pt x="101620" y="21742"/>
                    <a:pt x="108502" y="26255"/>
                  </a:cubicBezTo>
                  <a:cubicBezTo>
                    <a:pt x="119718" y="33625"/>
                    <a:pt x="130314" y="40578"/>
                    <a:pt x="144959" y="42435"/>
                  </a:cubicBezTo>
                  <a:cubicBezTo>
                    <a:pt x="147474" y="42754"/>
                    <a:pt x="149902" y="42906"/>
                    <a:pt x="152253" y="42906"/>
                  </a:cubicBezTo>
                  <a:cubicBezTo>
                    <a:pt x="172815" y="42906"/>
                    <a:pt x="187519" y="31340"/>
                    <a:pt x="202990" y="19171"/>
                  </a:cubicBezTo>
                  <a:cubicBezTo>
                    <a:pt x="205871" y="16908"/>
                    <a:pt x="208860" y="14563"/>
                    <a:pt x="211896" y="12277"/>
                  </a:cubicBezTo>
                  <a:cubicBezTo>
                    <a:pt x="219006" y="6920"/>
                    <a:pt x="230335" y="312"/>
                    <a:pt x="242921" y="312"/>
                  </a:cubicBezTo>
                  <a:cubicBezTo>
                    <a:pt x="250504" y="312"/>
                    <a:pt x="258543" y="2711"/>
                    <a:pt x="266391" y="9229"/>
                  </a:cubicBezTo>
                  <a:lnTo>
                    <a:pt x="266629" y="8943"/>
                  </a:lnTo>
                  <a:cubicBezTo>
                    <a:pt x="259467" y="3004"/>
                    <a:pt x="251508" y="0"/>
                    <a:pt x="2429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22"/>
            <p:cNvSpPr/>
            <p:nvPr/>
          </p:nvSpPr>
          <p:spPr>
            <a:xfrm>
              <a:off x="604525" y="2938825"/>
              <a:ext cx="6669025" cy="1033425"/>
            </a:xfrm>
            <a:custGeom>
              <a:rect b="b" l="l" r="r" t="t"/>
              <a:pathLst>
                <a:path extrusionOk="0" h="41337" w="266761">
                  <a:moveTo>
                    <a:pt x="242560" y="0"/>
                  </a:moveTo>
                  <a:cubicBezTo>
                    <a:pt x="241419" y="0"/>
                    <a:pt x="240266" y="53"/>
                    <a:pt x="239102" y="158"/>
                  </a:cubicBezTo>
                  <a:cubicBezTo>
                    <a:pt x="230303" y="955"/>
                    <a:pt x="220850" y="4861"/>
                    <a:pt x="211765" y="11445"/>
                  </a:cubicBezTo>
                  <a:cubicBezTo>
                    <a:pt x="208693" y="13683"/>
                    <a:pt x="205669" y="15969"/>
                    <a:pt x="202752" y="18184"/>
                  </a:cubicBezTo>
                  <a:cubicBezTo>
                    <a:pt x="187359" y="29863"/>
                    <a:pt x="172728" y="40966"/>
                    <a:pt x="152762" y="40966"/>
                  </a:cubicBezTo>
                  <a:cubicBezTo>
                    <a:pt x="150135" y="40966"/>
                    <a:pt x="147416" y="40773"/>
                    <a:pt x="144590" y="40365"/>
                  </a:cubicBezTo>
                  <a:cubicBezTo>
                    <a:pt x="130064" y="38269"/>
                    <a:pt x="119623" y="31150"/>
                    <a:pt x="108574" y="23613"/>
                  </a:cubicBezTo>
                  <a:cubicBezTo>
                    <a:pt x="101751" y="18969"/>
                    <a:pt x="94703" y="14171"/>
                    <a:pt x="86571" y="10611"/>
                  </a:cubicBezTo>
                  <a:cubicBezTo>
                    <a:pt x="75309" y="5677"/>
                    <a:pt x="61560" y="2931"/>
                    <a:pt x="48931" y="2931"/>
                  </a:cubicBezTo>
                  <a:cubicBezTo>
                    <a:pt x="45806" y="2931"/>
                    <a:pt x="42749" y="3099"/>
                    <a:pt x="39815" y="3444"/>
                  </a:cubicBezTo>
                  <a:cubicBezTo>
                    <a:pt x="18908" y="5885"/>
                    <a:pt x="5513" y="9861"/>
                    <a:pt x="1" y="15279"/>
                  </a:cubicBezTo>
                  <a:lnTo>
                    <a:pt x="251" y="15529"/>
                  </a:lnTo>
                  <a:cubicBezTo>
                    <a:pt x="4001" y="11850"/>
                    <a:pt x="13919" y="6825"/>
                    <a:pt x="39851" y="3801"/>
                  </a:cubicBezTo>
                  <a:cubicBezTo>
                    <a:pt x="42768" y="3459"/>
                    <a:pt x="45807" y="3292"/>
                    <a:pt x="48914" y="3292"/>
                  </a:cubicBezTo>
                  <a:cubicBezTo>
                    <a:pt x="61497" y="3292"/>
                    <a:pt x="75199" y="6027"/>
                    <a:pt x="86428" y="10945"/>
                  </a:cubicBezTo>
                  <a:cubicBezTo>
                    <a:pt x="94524" y="14493"/>
                    <a:pt x="101561" y="19279"/>
                    <a:pt x="108359" y="23922"/>
                  </a:cubicBezTo>
                  <a:cubicBezTo>
                    <a:pt x="119456" y="31471"/>
                    <a:pt x="129922" y="38615"/>
                    <a:pt x="144542" y="40734"/>
                  </a:cubicBezTo>
                  <a:cubicBezTo>
                    <a:pt x="147384" y="41144"/>
                    <a:pt x="150118" y="41337"/>
                    <a:pt x="152759" y="41337"/>
                  </a:cubicBezTo>
                  <a:cubicBezTo>
                    <a:pt x="172836" y="41337"/>
                    <a:pt x="187520" y="30193"/>
                    <a:pt x="202966" y="18481"/>
                  </a:cubicBezTo>
                  <a:cubicBezTo>
                    <a:pt x="205883" y="16267"/>
                    <a:pt x="208908" y="13969"/>
                    <a:pt x="211979" y="11742"/>
                  </a:cubicBezTo>
                  <a:cubicBezTo>
                    <a:pt x="219066" y="6599"/>
                    <a:pt x="230260" y="308"/>
                    <a:pt x="242600" y="308"/>
                  </a:cubicBezTo>
                  <a:cubicBezTo>
                    <a:pt x="250370" y="308"/>
                    <a:pt x="258594" y="2802"/>
                    <a:pt x="266534" y="9647"/>
                  </a:cubicBezTo>
                  <a:lnTo>
                    <a:pt x="266760" y="9373"/>
                  </a:lnTo>
                  <a:cubicBezTo>
                    <a:pt x="259527" y="3141"/>
                    <a:pt x="251396" y="0"/>
                    <a:pt x="242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22"/>
            <p:cNvSpPr/>
            <p:nvPr/>
          </p:nvSpPr>
          <p:spPr>
            <a:xfrm>
              <a:off x="603050" y="2916775"/>
              <a:ext cx="6670800" cy="1005800"/>
            </a:xfrm>
            <a:custGeom>
              <a:rect b="b" l="l" r="r" t="t"/>
              <a:pathLst>
                <a:path extrusionOk="0" h="40232" w="266832">
                  <a:moveTo>
                    <a:pt x="47581" y="0"/>
                  </a:moveTo>
                  <a:cubicBezTo>
                    <a:pt x="44993" y="0"/>
                    <a:pt x="42457" y="119"/>
                    <a:pt x="40005" y="361"/>
                  </a:cubicBezTo>
                  <a:cubicBezTo>
                    <a:pt x="19062" y="2445"/>
                    <a:pt x="5608" y="6183"/>
                    <a:pt x="0" y="11505"/>
                  </a:cubicBezTo>
                  <a:lnTo>
                    <a:pt x="250" y="11767"/>
                  </a:lnTo>
                  <a:cubicBezTo>
                    <a:pt x="4060" y="8148"/>
                    <a:pt x="14061" y="3302"/>
                    <a:pt x="40041" y="730"/>
                  </a:cubicBezTo>
                  <a:cubicBezTo>
                    <a:pt x="42490" y="487"/>
                    <a:pt x="45023" y="368"/>
                    <a:pt x="47608" y="368"/>
                  </a:cubicBezTo>
                  <a:cubicBezTo>
                    <a:pt x="60603" y="368"/>
                    <a:pt x="74908" y="3370"/>
                    <a:pt x="86487" y="8683"/>
                  </a:cubicBezTo>
                  <a:cubicBezTo>
                    <a:pt x="94524" y="12362"/>
                    <a:pt x="101477" y="17292"/>
                    <a:pt x="108192" y="22042"/>
                  </a:cubicBezTo>
                  <a:cubicBezTo>
                    <a:pt x="119146" y="29793"/>
                    <a:pt x="129504" y="37116"/>
                    <a:pt x="144078" y="39473"/>
                  </a:cubicBezTo>
                  <a:cubicBezTo>
                    <a:pt x="147258" y="39990"/>
                    <a:pt x="150307" y="40232"/>
                    <a:pt x="153246" y="40232"/>
                  </a:cubicBezTo>
                  <a:cubicBezTo>
                    <a:pt x="172829" y="40232"/>
                    <a:pt x="187478" y="29509"/>
                    <a:pt x="202883" y="18256"/>
                  </a:cubicBezTo>
                  <a:cubicBezTo>
                    <a:pt x="205835" y="16089"/>
                    <a:pt x="208895" y="13851"/>
                    <a:pt x="212015" y="11672"/>
                  </a:cubicBezTo>
                  <a:cubicBezTo>
                    <a:pt x="219065" y="6740"/>
                    <a:pt x="230090" y="772"/>
                    <a:pt x="242173" y="772"/>
                  </a:cubicBezTo>
                  <a:cubicBezTo>
                    <a:pt x="250128" y="772"/>
                    <a:pt x="258541" y="3359"/>
                    <a:pt x="266581" y="10529"/>
                  </a:cubicBezTo>
                  <a:lnTo>
                    <a:pt x="266831" y="10255"/>
                  </a:lnTo>
                  <a:cubicBezTo>
                    <a:pt x="259528" y="3740"/>
                    <a:pt x="251234" y="461"/>
                    <a:pt x="242138" y="461"/>
                  </a:cubicBezTo>
                  <a:cubicBezTo>
                    <a:pt x="241209" y="461"/>
                    <a:pt x="240272" y="495"/>
                    <a:pt x="239328" y="563"/>
                  </a:cubicBezTo>
                  <a:cubicBezTo>
                    <a:pt x="230517" y="1206"/>
                    <a:pt x="220992" y="4945"/>
                    <a:pt x="211800" y="11374"/>
                  </a:cubicBezTo>
                  <a:cubicBezTo>
                    <a:pt x="208681" y="13553"/>
                    <a:pt x="205621" y="15791"/>
                    <a:pt x="202668" y="17958"/>
                  </a:cubicBezTo>
                  <a:cubicBezTo>
                    <a:pt x="187317" y="29187"/>
                    <a:pt x="172706" y="39865"/>
                    <a:pt x="153219" y="39865"/>
                  </a:cubicBezTo>
                  <a:cubicBezTo>
                    <a:pt x="150307" y="39865"/>
                    <a:pt x="147286" y="39627"/>
                    <a:pt x="144137" y="39116"/>
                  </a:cubicBezTo>
                  <a:cubicBezTo>
                    <a:pt x="129635" y="36770"/>
                    <a:pt x="119325" y="29472"/>
                    <a:pt x="108406" y="21745"/>
                  </a:cubicBezTo>
                  <a:cubicBezTo>
                    <a:pt x="101679" y="16982"/>
                    <a:pt x="94702" y="12053"/>
                    <a:pt x="86642" y="8350"/>
                  </a:cubicBezTo>
                  <a:cubicBezTo>
                    <a:pt x="75006" y="3014"/>
                    <a:pt x="60634" y="0"/>
                    <a:pt x="475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22"/>
            <p:cNvSpPr/>
            <p:nvPr/>
          </p:nvSpPr>
          <p:spPr>
            <a:xfrm>
              <a:off x="603625" y="2820875"/>
              <a:ext cx="6670225" cy="1052250"/>
            </a:xfrm>
            <a:custGeom>
              <a:rect b="b" l="l" r="r" t="t"/>
              <a:pathLst>
                <a:path extrusionOk="0" h="42090" w="266809">
                  <a:moveTo>
                    <a:pt x="46344" y="0"/>
                  </a:moveTo>
                  <a:cubicBezTo>
                    <a:pt x="44253" y="0"/>
                    <a:pt x="42198" y="80"/>
                    <a:pt x="40196" y="244"/>
                  </a:cubicBezTo>
                  <a:cubicBezTo>
                    <a:pt x="19218" y="1959"/>
                    <a:pt x="5692" y="5471"/>
                    <a:pt x="1" y="10686"/>
                  </a:cubicBezTo>
                  <a:lnTo>
                    <a:pt x="239" y="10948"/>
                  </a:lnTo>
                  <a:cubicBezTo>
                    <a:pt x="4120" y="7400"/>
                    <a:pt x="14193" y="2721"/>
                    <a:pt x="40220" y="601"/>
                  </a:cubicBezTo>
                  <a:cubicBezTo>
                    <a:pt x="42208" y="440"/>
                    <a:pt x="44249" y="360"/>
                    <a:pt x="46327" y="360"/>
                  </a:cubicBezTo>
                  <a:cubicBezTo>
                    <a:pt x="59706" y="360"/>
                    <a:pt x="74600" y="3646"/>
                    <a:pt x="86524" y="9376"/>
                  </a:cubicBezTo>
                  <a:cubicBezTo>
                    <a:pt x="94501" y="13198"/>
                    <a:pt x="101359" y="18234"/>
                    <a:pt x="107991" y="23104"/>
                  </a:cubicBezTo>
                  <a:cubicBezTo>
                    <a:pt x="118813" y="31046"/>
                    <a:pt x="129029" y="38546"/>
                    <a:pt x="143566" y="41166"/>
                  </a:cubicBezTo>
                  <a:cubicBezTo>
                    <a:pt x="147069" y="41797"/>
                    <a:pt x="150419" y="42090"/>
                    <a:pt x="153641" y="42090"/>
                  </a:cubicBezTo>
                  <a:cubicBezTo>
                    <a:pt x="172769" y="42090"/>
                    <a:pt x="187383" y="31783"/>
                    <a:pt x="202729" y="20961"/>
                  </a:cubicBezTo>
                  <a:cubicBezTo>
                    <a:pt x="205729" y="18854"/>
                    <a:pt x="208825" y="16663"/>
                    <a:pt x="211980" y="14543"/>
                  </a:cubicBezTo>
                  <a:cubicBezTo>
                    <a:pt x="218983" y="9825"/>
                    <a:pt x="229850" y="4171"/>
                    <a:pt x="241687" y="4171"/>
                  </a:cubicBezTo>
                  <a:cubicBezTo>
                    <a:pt x="249833" y="4171"/>
                    <a:pt x="258438" y="6849"/>
                    <a:pt x="266558" y="14353"/>
                  </a:cubicBezTo>
                  <a:lnTo>
                    <a:pt x="266808" y="14091"/>
                  </a:lnTo>
                  <a:cubicBezTo>
                    <a:pt x="259457" y="7303"/>
                    <a:pt x="251007" y="3862"/>
                    <a:pt x="241659" y="3862"/>
                  </a:cubicBezTo>
                  <a:cubicBezTo>
                    <a:pt x="240939" y="3862"/>
                    <a:pt x="240214" y="3882"/>
                    <a:pt x="239483" y="3923"/>
                  </a:cubicBezTo>
                  <a:cubicBezTo>
                    <a:pt x="230661" y="4411"/>
                    <a:pt x="221076" y="7971"/>
                    <a:pt x="211777" y="14246"/>
                  </a:cubicBezTo>
                  <a:cubicBezTo>
                    <a:pt x="208622" y="16365"/>
                    <a:pt x="205515" y="18556"/>
                    <a:pt x="202526" y="20663"/>
                  </a:cubicBezTo>
                  <a:cubicBezTo>
                    <a:pt x="187233" y="31450"/>
                    <a:pt x="172655" y="41722"/>
                    <a:pt x="153612" y="41722"/>
                  </a:cubicBezTo>
                  <a:cubicBezTo>
                    <a:pt x="150417" y="41722"/>
                    <a:pt x="147097" y="41433"/>
                    <a:pt x="143626" y="40809"/>
                  </a:cubicBezTo>
                  <a:cubicBezTo>
                    <a:pt x="129172" y="38201"/>
                    <a:pt x="118992" y="30724"/>
                    <a:pt x="108205" y="22806"/>
                  </a:cubicBezTo>
                  <a:cubicBezTo>
                    <a:pt x="101561" y="17925"/>
                    <a:pt x="94679" y="12877"/>
                    <a:pt x="86678" y="9043"/>
                  </a:cubicBezTo>
                  <a:cubicBezTo>
                    <a:pt x="74718" y="3305"/>
                    <a:pt x="59772" y="0"/>
                    <a:pt x="463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22"/>
            <p:cNvSpPr/>
            <p:nvPr/>
          </p:nvSpPr>
          <p:spPr>
            <a:xfrm>
              <a:off x="606025" y="2724425"/>
              <a:ext cx="6667825" cy="1099375"/>
            </a:xfrm>
            <a:custGeom>
              <a:rect b="b" l="l" r="r" t="t"/>
              <a:pathLst>
                <a:path extrusionOk="0" h="43975" w="266713">
                  <a:moveTo>
                    <a:pt x="45120" y="1"/>
                  </a:moveTo>
                  <a:cubicBezTo>
                    <a:pt x="43512" y="1"/>
                    <a:pt x="41927" y="50"/>
                    <a:pt x="40374" y="149"/>
                  </a:cubicBezTo>
                  <a:cubicBezTo>
                    <a:pt x="19372" y="1495"/>
                    <a:pt x="5787" y="4769"/>
                    <a:pt x="0" y="9889"/>
                  </a:cubicBezTo>
                  <a:lnTo>
                    <a:pt x="250" y="10150"/>
                  </a:lnTo>
                  <a:cubicBezTo>
                    <a:pt x="4191" y="6674"/>
                    <a:pt x="14335" y="2185"/>
                    <a:pt x="40410" y="518"/>
                  </a:cubicBezTo>
                  <a:cubicBezTo>
                    <a:pt x="41956" y="419"/>
                    <a:pt x="43534" y="370"/>
                    <a:pt x="45136" y="370"/>
                  </a:cubicBezTo>
                  <a:cubicBezTo>
                    <a:pt x="58853" y="370"/>
                    <a:pt x="74318" y="3961"/>
                    <a:pt x="86547" y="10091"/>
                  </a:cubicBezTo>
                  <a:cubicBezTo>
                    <a:pt x="94441" y="14044"/>
                    <a:pt x="101227" y="19211"/>
                    <a:pt x="107776" y="24188"/>
                  </a:cubicBezTo>
                  <a:cubicBezTo>
                    <a:pt x="118432" y="32332"/>
                    <a:pt x="128528" y="39999"/>
                    <a:pt x="143018" y="42869"/>
                  </a:cubicBezTo>
                  <a:cubicBezTo>
                    <a:pt x="146843" y="43627"/>
                    <a:pt x="150492" y="43975"/>
                    <a:pt x="153996" y="43975"/>
                  </a:cubicBezTo>
                  <a:cubicBezTo>
                    <a:pt x="172677" y="43975"/>
                    <a:pt x="187246" y="34086"/>
                    <a:pt x="202525" y="23700"/>
                  </a:cubicBezTo>
                  <a:cubicBezTo>
                    <a:pt x="205562" y="21640"/>
                    <a:pt x="208693" y="19509"/>
                    <a:pt x="211884" y="17449"/>
                  </a:cubicBezTo>
                  <a:cubicBezTo>
                    <a:pt x="218840" y="12936"/>
                    <a:pt x="229526" y="7594"/>
                    <a:pt x="241107" y="7594"/>
                  </a:cubicBezTo>
                  <a:cubicBezTo>
                    <a:pt x="249447" y="7594"/>
                    <a:pt x="258252" y="10365"/>
                    <a:pt x="266462" y="18211"/>
                  </a:cubicBezTo>
                  <a:lnTo>
                    <a:pt x="266712" y="17949"/>
                  </a:lnTo>
                  <a:cubicBezTo>
                    <a:pt x="259310" y="10864"/>
                    <a:pt x="250693" y="7276"/>
                    <a:pt x="241074" y="7276"/>
                  </a:cubicBezTo>
                  <a:cubicBezTo>
                    <a:pt x="240574" y="7276"/>
                    <a:pt x="240071" y="7285"/>
                    <a:pt x="239566" y="7305"/>
                  </a:cubicBezTo>
                  <a:cubicBezTo>
                    <a:pt x="230731" y="7638"/>
                    <a:pt x="221099" y="11043"/>
                    <a:pt x="211681" y="17139"/>
                  </a:cubicBezTo>
                  <a:cubicBezTo>
                    <a:pt x="208490" y="19211"/>
                    <a:pt x="205359" y="21342"/>
                    <a:pt x="202323" y="23402"/>
                  </a:cubicBezTo>
                  <a:cubicBezTo>
                    <a:pt x="187090" y="33751"/>
                    <a:pt x="172575" y="43610"/>
                    <a:pt x="153990" y="43610"/>
                  </a:cubicBezTo>
                  <a:cubicBezTo>
                    <a:pt x="150510" y="43610"/>
                    <a:pt x="146887" y="43265"/>
                    <a:pt x="143089" y="42512"/>
                  </a:cubicBezTo>
                  <a:cubicBezTo>
                    <a:pt x="128683" y="39654"/>
                    <a:pt x="118622" y="31998"/>
                    <a:pt x="107990" y="23902"/>
                  </a:cubicBezTo>
                  <a:cubicBezTo>
                    <a:pt x="101418" y="18913"/>
                    <a:pt x="94631" y="13734"/>
                    <a:pt x="86701" y="9758"/>
                  </a:cubicBezTo>
                  <a:cubicBezTo>
                    <a:pt x="74419" y="3595"/>
                    <a:pt x="58900" y="1"/>
                    <a:pt x="45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22"/>
            <p:cNvSpPr/>
            <p:nvPr/>
          </p:nvSpPr>
          <p:spPr>
            <a:xfrm>
              <a:off x="610775" y="2627700"/>
              <a:ext cx="6663075" cy="1147100"/>
            </a:xfrm>
            <a:custGeom>
              <a:rect b="b" l="l" r="r" t="t"/>
              <a:pathLst>
                <a:path extrusionOk="0" h="45884" w="266523">
                  <a:moveTo>
                    <a:pt x="43919" y="0"/>
                  </a:moveTo>
                  <a:cubicBezTo>
                    <a:pt x="42779" y="0"/>
                    <a:pt x="41652" y="26"/>
                    <a:pt x="40541" y="77"/>
                  </a:cubicBezTo>
                  <a:cubicBezTo>
                    <a:pt x="19515" y="1054"/>
                    <a:pt x="5870" y="4090"/>
                    <a:pt x="1" y="9102"/>
                  </a:cubicBezTo>
                  <a:lnTo>
                    <a:pt x="239" y="9376"/>
                  </a:lnTo>
                  <a:cubicBezTo>
                    <a:pt x="4227" y="5971"/>
                    <a:pt x="14467" y="1649"/>
                    <a:pt x="40553" y="434"/>
                  </a:cubicBezTo>
                  <a:cubicBezTo>
                    <a:pt x="41663" y="383"/>
                    <a:pt x="42788" y="357"/>
                    <a:pt x="43926" y="357"/>
                  </a:cubicBezTo>
                  <a:cubicBezTo>
                    <a:pt x="57980" y="357"/>
                    <a:pt x="73989" y="4252"/>
                    <a:pt x="86523" y="10817"/>
                  </a:cubicBezTo>
                  <a:cubicBezTo>
                    <a:pt x="94346" y="14912"/>
                    <a:pt x="101037" y="20187"/>
                    <a:pt x="107502" y="25283"/>
                  </a:cubicBezTo>
                  <a:cubicBezTo>
                    <a:pt x="118039" y="33593"/>
                    <a:pt x="127981" y="41451"/>
                    <a:pt x="142411" y="44571"/>
                  </a:cubicBezTo>
                  <a:cubicBezTo>
                    <a:pt x="146566" y="45473"/>
                    <a:pt x="150520" y="45883"/>
                    <a:pt x="154313" y="45883"/>
                  </a:cubicBezTo>
                  <a:cubicBezTo>
                    <a:pt x="172548" y="45883"/>
                    <a:pt x="187052" y="36397"/>
                    <a:pt x="202240" y="26461"/>
                  </a:cubicBezTo>
                  <a:cubicBezTo>
                    <a:pt x="205312" y="24449"/>
                    <a:pt x="208491" y="22378"/>
                    <a:pt x="211706" y="20365"/>
                  </a:cubicBezTo>
                  <a:cubicBezTo>
                    <a:pt x="218611" y="16054"/>
                    <a:pt x="229117" y="11007"/>
                    <a:pt x="240446" y="11007"/>
                  </a:cubicBezTo>
                  <a:cubicBezTo>
                    <a:pt x="248983" y="11007"/>
                    <a:pt x="257988" y="13873"/>
                    <a:pt x="266272" y="22080"/>
                  </a:cubicBezTo>
                  <a:lnTo>
                    <a:pt x="266522" y="21818"/>
                  </a:lnTo>
                  <a:cubicBezTo>
                    <a:pt x="259063" y="14429"/>
                    <a:pt x="250259" y="10690"/>
                    <a:pt x="240352" y="10690"/>
                  </a:cubicBezTo>
                  <a:cubicBezTo>
                    <a:pt x="240091" y="10690"/>
                    <a:pt x="239829" y="10692"/>
                    <a:pt x="239566" y="10698"/>
                  </a:cubicBezTo>
                  <a:cubicBezTo>
                    <a:pt x="230732" y="10876"/>
                    <a:pt x="221040" y="14115"/>
                    <a:pt x="211515" y="20056"/>
                  </a:cubicBezTo>
                  <a:cubicBezTo>
                    <a:pt x="208300" y="22068"/>
                    <a:pt x="205122" y="24152"/>
                    <a:pt x="202050" y="26152"/>
                  </a:cubicBezTo>
                  <a:cubicBezTo>
                    <a:pt x="186888" y="36065"/>
                    <a:pt x="172430" y="45521"/>
                    <a:pt x="154274" y="45521"/>
                  </a:cubicBezTo>
                  <a:cubicBezTo>
                    <a:pt x="150515" y="45521"/>
                    <a:pt x="146598" y="45116"/>
                    <a:pt x="142483" y="44226"/>
                  </a:cubicBezTo>
                  <a:cubicBezTo>
                    <a:pt x="128136" y="41118"/>
                    <a:pt x="118218" y="33284"/>
                    <a:pt x="107716" y="24997"/>
                  </a:cubicBezTo>
                  <a:cubicBezTo>
                    <a:pt x="101239" y="19889"/>
                    <a:pt x="94548" y="14603"/>
                    <a:pt x="86690" y="10495"/>
                  </a:cubicBezTo>
                  <a:cubicBezTo>
                    <a:pt x="74109" y="3907"/>
                    <a:pt x="58032" y="0"/>
                    <a:pt x="439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22"/>
            <p:cNvSpPr/>
            <p:nvPr/>
          </p:nvSpPr>
          <p:spPr>
            <a:xfrm>
              <a:off x="617325" y="2530375"/>
              <a:ext cx="6656525" cy="1195600"/>
            </a:xfrm>
            <a:custGeom>
              <a:rect b="b" l="l" r="r" t="t"/>
              <a:pathLst>
                <a:path extrusionOk="0" h="47824" w="266261">
                  <a:moveTo>
                    <a:pt x="42753" y="0"/>
                  </a:moveTo>
                  <a:cubicBezTo>
                    <a:pt x="42062" y="0"/>
                    <a:pt x="41376" y="10"/>
                    <a:pt x="40696" y="29"/>
                  </a:cubicBezTo>
                  <a:cubicBezTo>
                    <a:pt x="19646" y="637"/>
                    <a:pt x="5966" y="3435"/>
                    <a:pt x="1" y="8352"/>
                  </a:cubicBezTo>
                  <a:lnTo>
                    <a:pt x="227" y="8626"/>
                  </a:lnTo>
                  <a:cubicBezTo>
                    <a:pt x="4287" y="5292"/>
                    <a:pt x="14598" y="1149"/>
                    <a:pt x="40696" y="387"/>
                  </a:cubicBezTo>
                  <a:cubicBezTo>
                    <a:pt x="41375" y="367"/>
                    <a:pt x="42061" y="357"/>
                    <a:pt x="42751" y="357"/>
                  </a:cubicBezTo>
                  <a:cubicBezTo>
                    <a:pt x="57119" y="357"/>
                    <a:pt x="73684" y="4580"/>
                    <a:pt x="86476" y="11566"/>
                  </a:cubicBezTo>
                  <a:cubicBezTo>
                    <a:pt x="94239" y="15805"/>
                    <a:pt x="100823" y="21199"/>
                    <a:pt x="107193" y="26402"/>
                  </a:cubicBezTo>
                  <a:cubicBezTo>
                    <a:pt x="117587" y="34903"/>
                    <a:pt x="127397" y="42927"/>
                    <a:pt x="141768" y="46297"/>
                  </a:cubicBezTo>
                  <a:cubicBezTo>
                    <a:pt x="146242" y="47349"/>
                    <a:pt x="150491" y="47823"/>
                    <a:pt x="154562" y="47823"/>
                  </a:cubicBezTo>
                  <a:cubicBezTo>
                    <a:pt x="172376" y="47823"/>
                    <a:pt x="186800" y="38740"/>
                    <a:pt x="201919" y="29223"/>
                  </a:cubicBezTo>
                  <a:cubicBezTo>
                    <a:pt x="205014" y="27271"/>
                    <a:pt x="208229" y="25259"/>
                    <a:pt x="211479" y="23306"/>
                  </a:cubicBezTo>
                  <a:cubicBezTo>
                    <a:pt x="218321" y="19200"/>
                    <a:pt x="228632" y="14450"/>
                    <a:pt x="239705" y="14450"/>
                  </a:cubicBezTo>
                  <a:cubicBezTo>
                    <a:pt x="248443" y="14450"/>
                    <a:pt x="257655" y="17408"/>
                    <a:pt x="266010" y="25973"/>
                  </a:cubicBezTo>
                  <a:lnTo>
                    <a:pt x="266260" y="25711"/>
                  </a:lnTo>
                  <a:cubicBezTo>
                    <a:pt x="258758" y="18019"/>
                    <a:pt x="249789" y="14126"/>
                    <a:pt x="239600" y="14126"/>
                  </a:cubicBezTo>
                  <a:cubicBezTo>
                    <a:pt x="239569" y="14126"/>
                    <a:pt x="239538" y="14126"/>
                    <a:pt x="239507" y="14126"/>
                  </a:cubicBezTo>
                  <a:cubicBezTo>
                    <a:pt x="230672" y="14150"/>
                    <a:pt x="220921" y="17222"/>
                    <a:pt x="211301" y="22996"/>
                  </a:cubicBezTo>
                  <a:cubicBezTo>
                    <a:pt x="208038" y="24949"/>
                    <a:pt x="204824" y="26973"/>
                    <a:pt x="201728" y="28926"/>
                  </a:cubicBezTo>
                  <a:cubicBezTo>
                    <a:pt x="186657" y="38411"/>
                    <a:pt x="172266" y="47461"/>
                    <a:pt x="154532" y="47461"/>
                  </a:cubicBezTo>
                  <a:cubicBezTo>
                    <a:pt x="150494" y="47461"/>
                    <a:pt x="146283" y="46992"/>
                    <a:pt x="141852" y="45952"/>
                  </a:cubicBezTo>
                  <a:cubicBezTo>
                    <a:pt x="127564" y="42594"/>
                    <a:pt x="117777" y="34593"/>
                    <a:pt x="107431" y="26128"/>
                  </a:cubicBezTo>
                  <a:cubicBezTo>
                    <a:pt x="101037" y="20901"/>
                    <a:pt x="94441" y="15507"/>
                    <a:pt x="86654" y="11245"/>
                  </a:cubicBezTo>
                  <a:cubicBezTo>
                    <a:pt x="73804" y="4235"/>
                    <a:pt x="57180" y="0"/>
                    <a:pt x="427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22"/>
            <p:cNvSpPr/>
            <p:nvPr/>
          </p:nvSpPr>
          <p:spPr>
            <a:xfrm>
              <a:off x="625950" y="2432750"/>
              <a:ext cx="6647900" cy="1244800"/>
            </a:xfrm>
            <a:custGeom>
              <a:rect b="b" l="l" r="r" t="t"/>
              <a:pathLst>
                <a:path extrusionOk="0" h="49792" w="265916">
                  <a:moveTo>
                    <a:pt x="41667" y="0"/>
                  </a:moveTo>
                  <a:cubicBezTo>
                    <a:pt x="41386" y="0"/>
                    <a:pt x="41106" y="2"/>
                    <a:pt x="40827" y="5"/>
                  </a:cubicBezTo>
                  <a:cubicBezTo>
                    <a:pt x="19777" y="243"/>
                    <a:pt x="6049" y="2803"/>
                    <a:pt x="1" y="7613"/>
                  </a:cubicBezTo>
                  <a:lnTo>
                    <a:pt x="227" y="7899"/>
                  </a:lnTo>
                  <a:cubicBezTo>
                    <a:pt x="4335" y="4625"/>
                    <a:pt x="14717" y="672"/>
                    <a:pt x="40827" y="362"/>
                  </a:cubicBezTo>
                  <a:cubicBezTo>
                    <a:pt x="41089" y="360"/>
                    <a:pt x="41350" y="358"/>
                    <a:pt x="41613" y="358"/>
                  </a:cubicBezTo>
                  <a:cubicBezTo>
                    <a:pt x="56276" y="358"/>
                    <a:pt x="73363" y="4913"/>
                    <a:pt x="86405" y="12340"/>
                  </a:cubicBezTo>
                  <a:cubicBezTo>
                    <a:pt x="94096" y="16710"/>
                    <a:pt x="100585" y="22210"/>
                    <a:pt x="106871" y="27532"/>
                  </a:cubicBezTo>
                  <a:cubicBezTo>
                    <a:pt x="117111" y="36212"/>
                    <a:pt x="126779" y="44404"/>
                    <a:pt x="141078" y="48035"/>
                  </a:cubicBezTo>
                  <a:cubicBezTo>
                    <a:pt x="145866" y="49249"/>
                    <a:pt x="150405" y="49792"/>
                    <a:pt x="154753" y="49792"/>
                  </a:cubicBezTo>
                  <a:cubicBezTo>
                    <a:pt x="172149" y="49792"/>
                    <a:pt x="186490" y="41108"/>
                    <a:pt x="201502" y="32021"/>
                  </a:cubicBezTo>
                  <a:cubicBezTo>
                    <a:pt x="204645" y="30116"/>
                    <a:pt x="207884" y="28152"/>
                    <a:pt x="211182" y="26258"/>
                  </a:cubicBezTo>
                  <a:cubicBezTo>
                    <a:pt x="217949" y="22353"/>
                    <a:pt x="228064" y="17884"/>
                    <a:pt x="238884" y="17884"/>
                  </a:cubicBezTo>
                  <a:cubicBezTo>
                    <a:pt x="247824" y="17884"/>
                    <a:pt x="257244" y="20936"/>
                    <a:pt x="265653" y="29878"/>
                  </a:cubicBezTo>
                  <a:lnTo>
                    <a:pt x="265915" y="29628"/>
                  </a:lnTo>
                  <a:cubicBezTo>
                    <a:pt x="258521" y="21770"/>
                    <a:pt x="249592" y="17722"/>
                    <a:pt x="239364" y="17567"/>
                  </a:cubicBezTo>
                  <a:cubicBezTo>
                    <a:pt x="239173" y="17564"/>
                    <a:pt x="238981" y="17563"/>
                    <a:pt x="238788" y="17563"/>
                  </a:cubicBezTo>
                  <a:cubicBezTo>
                    <a:pt x="230104" y="17563"/>
                    <a:pt x="220508" y="20451"/>
                    <a:pt x="211003" y="25937"/>
                  </a:cubicBezTo>
                  <a:cubicBezTo>
                    <a:pt x="207717" y="27842"/>
                    <a:pt x="204467" y="29807"/>
                    <a:pt x="201336" y="31700"/>
                  </a:cubicBezTo>
                  <a:cubicBezTo>
                    <a:pt x="186364" y="40762"/>
                    <a:pt x="172056" y="49421"/>
                    <a:pt x="154743" y="49421"/>
                  </a:cubicBezTo>
                  <a:cubicBezTo>
                    <a:pt x="150426" y="49421"/>
                    <a:pt x="145921" y="48883"/>
                    <a:pt x="141173" y="47678"/>
                  </a:cubicBezTo>
                  <a:cubicBezTo>
                    <a:pt x="126945" y="44082"/>
                    <a:pt x="117301" y="35903"/>
                    <a:pt x="107098" y="27259"/>
                  </a:cubicBezTo>
                  <a:cubicBezTo>
                    <a:pt x="100799" y="21925"/>
                    <a:pt x="94298" y="16412"/>
                    <a:pt x="86583" y="12031"/>
                  </a:cubicBezTo>
                  <a:cubicBezTo>
                    <a:pt x="73509" y="4577"/>
                    <a:pt x="56377" y="0"/>
                    <a:pt x="416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22"/>
            <p:cNvSpPr/>
            <p:nvPr/>
          </p:nvSpPr>
          <p:spPr>
            <a:xfrm>
              <a:off x="636675" y="2334800"/>
              <a:ext cx="6637450" cy="1294425"/>
            </a:xfrm>
            <a:custGeom>
              <a:rect b="b" l="l" r="r" t="t"/>
              <a:pathLst>
                <a:path extrusionOk="0" h="51777" w="265498">
                  <a:moveTo>
                    <a:pt x="39287" y="1"/>
                  </a:moveTo>
                  <a:cubicBezTo>
                    <a:pt x="19177" y="1"/>
                    <a:pt x="5968" y="2322"/>
                    <a:pt x="0" y="6900"/>
                  </a:cubicBezTo>
                  <a:lnTo>
                    <a:pt x="227" y="7186"/>
                  </a:lnTo>
                  <a:cubicBezTo>
                    <a:pt x="4311" y="4047"/>
                    <a:pt x="14422" y="359"/>
                    <a:pt x="39404" y="359"/>
                  </a:cubicBezTo>
                  <a:cubicBezTo>
                    <a:pt x="39912" y="359"/>
                    <a:pt x="40426" y="360"/>
                    <a:pt x="40946" y="363"/>
                  </a:cubicBezTo>
                  <a:cubicBezTo>
                    <a:pt x="55781" y="447"/>
                    <a:pt x="73164" y="5340"/>
                    <a:pt x="86309" y="13127"/>
                  </a:cubicBezTo>
                  <a:cubicBezTo>
                    <a:pt x="93917" y="17639"/>
                    <a:pt x="100311" y="23247"/>
                    <a:pt x="106502" y="28676"/>
                  </a:cubicBezTo>
                  <a:cubicBezTo>
                    <a:pt x="116586" y="37535"/>
                    <a:pt x="126111" y="45905"/>
                    <a:pt x="140363" y="49774"/>
                  </a:cubicBezTo>
                  <a:cubicBezTo>
                    <a:pt x="145461" y="51162"/>
                    <a:pt x="150287" y="51777"/>
                    <a:pt x="154911" y="51777"/>
                  </a:cubicBezTo>
                  <a:cubicBezTo>
                    <a:pt x="171899" y="51777"/>
                    <a:pt x="186153" y="43484"/>
                    <a:pt x="201061" y="34808"/>
                  </a:cubicBezTo>
                  <a:cubicBezTo>
                    <a:pt x="204228" y="32963"/>
                    <a:pt x="207503" y="31058"/>
                    <a:pt x="210836" y="29212"/>
                  </a:cubicBezTo>
                  <a:cubicBezTo>
                    <a:pt x="217522" y="25512"/>
                    <a:pt x="227422" y="21326"/>
                    <a:pt x="237978" y="21326"/>
                  </a:cubicBezTo>
                  <a:cubicBezTo>
                    <a:pt x="247122" y="21326"/>
                    <a:pt x="256758" y="24467"/>
                    <a:pt x="265224" y="33784"/>
                  </a:cubicBezTo>
                  <a:lnTo>
                    <a:pt x="265498" y="33546"/>
                  </a:lnTo>
                  <a:cubicBezTo>
                    <a:pt x="258247" y="25569"/>
                    <a:pt x="249377" y="21354"/>
                    <a:pt x="239149" y="21033"/>
                  </a:cubicBezTo>
                  <a:cubicBezTo>
                    <a:pt x="238730" y="21019"/>
                    <a:pt x="238308" y="21012"/>
                    <a:pt x="237884" y="21012"/>
                  </a:cubicBezTo>
                  <a:cubicBezTo>
                    <a:pt x="229391" y="21012"/>
                    <a:pt x="220013" y="23731"/>
                    <a:pt x="210658" y="28903"/>
                  </a:cubicBezTo>
                  <a:cubicBezTo>
                    <a:pt x="207324" y="30748"/>
                    <a:pt x="204050" y="32653"/>
                    <a:pt x="200871" y="34498"/>
                  </a:cubicBezTo>
                  <a:cubicBezTo>
                    <a:pt x="186013" y="43140"/>
                    <a:pt x="171810" y="51406"/>
                    <a:pt x="154899" y="51406"/>
                  </a:cubicBezTo>
                  <a:cubicBezTo>
                    <a:pt x="150304" y="51406"/>
                    <a:pt x="145509" y="50796"/>
                    <a:pt x="140447" y="49417"/>
                  </a:cubicBezTo>
                  <a:cubicBezTo>
                    <a:pt x="126290" y="45571"/>
                    <a:pt x="116789" y="37237"/>
                    <a:pt x="106740" y="28402"/>
                  </a:cubicBezTo>
                  <a:cubicBezTo>
                    <a:pt x="100537" y="22961"/>
                    <a:pt x="94131" y="17342"/>
                    <a:pt x="86499" y="12817"/>
                  </a:cubicBezTo>
                  <a:cubicBezTo>
                    <a:pt x="73295" y="4995"/>
                    <a:pt x="55841" y="89"/>
                    <a:pt x="40958" y="6"/>
                  </a:cubicBezTo>
                  <a:cubicBezTo>
                    <a:pt x="40396" y="3"/>
                    <a:pt x="39839" y="1"/>
                    <a:pt x="392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22"/>
            <p:cNvSpPr/>
            <p:nvPr/>
          </p:nvSpPr>
          <p:spPr>
            <a:xfrm>
              <a:off x="649475" y="2235200"/>
              <a:ext cx="6624950" cy="1345700"/>
            </a:xfrm>
            <a:custGeom>
              <a:rect b="b" l="l" r="r" t="t"/>
              <a:pathLst>
                <a:path extrusionOk="0" h="53828" w="264998">
                  <a:moveTo>
                    <a:pt x="35160" y="0"/>
                  </a:moveTo>
                  <a:cubicBezTo>
                    <a:pt x="17419" y="0"/>
                    <a:pt x="5602" y="2101"/>
                    <a:pt x="0" y="6240"/>
                  </a:cubicBezTo>
                  <a:lnTo>
                    <a:pt x="215" y="6538"/>
                  </a:lnTo>
                  <a:cubicBezTo>
                    <a:pt x="4112" y="3654"/>
                    <a:pt x="13403" y="362"/>
                    <a:pt x="35411" y="362"/>
                  </a:cubicBezTo>
                  <a:cubicBezTo>
                    <a:pt x="37206" y="362"/>
                    <a:pt x="39085" y="384"/>
                    <a:pt x="41053" y="430"/>
                  </a:cubicBezTo>
                  <a:cubicBezTo>
                    <a:pt x="55876" y="787"/>
                    <a:pt x="73176" y="5978"/>
                    <a:pt x="86202" y="13979"/>
                  </a:cubicBezTo>
                  <a:cubicBezTo>
                    <a:pt x="93726" y="18623"/>
                    <a:pt x="100025" y="24350"/>
                    <a:pt x="106109" y="29886"/>
                  </a:cubicBezTo>
                  <a:cubicBezTo>
                    <a:pt x="116039" y="38911"/>
                    <a:pt x="125421" y="47436"/>
                    <a:pt x="139601" y="51567"/>
                  </a:cubicBezTo>
                  <a:cubicBezTo>
                    <a:pt x="145004" y="53139"/>
                    <a:pt x="150116" y="53827"/>
                    <a:pt x="155015" y="53827"/>
                  </a:cubicBezTo>
                  <a:cubicBezTo>
                    <a:pt x="171610" y="53827"/>
                    <a:pt x="185768" y="45925"/>
                    <a:pt x="200549" y="37661"/>
                  </a:cubicBezTo>
                  <a:cubicBezTo>
                    <a:pt x="203752" y="35875"/>
                    <a:pt x="207062" y="34030"/>
                    <a:pt x="210420" y="32244"/>
                  </a:cubicBezTo>
                  <a:cubicBezTo>
                    <a:pt x="217020" y="28737"/>
                    <a:pt x="226700" y="24823"/>
                    <a:pt x="236995" y="24823"/>
                  </a:cubicBezTo>
                  <a:cubicBezTo>
                    <a:pt x="246347" y="24823"/>
                    <a:pt x="256206" y="28053"/>
                    <a:pt x="264724" y="37756"/>
                  </a:cubicBezTo>
                  <a:lnTo>
                    <a:pt x="264998" y="37518"/>
                  </a:lnTo>
                  <a:cubicBezTo>
                    <a:pt x="257890" y="29422"/>
                    <a:pt x="249103" y="25052"/>
                    <a:pt x="238887" y="24552"/>
                  </a:cubicBezTo>
                  <a:cubicBezTo>
                    <a:pt x="238234" y="24520"/>
                    <a:pt x="237575" y="24503"/>
                    <a:pt x="236910" y="24503"/>
                  </a:cubicBezTo>
                  <a:cubicBezTo>
                    <a:pt x="228589" y="24503"/>
                    <a:pt x="219426" y="27049"/>
                    <a:pt x="210253" y="31922"/>
                  </a:cubicBezTo>
                  <a:cubicBezTo>
                    <a:pt x="206883" y="33708"/>
                    <a:pt x="203574" y="35565"/>
                    <a:pt x="200371" y="37351"/>
                  </a:cubicBezTo>
                  <a:cubicBezTo>
                    <a:pt x="185637" y="45583"/>
                    <a:pt x="171528" y="53466"/>
                    <a:pt x="155004" y="53466"/>
                  </a:cubicBezTo>
                  <a:cubicBezTo>
                    <a:pt x="150137" y="53466"/>
                    <a:pt x="145060" y="52782"/>
                    <a:pt x="139696" y="51222"/>
                  </a:cubicBezTo>
                  <a:cubicBezTo>
                    <a:pt x="125599" y="47114"/>
                    <a:pt x="116253" y="38613"/>
                    <a:pt x="106359" y="29612"/>
                  </a:cubicBezTo>
                  <a:cubicBezTo>
                    <a:pt x="100251" y="24064"/>
                    <a:pt x="93941" y="18325"/>
                    <a:pt x="86392" y="13682"/>
                  </a:cubicBezTo>
                  <a:cubicBezTo>
                    <a:pt x="73331" y="5633"/>
                    <a:pt x="55960" y="418"/>
                    <a:pt x="41077" y="73"/>
                  </a:cubicBezTo>
                  <a:cubicBezTo>
                    <a:pt x="39037" y="25"/>
                    <a:pt x="37064" y="0"/>
                    <a:pt x="35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22"/>
            <p:cNvSpPr/>
            <p:nvPr/>
          </p:nvSpPr>
          <p:spPr>
            <a:xfrm>
              <a:off x="664050" y="2134250"/>
              <a:ext cx="6610375" cy="1399125"/>
            </a:xfrm>
            <a:custGeom>
              <a:rect b="b" l="l" r="r" t="t"/>
              <a:pathLst>
                <a:path extrusionOk="0" h="55965" w="264415">
                  <a:moveTo>
                    <a:pt x="31658" y="1"/>
                  </a:moveTo>
                  <a:cubicBezTo>
                    <a:pt x="15910" y="1"/>
                    <a:pt x="5285" y="1898"/>
                    <a:pt x="1" y="5671"/>
                  </a:cubicBezTo>
                  <a:lnTo>
                    <a:pt x="215" y="5968"/>
                  </a:lnTo>
                  <a:cubicBezTo>
                    <a:pt x="3941" y="3311"/>
                    <a:pt x="12454" y="374"/>
                    <a:pt x="31865" y="374"/>
                  </a:cubicBezTo>
                  <a:cubicBezTo>
                    <a:pt x="34721" y="374"/>
                    <a:pt x="37813" y="437"/>
                    <a:pt x="41161" y="575"/>
                  </a:cubicBezTo>
                  <a:cubicBezTo>
                    <a:pt x="55972" y="1182"/>
                    <a:pt x="73177" y="6671"/>
                    <a:pt x="86047" y="14910"/>
                  </a:cubicBezTo>
                  <a:cubicBezTo>
                    <a:pt x="93489" y="19684"/>
                    <a:pt x="99692" y="25518"/>
                    <a:pt x="105681" y="31162"/>
                  </a:cubicBezTo>
                  <a:cubicBezTo>
                    <a:pt x="115456" y="40365"/>
                    <a:pt x="124683" y="49045"/>
                    <a:pt x="138792" y="53427"/>
                  </a:cubicBezTo>
                  <a:cubicBezTo>
                    <a:pt x="144499" y="55196"/>
                    <a:pt x="149895" y="55964"/>
                    <a:pt x="155070" y="55964"/>
                  </a:cubicBezTo>
                  <a:cubicBezTo>
                    <a:pt x="171272" y="55964"/>
                    <a:pt x="185312" y="48439"/>
                    <a:pt x="199966" y="40580"/>
                  </a:cubicBezTo>
                  <a:cubicBezTo>
                    <a:pt x="203205" y="38853"/>
                    <a:pt x="206539" y="37056"/>
                    <a:pt x="209932" y="35329"/>
                  </a:cubicBezTo>
                  <a:cubicBezTo>
                    <a:pt x="216438" y="32021"/>
                    <a:pt x="225885" y="28376"/>
                    <a:pt x="235908" y="28376"/>
                  </a:cubicBezTo>
                  <a:cubicBezTo>
                    <a:pt x="245474" y="28376"/>
                    <a:pt x="255565" y="31695"/>
                    <a:pt x="264129" y="41794"/>
                  </a:cubicBezTo>
                  <a:lnTo>
                    <a:pt x="264415" y="41568"/>
                  </a:lnTo>
                  <a:cubicBezTo>
                    <a:pt x="257438" y="33341"/>
                    <a:pt x="248734" y="28828"/>
                    <a:pt x="238519" y="28138"/>
                  </a:cubicBezTo>
                  <a:cubicBezTo>
                    <a:pt x="237634" y="28078"/>
                    <a:pt x="236737" y="28048"/>
                    <a:pt x="235830" y="28048"/>
                  </a:cubicBezTo>
                  <a:cubicBezTo>
                    <a:pt x="227710" y="28048"/>
                    <a:pt x="218762" y="30434"/>
                    <a:pt x="209765" y="35008"/>
                  </a:cubicBezTo>
                  <a:cubicBezTo>
                    <a:pt x="206372" y="36734"/>
                    <a:pt x="203026" y="38532"/>
                    <a:pt x="199800" y="40258"/>
                  </a:cubicBezTo>
                  <a:cubicBezTo>
                    <a:pt x="185191" y="48086"/>
                    <a:pt x="171191" y="55586"/>
                    <a:pt x="155054" y="55586"/>
                  </a:cubicBezTo>
                  <a:cubicBezTo>
                    <a:pt x="149912" y="55586"/>
                    <a:pt x="144552" y="54824"/>
                    <a:pt x="138887" y="53069"/>
                  </a:cubicBezTo>
                  <a:cubicBezTo>
                    <a:pt x="124862" y="48724"/>
                    <a:pt x="115658" y="40068"/>
                    <a:pt x="105931" y="30900"/>
                  </a:cubicBezTo>
                  <a:cubicBezTo>
                    <a:pt x="99918" y="25245"/>
                    <a:pt x="93715" y="19387"/>
                    <a:pt x="86238" y="14612"/>
                  </a:cubicBezTo>
                  <a:cubicBezTo>
                    <a:pt x="73320" y="6337"/>
                    <a:pt x="56055" y="813"/>
                    <a:pt x="41173" y="206"/>
                  </a:cubicBezTo>
                  <a:cubicBezTo>
                    <a:pt x="37818" y="69"/>
                    <a:pt x="34646" y="1"/>
                    <a:pt x="316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9" name="Google Shape;569;p22"/>
          <p:cNvGrpSpPr/>
          <p:nvPr/>
        </p:nvGrpSpPr>
        <p:grpSpPr>
          <a:xfrm rot="-4649721">
            <a:off x="-2793294" y="1533537"/>
            <a:ext cx="5321228" cy="1664574"/>
            <a:chOff x="603050" y="2134250"/>
            <a:chExt cx="6671375" cy="1887675"/>
          </a:xfrm>
        </p:grpSpPr>
        <p:sp>
          <p:nvSpPr>
            <p:cNvPr id="570" name="Google Shape;570;p22"/>
            <p:cNvSpPr/>
            <p:nvPr/>
          </p:nvSpPr>
          <p:spPr>
            <a:xfrm>
              <a:off x="608100" y="2949275"/>
              <a:ext cx="6665750" cy="1072650"/>
            </a:xfrm>
            <a:custGeom>
              <a:rect b="b" l="l" r="r" t="t"/>
              <a:pathLst>
                <a:path extrusionOk="0" h="42906" w="266630">
                  <a:moveTo>
                    <a:pt x="242926" y="0"/>
                  </a:moveTo>
                  <a:cubicBezTo>
                    <a:pt x="241564" y="0"/>
                    <a:pt x="240185" y="76"/>
                    <a:pt x="238792" y="228"/>
                  </a:cubicBezTo>
                  <a:cubicBezTo>
                    <a:pt x="230005" y="1168"/>
                    <a:pt x="220635" y="5240"/>
                    <a:pt x="211670" y="11979"/>
                  </a:cubicBezTo>
                  <a:cubicBezTo>
                    <a:pt x="208634" y="14265"/>
                    <a:pt x="205645" y="16611"/>
                    <a:pt x="202764" y="18885"/>
                  </a:cubicBezTo>
                  <a:cubicBezTo>
                    <a:pt x="187340" y="31016"/>
                    <a:pt x="172685" y="42543"/>
                    <a:pt x="152232" y="42543"/>
                  </a:cubicBezTo>
                  <a:cubicBezTo>
                    <a:pt x="149902" y="42543"/>
                    <a:pt x="147497" y="42394"/>
                    <a:pt x="145007" y="42078"/>
                  </a:cubicBezTo>
                  <a:cubicBezTo>
                    <a:pt x="130433" y="40233"/>
                    <a:pt x="119873" y="33291"/>
                    <a:pt x="108693" y="25957"/>
                  </a:cubicBezTo>
                  <a:cubicBezTo>
                    <a:pt x="101799" y="21433"/>
                    <a:pt x="94667" y="16754"/>
                    <a:pt x="86476" y="13337"/>
                  </a:cubicBezTo>
                  <a:cubicBezTo>
                    <a:pt x="75578" y="8791"/>
                    <a:pt x="62424" y="6298"/>
                    <a:pt x="50215" y="6298"/>
                  </a:cubicBezTo>
                  <a:cubicBezTo>
                    <a:pt x="46564" y="6298"/>
                    <a:pt x="42997" y="6521"/>
                    <a:pt x="39601" y="6979"/>
                  </a:cubicBezTo>
                  <a:cubicBezTo>
                    <a:pt x="18729" y="9788"/>
                    <a:pt x="5418" y="14003"/>
                    <a:pt x="0" y="19504"/>
                  </a:cubicBezTo>
                  <a:lnTo>
                    <a:pt x="262" y="19766"/>
                  </a:lnTo>
                  <a:cubicBezTo>
                    <a:pt x="3941" y="16015"/>
                    <a:pt x="13764" y="10824"/>
                    <a:pt x="39648" y="7348"/>
                  </a:cubicBezTo>
                  <a:cubicBezTo>
                    <a:pt x="43028" y="6893"/>
                    <a:pt x="46578" y="6672"/>
                    <a:pt x="50211" y="6672"/>
                  </a:cubicBezTo>
                  <a:cubicBezTo>
                    <a:pt x="62374" y="6672"/>
                    <a:pt x="75481" y="9153"/>
                    <a:pt x="86345" y="13682"/>
                  </a:cubicBezTo>
                  <a:cubicBezTo>
                    <a:pt x="94500" y="17075"/>
                    <a:pt x="101620" y="21742"/>
                    <a:pt x="108502" y="26255"/>
                  </a:cubicBezTo>
                  <a:cubicBezTo>
                    <a:pt x="119718" y="33625"/>
                    <a:pt x="130314" y="40578"/>
                    <a:pt x="144959" y="42435"/>
                  </a:cubicBezTo>
                  <a:cubicBezTo>
                    <a:pt x="147474" y="42754"/>
                    <a:pt x="149902" y="42906"/>
                    <a:pt x="152253" y="42906"/>
                  </a:cubicBezTo>
                  <a:cubicBezTo>
                    <a:pt x="172815" y="42906"/>
                    <a:pt x="187519" y="31340"/>
                    <a:pt x="202990" y="19171"/>
                  </a:cubicBezTo>
                  <a:cubicBezTo>
                    <a:pt x="205871" y="16908"/>
                    <a:pt x="208860" y="14563"/>
                    <a:pt x="211896" y="12277"/>
                  </a:cubicBezTo>
                  <a:cubicBezTo>
                    <a:pt x="219006" y="6920"/>
                    <a:pt x="230335" y="312"/>
                    <a:pt x="242921" y="312"/>
                  </a:cubicBezTo>
                  <a:cubicBezTo>
                    <a:pt x="250504" y="312"/>
                    <a:pt x="258543" y="2711"/>
                    <a:pt x="266391" y="9229"/>
                  </a:cubicBezTo>
                  <a:lnTo>
                    <a:pt x="266629" y="8943"/>
                  </a:lnTo>
                  <a:cubicBezTo>
                    <a:pt x="259467" y="3004"/>
                    <a:pt x="251508" y="0"/>
                    <a:pt x="2429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22"/>
            <p:cNvSpPr/>
            <p:nvPr/>
          </p:nvSpPr>
          <p:spPr>
            <a:xfrm>
              <a:off x="604525" y="2938825"/>
              <a:ext cx="6669025" cy="1033425"/>
            </a:xfrm>
            <a:custGeom>
              <a:rect b="b" l="l" r="r" t="t"/>
              <a:pathLst>
                <a:path extrusionOk="0" h="41337" w="266761">
                  <a:moveTo>
                    <a:pt x="242560" y="0"/>
                  </a:moveTo>
                  <a:cubicBezTo>
                    <a:pt x="241419" y="0"/>
                    <a:pt x="240266" y="53"/>
                    <a:pt x="239102" y="158"/>
                  </a:cubicBezTo>
                  <a:cubicBezTo>
                    <a:pt x="230303" y="955"/>
                    <a:pt x="220850" y="4861"/>
                    <a:pt x="211765" y="11445"/>
                  </a:cubicBezTo>
                  <a:cubicBezTo>
                    <a:pt x="208693" y="13683"/>
                    <a:pt x="205669" y="15969"/>
                    <a:pt x="202752" y="18184"/>
                  </a:cubicBezTo>
                  <a:cubicBezTo>
                    <a:pt x="187359" y="29863"/>
                    <a:pt x="172728" y="40966"/>
                    <a:pt x="152762" y="40966"/>
                  </a:cubicBezTo>
                  <a:cubicBezTo>
                    <a:pt x="150135" y="40966"/>
                    <a:pt x="147416" y="40773"/>
                    <a:pt x="144590" y="40365"/>
                  </a:cubicBezTo>
                  <a:cubicBezTo>
                    <a:pt x="130064" y="38269"/>
                    <a:pt x="119623" y="31150"/>
                    <a:pt x="108574" y="23613"/>
                  </a:cubicBezTo>
                  <a:cubicBezTo>
                    <a:pt x="101751" y="18969"/>
                    <a:pt x="94703" y="14171"/>
                    <a:pt x="86571" y="10611"/>
                  </a:cubicBezTo>
                  <a:cubicBezTo>
                    <a:pt x="75309" y="5677"/>
                    <a:pt x="61560" y="2931"/>
                    <a:pt x="48931" y="2931"/>
                  </a:cubicBezTo>
                  <a:cubicBezTo>
                    <a:pt x="45806" y="2931"/>
                    <a:pt x="42749" y="3099"/>
                    <a:pt x="39815" y="3444"/>
                  </a:cubicBezTo>
                  <a:cubicBezTo>
                    <a:pt x="18908" y="5885"/>
                    <a:pt x="5513" y="9861"/>
                    <a:pt x="1" y="15279"/>
                  </a:cubicBezTo>
                  <a:lnTo>
                    <a:pt x="251" y="15529"/>
                  </a:lnTo>
                  <a:cubicBezTo>
                    <a:pt x="4001" y="11850"/>
                    <a:pt x="13919" y="6825"/>
                    <a:pt x="39851" y="3801"/>
                  </a:cubicBezTo>
                  <a:cubicBezTo>
                    <a:pt x="42768" y="3459"/>
                    <a:pt x="45807" y="3292"/>
                    <a:pt x="48914" y="3292"/>
                  </a:cubicBezTo>
                  <a:cubicBezTo>
                    <a:pt x="61497" y="3292"/>
                    <a:pt x="75199" y="6027"/>
                    <a:pt x="86428" y="10945"/>
                  </a:cubicBezTo>
                  <a:cubicBezTo>
                    <a:pt x="94524" y="14493"/>
                    <a:pt x="101561" y="19279"/>
                    <a:pt x="108359" y="23922"/>
                  </a:cubicBezTo>
                  <a:cubicBezTo>
                    <a:pt x="119456" y="31471"/>
                    <a:pt x="129922" y="38615"/>
                    <a:pt x="144542" y="40734"/>
                  </a:cubicBezTo>
                  <a:cubicBezTo>
                    <a:pt x="147384" y="41144"/>
                    <a:pt x="150118" y="41337"/>
                    <a:pt x="152759" y="41337"/>
                  </a:cubicBezTo>
                  <a:cubicBezTo>
                    <a:pt x="172836" y="41337"/>
                    <a:pt x="187520" y="30193"/>
                    <a:pt x="202966" y="18481"/>
                  </a:cubicBezTo>
                  <a:cubicBezTo>
                    <a:pt x="205883" y="16267"/>
                    <a:pt x="208908" y="13969"/>
                    <a:pt x="211979" y="11742"/>
                  </a:cubicBezTo>
                  <a:cubicBezTo>
                    <a:pt x="219066" y="6599"/>
                    <a:pt x="230260" y="308"/>
                    <a:pt x="242600" y="308"/>
                  </a:cubicBezTo>
                  <a:cubicBezTo>
                    <a:pt x="250370" y="308"/>
                    <a:pt x="258594" y="2802"/>
                    <a:pt x="266534" y="9647"/>
                  </a:cubicBezTo>
                  <a:lnTo>
                    <a:pt x="266760" y="9373"/>
                  </a:lnTo>
                  <a:cubicBezTo>
                    <a:pt x="259527" y="3141"/>
                    <a:pt x="251396" y="0"/>
                    <a:pt x="242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22"/>
            <p:cNvSpPr/>
            <p:nvPr/>
          </p:nvSpPr>
          <p:spPr>
            <a:xfrm>
              <a:off x="603050" y="2916775"/>
              <a:ext cx="6670800" cy="1005800"/>
            </a:xfrm>
            <a:custGeom>
              <a:rect b="b" l="l" r="r" t="t"/>
              <a:pathLst>
                <a:path extrusionOk="0" h="40232" w="266832">
                  <a:moveTo>
                    <a:pt x="47581" y="0"/>
                  </a:moveTo>
                  <a:cubicBezTo>
                    <a:pt x="44993" y="0"/>
                    <a:pt x="42457" y="119"/>
                    <a:pt x="40005" y="361"/>
                  </a:cubicBezTo>
                  <a:cubicBezTo>
                    <a:pt x="19062" y="2445"/>
                    <a:pt x="5608" y="6183"/>
                    <a:pt x="0" y="11505"/>
                  </a:cubicBezTo>
                  <a:lnTo>
                    <a:pt x="250" y="11767"/>
                  </a:lnTo>
                  <a:cubicBezTo>
                    <a:pt x="4060" y="8148"/>
                    <a:pt x="14061" y="3302"/>
                    <a:pt x="40041" y="730"/>
                  </a:cubicBezTo>
                  <a:cubicBezTo>
                    <a:pt x="42490" y="487"/>
                    <a:pt x="45023" y="368"/>
                    <a:pt x="47608" y="368"/>
                  </a:cubicBezTo>
                  <a:cubicBezTo>
                    <a:pt x="60603" y="368"/>
                    <a:pt x="74908" y="3370"/>
                    <a:pt x="86487" y="8683"/>
                  </a:cubicBezTo>
                  <a:cubicBezTo>
                    <a:pt x="94524" y="12362"/>
                    <a:pt x="101477" y="17292"/>
                    <a:pt x="108192" y="22042"/>
                  </a:cubicBezTo>
                  <a:cubicBezTo>
                    <a:pt x="119146" y="29793"/>
                    <a:pt x="129504" y="37116"/>
                    <a:pt x="144078" y="39473"/>
                  </a:cubicBezTo>
                  <a:cubicBezTo>
                    <a:pt x="147258" y="39990"/>
                    <a:pt x="150307" y="40232"/>
                    <a:pt x="153246" y="40232"/>
                  </a:cubicBezTo>
                  <a:cubicBezTo>
                    <a:pt x="172829" y="40232"/>
                    <a:pt x="187478" y="29509"/>
                    <a:pt x="202883" y="18256"/>
                  </a:cubicBezTo>
                  <a:cubicBezTo>
                    <a:pt x="205835" y="16089"/>
                    <a:pt x="208895" y="13851"/>
                    <a:pt x="212015" y="11672"/>
                  </a:cubicBezTo>
                  <a:cubicBezTo>
                    <a:pt x="219065" y="6740"/>
                    <a:pt x="230090" y="772"/>
                    <a:pt x="242173" y="772"/>
                  </a:cubicBezTo>
                  <a:cubicBezTo>
                    <a:pt x="250128" y="772"/>
                    <a:pt x="258541" y="3359"/>
                    <a:pt x="266581" y="10529"/>
                  </a:cubicBezTo>
                  <a:lnTo>
                    <a:pt x="266831" y="10255"/>
                  </a:lnTo>
                  <a:cubicBezTo>
                    <a:pt x="259528" y="3740"/>
                    <a:pt x="251234" y="461"/>
                    <a:pt x="242138" y="461"/>
                  </a:cubicBezTo>
                  <a:cubicBezTo>
                    <a:pt x="241209" y="461"/>
                    <a:pt x="240272" y="495"/>
                    <a:pt x="239328" y="563"/>
                  </a:cubicBezTo>
                  <a:cubicBezTo>
                    <a:pt x="230517" y="1206"/>
                    <a:pt x="220992" y="4945"/>
                    <a:pt x="211800" y="11374"/>
                  </a:cubicBezTo>
                  <a:cubicBezTo>
                    <a:pt x="208681" y="13553"/>
                    <a:pt x="205621" y="15791"/>
                    <a:pt x="202668" y="17958"/>
                  </a:cubicBezTo>
                  <a:cubicBezTo>
                    <a:pt x="187317" y="29187"/>
                    <a:pt x="172706" y="39865"/>
                    <a:pt x="153219" y="39865"/>
                  </a:cubicBezTo>
                  <a:cubicBezTo>
                    <a:pt x="150307" y="39865"/>
                    <a:pt x="147286" y="39627"/>
                    <a:pt x="144137" y="39116"/>
                  </a:cubicBezTo>
                  <a:cubicBezTo>
                    <a:pt x="129635" y="36770"/>
                    <a:pt x="119325" y="29472"/>
                    <a:pt x="108406" y="21745"/>
                  </a:cubicBezTo>
                  <a:cubicBezTo>
                    <a:pt x="101679" y="16982"/>
                    <a:pt x="94702" y="12053"/>
                    <a:pt x="86642" y="8350"/>
                  </a:cubicBezTo>
                  <a:cubicBezTo>
                    <a:pt x="75006" y="3014"/>
                    <a:pt x="60634" y="0"/>
                    <a:pt x="475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22"/>
            <p:cNvSpPr/>
            <p:nvPr/>
          </p:nvSpPr>
          <p:spPr>
            <a:xfrm>
              <a:off x="603625" y="2820875"/>
              <a:ext cx="6670225" cy="1052250"/>
            </a:xfrm>
            <a:custGeom>
              <a:rect b="b" l="l" r="r" t="t"/>
              <a:pathLst>
                <a:path extrusionOk="0" h="42090" w="266809">
                  <a:moveTo>
                    <a:pt x="46344" y="0"/>
                  </a:moveTo>
                  <a:cubicBezTo>
                    <a:pt x="44253" y="0"/>
                    <a:pt x="42198" y="80"/>
                    <a:pt x="40196" y="244"/>
                  </a:cubicBezTo>
                  <a:cubicBezTo>
                    <a:pt x="19218" y="1959"/>
                    <a:pt x="5692" y="5471"/>
                    <a:pt x="1" y="10686"/>
                  </a:cubicBezTo>
                  <a:lnTo>
                    <a:pt x="239" y="10948"/>
                  </a:lnTo>
                  <a:cubicBezTo>
                    <a:pt x="4120" y="7400"/>
                    <a:pt x="14193" y="2721"/>
                    <a:pt x="40220" y="601"/>
                  </a:cubicBezTo>
                  <a:cubicBezTo>
                    <a:pt x="42208" y="440"/>
                    <a:pt x="44249" y="360"/>
                    <a:pt x="46327" y="360"/>
                  </a:cubicBezTo>
                  <a:cubicBezTo>
                    <a:pt x="59706" y="360"/>
                    <a:pt x="74600" y="3646"/>
                    <a:pt x="86524" y="9376"/>
                  </a:cubicBezTo>
                  <a:cubicBezTo>
                    <a:pt x="94501" y="13198"/>
                    <a:pt x="101359" y="18234"/>
                    <a:pt x="107991" y="23104"/>
                  </a:cubicBezTo>
                  <a:cubicBezTo>
                    <a:pt x="118813" y="31046"/>
                    <a:pt x="129029" y="38546"/>
                    <a:pt x="143566" y="41166"/>
                  </a:cubicBezTo>
                  <a:cubicBezTo>
                    <a:pt x="147069" y="41797"/>
                    <a:pt x="150419" y="42090"/>
                    <a:pt x="153641" y="42090"/>
                  </a:cubicBezTo>
                  <a:cubicBezTo>
                    <a:pt x="172769" y="42090"/>
                    <a:pt x="187383" y="31783"/>
                    <a:pt x="202729" y="20961"/>
                  </a:cubicBezTo>
                  <a:cubicBezTo>
                    <a:pt x="205729" y="18854"/>
                    <a:pt x="208825" y="16663"/>
                    <a:pt x="211980" y="14543"/>
                  </a:cubicBezTo>
                  <a:cubicBezTo>
                    <a:pt x="218983" y="9825"/>
                    <a:pt x="229850" y="4171"/>
                    <a:pt x="241687" y="4171"/>
                  </a:cubicBezTo>
                  <a:cubicBezTo>
                    <a:pt x="249833" y="4171"/>
                    <a:pt x="258438" y="6849"/>
                    <a:pt x="266558" y="14353"/>
                  </a:cubicBezTo>
                  <a:lnTo>
                    <a:pt x="266808" y="14091"/>
                  </a:lnTo>
                  <a:cubicBezTo>
                    <a:pt x="259457" y="7303"/>
                    <a:pt x="251007" y="3862"/>
                    <a:pt x="241659" y="3862"/>
                  </a:cubicBezTo>
                  <a:cubicBezTo>
                    <a:pt x="240939" y="3862"/>
                    <a:pt x="240214" y="3882"/>
                    <a:pt x="239483" y="3923"/>
                  </a:cubicBezTo>
                  <a:cubicBezTo>
                    <a:pt x="230661" y="4411"/>
                    <a:pt x="221076" y="7971"/>
                    <a:pt x="211777" y="14246"/>
                  </a:cubicBezTo>
                  <a:cubicBezTo>
                    <a:pt x="208622" y="16365"/>
                    <a:pt x="205515" y="18556"/>
                    <a:pt x="202526" y="20663"/>
                  </a:cubicBezTo>
                  <a:cubicBezTo>
                    <a:pt x="187233" y="31450"/>
                    <a:pt x="172655" y="41722"/>
                    <a:pt x="153612" y="41722"/>
                  </a:cubicBezTo>
                  <a:cubicBezTo>
                    <a:pt x="150417" y="41722"/>
                    <a:pt x="147097" y="41433"/>
                    <a:pt x="143626" y="40809"/>
                  </a:cubicBezTo>
                  <a:cubicBezTo>
                    <a:pt x="129172" y="38201"/>
                    <a:pt x="118992" y="30724"/>
                    <a:pt x="108205" y="22806"/>
                  </a:cubicBezTo>
                  <a:cubicBezTo>
                    <a:pt x="101561" y="17925"/>
                    <a:pt x="94679" y="12877"/>
                    <a:pt x="86678" y="9043"/>
                  </a:cubicBezTo>
                  <a:cubicBezTo>
                    <a:pt x="74718" y="3305"/>
                    <a:pt x="59772" y="0"/>
                    <a:pt x="463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22"/>
            <p:cNvSpPr/>
            <p:nvPr/>
          </p:nvSpPr>
          <p:spPr>
            <a:xfrm>
              <a:off x="606025" y="2724425"/>
              <a:ext cx="6667825" cy="1099375"/>
            </a:xfrm>
            <a:custGeom>
              <a:rect b="b" l="l" r="r" t="t"/>
              <a:pathLst>
                <a:path extrusionOk="0" h="43975" w="266713">
                  <a:moveTo>
                    <a:pt x="45120" y="1"/>
                  </a:moveTo>
                  <a:cubicBezTo>
                    <a:pt x="43512" y="1"/>
                    <a:pt x="41927" y="50"/>
                    <a:pt x="40374" y="149"/>
                  </a:cubicBezTo>
                  <a:cubicBezTo>
                    <a:pt x="19372" y="1495"/>
                    <a:pt x="5787" y="4769"/>
                    <a:pt x="0" y="9889"/>
                  </a:cubicBezTo>
                  <a:lnTo>
                    <a:pt x="250" y="10150"/>
                  </a:lnTo>
                  <a:cubicBezTo>
                    <a:pt x="4191" y="6674"/>
                    <a:pt x="14335" y="2185"/>
                    <a:pt x="40410" y="518"/>
                  </a:cubicBezTo>
                  <a:cubicBezTo>
                    <a:pt x="41956" y="419"/>
                    <a:pt x="43534" y="370"/>
                    <a:pt x="45136" y="370"/>
                  </a:cubicBezTo>
                  <a:cubicBezTo>
                    <a:pt x="58853" y="370"/>
                    <a:pt x="74318" y="3961"/>
                    <a:pt x="86547" y="10091"/>
                  </a:cubicBezTo>
                  <a:cubicBezTo>
                    <a:pt x="94441" y="14044"/>
                    <a:pt x="101227" y="19211"/>
                    <a:pt x="107776" y="24188"/>
                  </a:cubicBezTo>
                  <a:cubicBezTo>
                    <a:pt x="118432" y="32332"/>
                    <a:pt x="128528" y="39999"/>
                    <a:pt x="143018" y="42869"/>
                  </a:cubicBezTo>
                  <a:cubicBezTo>
                    <a:pt x="146843" y="43627"/>
                    <a:pt x="150492" y="43975"/>
                    <a:pt x="153996" y="43975"/>
                  </a:cubicBezTo>
                  <a:cubicBezTo>
                    <a:pt x="172677" y="43975"/>
                    <a:pt x="187246" y="34086"/>
                    <a:pt x="202525" y="23700"/>
                  </a:cubicBezTo>
                  <a:cubicBezTo>
                    <a:pt x="205562" y="21640"/>
                    <a:pt x="208693" y="19509"/>
                    <a:pt x="211884" y="17449"/>
                  </a:cubicBezTo>
                  <a:cubicBezTo>
                    <a:pt x="218840" y="12936"/>
                    <a:pt x="229526" y="7594"/>
                    <a:pt x="241107" y="7594"/>
                  </a:cubicBezTo>
                  <a:cubicBezTo>
                    <a:pt x="249447" y="7594"/>
                    <a:pt x="258252" y="10365"/>
                    <a:pt x="266462" y="18211"/>
                  </a:cubicBezTo>
                  <a:lnTo>
                    <a:pt x="266712" y="17949"/>
                  </a:lnTo>
                  <a:cubicBezTo>
                    <a:pt x="259310" y="10864"/>
                    <a:pt x="250693" y="7276"/>
                    <a:pt x="241074" y="7276"/>
                  </a:cubicBezTo>
                  <a:cubicBezTo>
                    <a:pt x="240574" y="7276"/>
                    <a:pt x="240071" y="7285"/>
                    <a:pt x="239566" y="7305"/>
                  </a:cubicBezTo>
                  <a:cubicBezTo>
                    <a:pt x="230731" y="7638"/>
                    <a:pt x="221099" y="11043"/>
                    <a:pt x="211681" y="17139"/>
                  </a:cubicBezTo>
                  <a:cubicBezTo>
                    <a:pt x="208490" y="19211"/>
                    <a:pt x="205359" y="21342"/>
                    <a:pt x="202323" y="23402"/>
                  </a:cubicBezTo>
                  <a:cubicBezTo>
                    <a:pt x="187090" y="33751"/>
                    <a:pt x="172575" y="43610"/>
                    <a:pt x="153990" y="43610"/>
                  </a:cubicBezTo>
                  <a:cubicBezTo>
                    <a:pt x="150510" y="43610"/>
                    <a:pt x="146887" y="43265"/>
                    <a:pt x="143089" y="42512"/>
                  </a:cubicBezTo>
                  <a:cubicBezTo>
                    <a:pt x="128683" y="39654"/>
                    <a:pt x="118622" y="31998"/>
                    <a:pt x="107990" y="23902"/>
                  </a:cubicBezTo>
                  <a:cubicBezTo>
                    <a:pt x="101418" y="18913"/>
                    <a:pt x="94631" y="13734"/>
                    <a:pt x="86701" y="9758"/>
                  </a:cubicBezTo>
                  <a:cubicBezTo>
                    <a:pt x="74419" y="3595"/>
                    <a:pt x="58900" y="1"/>
                    <a:pt x="45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22"/>
            <p:cNvSpPr/>
            <p:nvPr/>
          </p:nvSpPr>
          <p:spPr>
            <a:xfrm>
              <a:off x="610775" y="2627700"/>
              <a:ext cx="6663075" cy="1147100"/>
            </a:xfrm>
            <a:custGeom>
              <a:rect b="b" l="l" r="r" t="t"/>
              <a:pathLst>
                <a:path extrusionOk="0" h="45884" w="266523">
                  <a:moveTo>
                    <a:pt x="43919" y="0"/>
                  </a:moveTo>
                  <a:cubicBezTo>
                    <a:pt x="42779" y="0"/>
                    <a:pt x="41652" y="26"/>
                    <a:pt x="40541" y="77"/>
                  </a:cubicBezTo>
                  <a:cubicBezTo>
                    <a:pt x="19515" y="1054"/>
                    <a:pt x="5870" y="4090"/>
                    <a:pt x="1" y="9102"/>
                  </a:cubicBezTo>
                  <a:lnTo>
                    <a:pt x="239" y="9376"/>
                  </a:lnTo>
                  <a:cubicBezTo>
                    <a:pt x="4227" y="5971"/>
                    <a:pt x="14467" y="1649"/>
                    <a:pt x="40553" y="434"/>
                  </a:cubicBezTo>
                  <a:cubicBezTo>
                    <a:pt x="41663" y="383"/>
                    <a:pt x="42788" y="357"/>
                    <a:pt x="43926" y="357"/>
                  </a:cubicBezTo>
                  <a:cubicBezTo>
                    <a:pt x="57980" y="357"/>
                    <a:pt x="73989" y="4252"/>
                    <a:pt x="86523" y="10817"/>
                  </a:cubicBezTo>
                  <a:cubicBezTo>
                    <a:pt x="94346" y="14912"/>
                    <a:pt x="101037" y="20187"/>
                    <a:pt x="107502" y="25283"/>
                  </a:cubicBezTo>
                  <a:cubicBezTo>
                    <a:pt x="118039" y="33593"/>
                    <a:pt x="127981" y="41451"/>
                    <a:pt x="142411" y="44571"/>
                  </a:cubicBezTo>
                  <a:cubicBezTo>
                    <a:pt x="146566" y="45473"/>
                    <a:pt x="150520" y="45883"/>
                    <a:pt x="154313" y="45883"/>
                  </a:cubicBezTo>
                  <a:cubicBezTo>
                    <a:pt x="172548" y="45883"/>
                    <a:pt x="187052" y="36397"/>
                    <a:pt x="202240" y="26461"/>
                  </a:cubicBezTo>
                  <a:cubicBezTo>
                    <a:pt x="205312" y="24449"/>
                    <a:pt x="208491" y="22378"/>
                    <a:pt x="211706" y="20365"/>
                  </a:cubicBezTo>
                  <a:cubicBezTo>
                    <a:pt x="218611" y="16054"/>
                    <a:pt x="229117" y="11007"/>
                    <a:pt x="240446" y="11007"/>
                  </a:cubicBezTo>
                  <a:cubicBezTo>
                    <a:pt x="248983" y="11007"/>
                    <a:pt x="257988" y="13873"/>
                    <a:pt x="266272" y="22080"/>
                  </a:cubicBezTo>
                  <a:lnTo>
                    <a:pt x="266522" y="21818"/>
                  </a:lnTo>
                  <a:cubicBezTo>
                    <a:pt x="259063" y="14429"/>
                    <a:pt x="250259" y="10690"/>
                    <a:pt x="240352" y="10690"/>
                  </a:cubicBezTo>
                  <a:cubicBezTo>
                    <a:pt x="240091" y="10690"/>
                    <a:pt x="239829" y="10692"/>
                    <a:pt x="239566" y="10698"/>
                  </a:cubicBezTo>
                  <a:cubicBezTo>
                    <a:pt x="230732" y="10876"/>
                    <a:pt x="221040" y="14115"/>
                    <a:pt x="211515" y="20056"/>
                  </a:cubicBezTo>
                  <a:cubicBezTo>
                    <a:pt x="208300" y="22068"/>
                    <a:pt x="205122" y="24152"/>
                    <a:pt x="202050" y="26152"/>
                  </a:cubicBezTo>
                  <a:cubicBezTo>
                    <a:pt x="186888" y="36065"/>
                    <a:pt x="172430" y="45521"/>
                    <a:pt x="154274" y="45521"/>
                  </a:cubicBezTo>
                  <a:cubicBezTo>
                    <a:pt x="150515" y="45521"/>
                    <a:pt x="146598" y="45116"/>
                    <a:pt x="142483" y="44226"/>
                  </a:cubicBezTo>
                  <a:cubicBezTo>
                    <a:pt x="128136" y="41118"/>
                    <a:pt x="118218" y="33284"/>
                    <a:pt x="107716" y="24997"/>
                  </a:cubicBezTo>
                  <a:cubicBezTo>
                    <a:pt x="101239" y="19889"/>
                    <a:pt x="94548" y="14603"/>
                    <a:pt x="86690" y="10495"/>
                  </a:cubicBezTo>
                  <a:cubicBezTo>
                    <a:pt x="74109" y="3907"/>
                    <a:pt x="58032" y="0"/>
                    <a:pt x="439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22"/>
            <p:cNvSpPr/>
            <p:nvPr/>
          </p:nvSpPr>
          <p:spPr>
            <a:xfrm>
              <a:off x="617325" y="2530375"/>
              <a:ext cx="6656525" cy="1195600"/>
            </a:xfrm>
            <a:custGeom>
              <a:rect b="b" l="l" r="r" t="t"/>
              <a:pathLst>
                <a:path extrusionOk="0" h="47824" w="266261">
                  <a:moveTo>
                    <a:pt x="42753" y="0"/>
                  </a:moveTo>
                  <a:cubicBezTo>
                    <a:pt x="42062" y="0"/>
                    <a:pt x="41376" y="10"/>
                    <a:pt x="40696" y="29"/>
                  </a:cubicBezTo>
                  <a:cubicBezTo>
                    <a:pt x="19646" y="637"/>
                    <a:pt x="5966" y="3435"/>
                    <a:pt x="1" y="8352"/>
                  </a:cubicBezTo>
                  <a:lnTo>
                    <a:pt x="227" y="8626"/>
                  </a:lnTo>
                  <a:cubicBezTo>
                    <a:pt x="4287" y="5292"/>
                    <a:pt x="14598" y="1149"/>
                    <a:pt x="40696" y="387"/>
                  </a:cubicBezTo>
                  <a:cubicBezTo>
                    <a:pt x="41375" y="367"/>
                    <a:pt x="42061" y="357"/>
                    <a:pt x="42751" y="357"/>
                  </a:cubicBezTo>
                  <a:cubicBezTo>
                    <a:pt x="57119" y="357"/>
                    <a:pt x="73684" y="4580"/>
                    <a:pt x="86476" y="11566"/>
                  </a:cubicBezTo>
                  <a:cubicBezTo>
                    <a:pt x="94239" y="15805"/>
                    <a:pt x="100823" y="21199"/>
                    <a:pt x="107193" y="26402"/>
                  </a:cubicBezTo>
                  <a:cubicBezTo>
                    <a:pt x="117587" y="34903"/>
                    <a:pt x="127397" y="42927"/>
                    <a:pt x="141768" y="46297"/>
                  </a:cubicBezTo>
                  <a:cubicBezTo>
                    <a:pt x="146242" y="47349"/>
                    <a:pt x="150491" y="47823"/>
                    <a:pt x="154562" y="47823"/>
                  </a:cubicBezTo>
                  <a:cubicBezTo>
                    <a:pt x="172376" y="47823"/>
                    <a:pt x="186800" y="38740"/>
                    <a:pt x="201919" y="29223"/>
                  </a:cubicBezTo>
                  <a:cubicBezTo>
                    <a:pt x="205014" y="27271"/>
                    <a:pt x="208229" y="25259"/>
                    <a:pt x="211479" y="23306"/>
                  </a:cubicBezTo>
                  <a:cubicBezTo>
                    <a:pt x="218321" y="19200"/>
                    <a:pt x="228632" y="14450"/>
                    <a:pt x="239705" y="14450"/>
                  </a:cubicBezTo>
                  <a:cubicBezTo>
                    <a:pt x="248443" y="14450"/>
                    <a:pt x="257655" y="17408"/>
                    <a:pt x="266010" y="25973"/>
                  </a:cubicBezTo>
                  <a:lnTo>
                    <a:pt x="266260" y="25711"/>
                  </a:lnTo>
                  <a:cubicBezTo>
                    <a:pt x="258758" y="18019"/>
                    <a:pt x="249789" y="14126"/>
                    <a:pt x="239600" y="14126"/>
                  </a:cubicBezTo>
                  <a:cubicBezTo>
                    <a:pt x="239569" y="14126"/>
                    <a:pt x="239538" y="14126"/>
                    <a:pt x="239507" y="14126"/>
                  </a:cubicBezTo>
                  <a:cubicBezTo>
                    <a:pt x="230672" y="14150"/>
                    <a:pt x="220921" y="17222"/>
                    <a:pt x="211301" y="22996"/>
                  </a:cubicBezTo>
                  <a:cubicBezTo>
                    <a:pt x="208038" y="24949"/>
                    <a:pt x="204824" y="26973"/>
                    <a:pt x="201728" y="28926"/>
                  </a:cubicBezTo>
                  <a:cubicBezTo>
                    <a:pt x="186657" y="38411"/>
                    <a:pt x="172266" y="47461"/>
                    <a:pt x="154532" y="47461"/>
                  </a:cubicBezTo>
                  <a:cubicBezTo>
                    <a:pt x="150494" y="47461"/>
                    <a:pt x="146283" y="46992"/>
                    <a:pt x="141852" y="45952"/>
                  </a:cubicBezTo>
                  <a:cubicBezTo>
                    <a:pt x="127564" y="42594"/>
                    <a:pt x="117777" y="34593"/>
                    <a:pt x="107431" y="26128"/>
                  </a:cubicBezTo>
                  <a:cubicBezTo>
                    <a:pt x="101037" y="20901"/>
                    <a:pt x="94441" y="15507"/>
                    <a:pt x="86654" y="11245"/>
                  </a:cubicBezTo>
                  <a:cubicBezTo>
                    <a:pt x="73804" y="4235"/>
                    <a:pt x="57180" y="0"/>
                    <a:pt x="427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22"/>
            <p:cNvSpPr/>
            <p:nvPr/>
          </p:nvSpPr>
          <p:spPr>
            <a:xfrm>
              <a:off x="625950" y="2432750"/>
              <a:ext cx="6647900" cy="1244800"/>
            </a:xfrm>
            <a:custGeom>
              <a:rect b="b" l="l" r="r" t="t"/>
              <a:pathLst>
                <a:path extrusionOk="0" h="49792" w="265916">
                  <a:moveTo>
                    <a:pt x="41667" y="0"/>
                  </a:moveTo>
                  <a:cubicBezTo>
                    <a:pt x="41386" y="0"/>
                    <a:pt x="41106" y="2"/>
                    <a:pt x="40827" y="5"/>
                  </a:cubicBezTo>
                  <a:cubicBezTo>
                    <a:pt x="19777" y="243"/>
                    <a:pt x="6049" y="2803"/>
                    <a:pt x="1" y="7613"/>
                  </a:cubicBezTo>
                  <a:lnTo>
                    <a:pt x="227" y="7899"/>
                  </a:lnTo>
                  <a:cubicBezTo>
                    <a:pt x="4335" y="4625"/>
                    <a:pt x="14717" y="672"/>
                    <a:pt x="40827" y="362"/>
                  </a:cubicBezTo>
                  <a:cubicBezTo>
                    <a:pt x="41089" y="360"/>
                    <a:pt x="41350" y="358"/>
                    <a:pt x="41613" y="358"/>
                  </a:cubicBezTo>
                  <a:cubicBezTo>
                    <a:pt x="56276" y="358"/>
                    <a:pt x="73363" y="4913"/>
                    <a:pt x="86405" y="12340"/>
                  </a:cubicBezTo>
                  <a:cubicBezTo>
                    <a:pt x="94096" y="16710"/>
                    <a:pt x="100585" y="22210"/>
                    <a:pt x="106871" y="27532"/>
                  </a:cubicBezTo>
                  <a:cubicBezTo>
                    <a:pt x="117111" y="36212"/>
                    <a:pt x="126779" y="44404"/>
                    <a:pt x="141078" y="48035"/>
                  </a:cubicBezTo>
                  <a:cubicBezTo>
                    <a:pt x="145866" y="49249"/>
                    <a:pt x="150405" y="49792"/>
                    <a:pt x="154753" y="49792"/>
                  </a:cubicBezTo>
                  <a:cubicBezTo>
                    <a:pt x="172149" y="49792"/>
                    <a:pt x="186490" y="41108"/>
                    <a:pt x="201502" y="32021"/>
                  </a:cubicBezTo>
                  <a:cubicBezTo>
                    <a:pt x="204645" y="30116"/>
                    <a:pt x="207884" y="28152"/>
                    <a:pt x="211182" y="26258"/>
                  </a:cubicBezTo>
                  <a:cubicBezTo>
                    <a:pt x="217949" y="22353"/>
                    <a:pt x="228064" y="17884"/>
                    <a:pt x="238884" y="17884"/>
                  </a:cubicBezTo>
                  <a:cubicBezTo>
                    <a:pt x="247824" y="17884"/>
                    <a:pt x="257244" y="20936"/>
                    <a:pt x="265653" y="29878"/>
                  </a:cubicBezTo>
                  <a:lnTo>
                    <a:pt x="265915" y="29628"/>
                  </a:lnTo>
                  <a:cubicBezTo>
                    <a:pt x="258521" y="21770"/>
                    <a:pt x="249592" y="17722"/>
                    <a:pt x="239364" y="17567"/>
                  </a:cubicBezTo>
                  <a:cubicBezTo>
                    <a:pt x="239173" y="17564"/>
                    <a:pt x="238981" y="17563"/>
                    <a:pt x="238788" y="17563"/>
                  </a:cubicBezTo>
                  <a:cubicBezTo>
                    <a:pt x="230104" y="17563"/>
                    <a:pt x="220508" y="20451"/>
                    <a:pt x="211003" y="25937"/>
                  </a:cubicBezTo>
                  <a:cubicBezTo>
                    <a:pt x="207717" y="27842"/>
                    <a:pt x="204467" y="29807"/>
                    <a:pt x="201336" y="31700"/>
                  </a:cubicBezTo>
                  <a:cubicBezTo>
                    <a:pt x="186364" y="40762"/>
                    <a:pt x="172056" y="49421"/>
                    <a:pt x="154743" y="49421"/>
                  </a:cubicBezTo>
                  <a:cubicBezTo>
                    <a:pt x="150426" y="49421"/>
                    <a:pt x="145921" y="48883"/>
                    <a:pt x="141173" y="47678"/>
                  </a:cubicBezTo>
                  <a:cubicBezTo>
                    <a:pt x="126945" y="44082"/>
                    <a:pt x="117301" y="35903"/>
                    <a:pt x="107098" y="27259"/>
                  </a:cubicBezTo>
                  <a:cubicBezTo>
                    <a:pt x="100799" y="21925"/>
                    <a:pt x="94298" y="16412"/>
                    <a:pt x="86583" y="12031"/>
                  </a:cubicBezTo>
                  <a:cubicBezTo>
                    <a:pt x="73509" y="4577"/>
                    <a:pt x="56377" y="0"/>
                    <a:pt x="416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22"/>
            <p:cNvSpPr/>
            <p:nvPr/>
          </p:nvSpPr>
          <p:spPr>
            <a:xfrm>
              <a:off x="636675" y="2334800"/>
              <a:ext cx="6637450" cy="1294425"/>
            </a:xfrm>
            <a:custGeom>
              <a:rect b="b" l="l" r="r" t="t"/>
              <a:pathLst>
                <a:path extrusionOk="0" h="51777" w="265498">
                  <a:moveTo>
                    <a:pt x="39287" y="1"/>
                  </a:moveTo>
                  <a:cubicBezTo>
                    <a:pt x="19177" y="1"/>
                    <a:pt x="5968" y="2322"/>
                    <a:pt x="0" y="6900"/>
                  </a:cubicBezTo>
                  <a:lnTo>
                    <a:pt x="227" y="7186"/>
                  </a:lnTo>
                  <a:cubicBezTo>
                    <a:pt x="4311" y="4047"/>
                    <a:pt x="14422" y="359"/>
                    <a:pt x="39404" y="359"/>
                  </a:cubicBezTo>
                  <a:cubicBezTo>
                    <a:pt x="39912" y="359"/>
                    <a:pt x="40426" y="360"/>
                    <a:pt x="40946" y="363"/>
                  </a:cubicBezTo>
                  <a:cubicBezTo>
                    <a:pt x="55781" y="447"/>
                    <a:pt x="73164" y="5340"/>
                    <a:pt x="86309" y="13127"/>
                  </a:cubicBezTo>
                  <a:cubicBezTo>
                    <a:pt x="93917" y="17639"/>
                    <a:pt x="100311" y="23247"/>
                    <a:pt x="106502" y="28676"/>
                  </a:cubicBezTo>
                  <a:cubicBezTo>
                    <a:pt x="116586" y="37535"/>
                    <a:pt x="126111" y="45905"/>
                    <a:pt x="140363" y="49774"/>
                  </a:cubicBezTo>
                  <a:cubicBezTo>
                    <a:pt x="145461" y="51162"/>
                    <a:pt x="150287" y="51777"/>
                    <a:pt x="154911" y="51777"/>
                  </a:cubicBezTo>
                  <a:cubicBezTo>
                    <a:pt x="171899" y="51777"/>
                    <a:pt x="186153" y="43484"/>
                    <a:pt x="201061" y="34808"/>
                  </a:cubicBezTo>
                  <a:cubicBezTo>
                    <a:pt x="204228" y="32963"/>
                    <a:pt x="207503" y="31058"/>
                    <a:pt x="210836" y="29212"/>
                  </a:cubicBezTo>
                  <a:cubicBezTo>
                    <a:pt x="217522" y="25512"/>
                    <a:pt x="227422" y="21326"/>
                    <a:pt x="237978" y="21326"/>
                  </a:cubicBezTo>
                  <a:cubicBezTo>
                    <a:pt x="247122" y="21326"/>
                    <a:pt x="256758" y="24467"/>
                    <a:pt x="265224" y="33784"/>
                  </a:cubicBezTo>
                  <a:lnTo>
                    <a:pt x="265498" y="33546"/>
                  </a:lnTo>
                  <a:cubicBezTo>
                    <a:pt x="258247" y="25569"/>
                    <a:pt x="249377" y="21354"/>
                    <a:pt x="239149" y="21033"/>
                  </a:cubicBezTo>
                  <a:cubicBezTo>
                    <a:pt x="238730" y="21019"/>
                    <a:pt x="238308" y="21012"/>
                    <a:pt x="237884" y="21012"/>
                  </a:cubicBezTo>
                  <a:cubicBezTo>
                    <a:pt x="229391" y="21012"/>
                    <a:pt x="220013" y="23731"/>
                    <a:pt x="210658" y="28903"/>
                  </a:cubicBezTo>
                  <a:cubicBezTo>
                    <a:pt x="207324" y="30748"/>
                    <a:pt x="204050" y="32653"/>
                    <a:pt x="200871" y="34498"/>
                  </a:cubicBezTo>
                  <a:cubicBezTo>
                    <a:pt x="186013" y="43140"/>
                    <a:pt x="171810" y="51406"/>
                    <a:pt x="154899" y="51406"/>
                  </a:cubicBezTo>
                  <a:cubicBezTo>
                    <a:pt x="150304" y="51406"/>
                    <a:pt x="145509" y="50796"/>
                    <a:pt x="140447" y="49417"/>
                  </a:cubicBezTo>
                  <a:cubicBezTo>
                    <a:pt x="126290" y="45571"/>
                    <a:pt x="116789" y="37237"/>
                    <a:pt x="106740" y="28402"/>
                  </a:cubicBezTo>
                  <a:cubicBezTo>
                    <a:pt x="100537" y="22961"/>
                    <a:pt x="94131" y="17342"/>
                    <a:pt x="86499" y="12817"/>
                  </a:cubicBezTo>
                  <a:cubicBezTo>
                    <a:pt x="73295" y="4995"/>
                    <a:pt x="55841" y="89"/>
                    <a:pt x="40958" y="6"/>
                  </a:cubicBezTo>
                  <a:cubicBezTo>
                    <a:pt x="40396" y="3"/>
                    <a:pt x="39839" y="1"/>
                    <a:pt x="392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22"/>
            <p:cNvSpPr/>
            <p:nvPr/>
          </p:nvSpPr>
          <p:spPr>
            <a:xfrm>
              <a:off x="649475" y="2235200"/>
              <a:ext cx="6624950" cy="1345700"/>
            </a:xfrm>
            <a:custGeom>
              <a:rect b="b" l="l" r="r" t="t"/>
              <a:pathLst>
                <a:path extrusionOk="0" h="53828" w="264998">
                  <a:moveTo>
                    <a:pt x="35160" y="0"/>
                  </a:moveTo>
                  <a:cubicBezTo>
                    <a:pt x="17419" y="0"/>
                    <a:pt x="5602" y="2101"/>
                    <a:pt x="0" y="6240"/>
                  </a:cubicBezTo>
                  <a:lnTo>
                    <a:pt x="215" y="6538"/>
                  </a:lnTo>
                  <a:cubicBezTo>
                    <a:pt x="4112" y="3654"/>
                    <a:pt x="13403" y="362"/>
                    <a:pt x="35411" y="362"/>
                  </a:cubicBezTo>
                  <a:cubicBezTo>
                    <a:pt x="37206" y="362"/>
                    <a:pt x="39085" y="384"/>
                    <a:pt x="41053" y="430"/>
                  </a:cubicBezTo>
                  <a:cubicBezTo>
                    <a:pt x="55876" y="787"/>
                    <a:pt x="73176" y="5978"/>
                    <a:pt x="86202" y="13979"/>
                  </a:cubicBezTo>
                  <a:cubicBezTo>
                    <a:pt x="93726" y="18623"/>
                    <a:pt x="100025" y="24350"/>
                    <a:pt x="106109" y="29886"/>
                  </a:cubicBezTo>
                  <a:cubicBezTo>
                    <a:pt x="116039" y="38911"/>
                    <a:pt x="125421" y="47436"/>
                    <a:pt x="139601" y="51567"/>
                  </a:cubicBezTo>
                  <a:cubicBezTo>
                    <a:pt x="145004" y="53139"/>
                    <a:pt x="150116" y="53827"/>
                    <a:pt x="155015" y="53827"/>
                  </a:cubicBezTo>
                  <a:cubicBezTo>
                    <a:pt x="171610" y="53827"/>
                    <a:pt x="185768" y="45925"/>
                    <a:pt x="200549" y="37661"/>
                  </a:cubicBezTo>
                  <a:cubicBezTo>
                    <a:pt x="203752" y="35875"/>
                    <a:pt x="207062" y="34030"/>
                    <a:pt x="210420" y="32244"/>
                  </a:cubicBezTo>
                  <a:cubicBezTo>
                    <a:pt x="217020" y="28737"/>
                    <a:pt x="226700" y="24823"/>
                    <a:pt x="236995" y="24823"/>
                  </a:cubicBezTo>
                  <a:cubicBezTo>
                    <a:pt x="246347" y="24823"/>
                    <a:pt x="256206" y="28053"/>
                    <a:pt x="264724" y="37756"/>
                  </a:cubicBezTo>
                  <a:lnTo>
                    <a:pt x="264998" y="37518"/>
                  </a:lnTo>
                  <a:cubicBezTo>
                    <a:pt x="257890" y="29422"/>
                    <a:pt x="249103" y="25052"/>
                    <a:pt x="238887" y="24552"/>
                  </a:cubicBezTo>
                  <a:cubicBezTo>
                    <a:pt x="238234" y="24520"/>
                    <a:pt x="237575" y="24503"/>
                    <a:pt x="236910" y="24503"/>
                  </a:cubicBezTo>
                  <a:cubicBezTo>
                    <a:pt x="228589" y="24503"/>
                    <a:pt x="219426" y="27049"/>
                    <a:pt x="210253" y="31922"/>
                  </a:cubicBezTo>
                  <a:cubicBezTo>
                    <a:pt x="206883" y="33708"/>
                    <a:pt x="203574" y="35565"/>
                    <a:pt x="200371" y="37351"/>
                  </a:cubicBezTo>
                  <a:cubicBezTo>
                    <a:pt x="185637" y="45583"/>
                    <a:pt x="171528" y="53466"/>
                    <a:pt x="155004" y="53466"/>
                  </a:cubicBezTo>
                  <a:cubicBezTo>
                    <a:pt x="150137" y="53466"/>
                    <a:pt x="145060" y="52782"/>
                    <a:pt x="139696" y="51222"/>
                  </a:cubicBezTo>
                  <a:cubicBezTo>
                    <a:pt x="125599" y="47114"/>
                    <a:pt x="116253" y="38613"/>
                    <a:pt x="106359" y="29612"/>
                  </a:cubicBezTo>
                  <a:cubicBezTo>
                    <a:pt x="100251" y="24064"/>
                    <a:pt x="93941" y="18325"/>
                    <a:pt x="86392" y="13682"/>
                  </a:cubicBezTo>
                  <a:cubicBezTo>
                    <a:pt x="73331" y="5633"/>
                    <a:pt x="55960" y="418"/>
                    <a:pt x="41077" y="73"/>
                  </a:cubicBezTo>
                  <a:cubicBezTo>
                    <a:pt x="39037" y="25"/>
                    <a:pt x="37064" y="0"/>
                    <a:pt x="35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22"/>
            <p:cNvSpPr/>
            <p:nvPr/>
          </p:nvSpPr>
          <p:spPr>
            <a:xfrm>
              <a:off x="664050" y="2134250"/>
              <a:ext cx="6610375" cy="1399125"/>
            </a:xfrm>
            <a:custGeom>
              <a:rect b="b" l="l" r="r" t="t"/>
              <a:pathLst>
                <a:path extrusionOk="0" h="55965" w="264415">
                  <a:moveTo>
                    <a:pt x="31658" y="1"/>
                  </a:moveTo>
                  <a:cubicBezTo>
                    <a:pt x="15910" y="1"/>
                    <a:pt x="5285" y="1898"/>
                    <a:pt x="1" y="5671"/>
                  </a:cubicBezTo>
                  <a:lnTo>
                    <a:pt x="215" y="5968"/>
                  </a:lnTo>
                  <a:cubicBezTo>
                    <a:pt x="3941" y="3311"/>
                    <a:pt x="12454" y="374"/>
                    <a:pt x="31865" y="374"/>
                  </a:cubicBezTo>
                  <a:cubicBezTo>
                    <a:pt x="34721" y="374"/>
                    <a:pt x="37813" y="437"/>
                    <a:pt x="41161" y="575"/>
                  </a:cubicBezTo>
                  <a:cubicBezTo>
                    <a:pt x="55972" y="1182"/>
                    <a:pt x="73177" y="6671"/>
                    <a:pt x="86047" y="14910"/>
                  </a:cubicBezTo>
                  <a:cubicBezTo>
                    <a:pt x="93489" y="19684"/>
                    <a:pt x="99692" y="25518"/>
                    <a:pt x="105681" y="31162"/>
                  </a:cubicBezTo>
                  <a:cubicBezTo>
                    <a:pt x="115456" y="40365"/>
                    <a:pt x="124683" y="49045"/>
                    <a:pt x="138792" y="53427"/>
                  </a:cubicBezTo>
                  <a:cubicBezTo>
                    <a:pt x="144499" y="55196"/>
                    <a:pt x="149895" y="55964"/>
                    <a:pt x="155070" y="55964"/>
                  </a:cubicBezTo>
                  <a:cubicBezTo>
                    <a:pt x="171272" y="55964"/>
                    <a:pt x="185312" y="48439"/>
                    <a:pt x="199966" y="40580"/>
                  </a:cubicBezTo>
                  <a:cubicBezTo>
                    <a:pt x="203205" y="38853"/>
                    <a:pt x="206539" y="37056"/>
                    <a:pt x="209932" y="35329"/>
                  </a:cubicBezTo>
                  <a:cubicBezTo>
                    <a:pt x="216438" y="32021"/>
                    <a:pt x="225885" y="28376"/>
                    <a:pt x="235908" y="28376"/>
                  </a:cubicBezTo>
                  <a:cubicBezTo>
                    <a:pt x="245474" y="28376"/>
                    <a:pt x="255565" y="31695"/>
                    <a:pt x="264129" y="41794"/>
                  </a:cubicBezTo>
                  <a:lnTo>
                    <a:pt x="264415" y="41568"/>
                  </a:lnTo>
                  <a:cubicBezTo>
                    <a:pt x="257438" y="33341"/>
                    <a:pt x="248734" y="28828"/>
                    <a:pt x="238519" y="28138"/>
                  </a:cubicBezTo>
                  <a:cubicBezTo>
                    <a:pt x="237634" y="28078"/>
                    <a:pt x="236737" y="28048"/>
                    <a:pt x="235830" y="28048"/>
                  </a:cubicBezTo>
                  <a:cubicBezTo>
                    <a:pt x="227710" y="28048"/>
                    <a:pt x="218762" y="30434"/>
                    <a:pt x="209765" y="35008"/>
                  </a:cubicBezTo>
                  <a:cubicBezTo>
                    <a:pt x="206372" y="36734"/>
                    <a:pt x="203026" y="38532"/>
                    <a:pt x="199800" y="40258"/>
                  </a:cubicBezTo>
                  <a:cubicBezTo>
                    <a:pt x="185191" y="48086"/>
                    <a:pt x="171191" y="55586"/>
                    <a:pt x="155054" y="55586"/>
                  </a:cubicBezTo>
                  <a:cubicBezTo>
                    <a:pt x="149912" y="55586"/>
                    <a:pt x="144552" y="54824"/>
                    <a:pt x="138887" y="53069"/>
                  </a:cubicBezTo>
                  <a:cubicBezTo>
                    <a:pt x="124862" y="48724"/>
                    <a:pt x="115658" y="40068"/>
                    <a:pt x="105931" y="30900"/>
                  </a:cubicBezTo>
                  <a:cubicBezTo>
                    <a:pt x="99918" y="25245"/>
                    <a:pt x="93715" y="19387"/>
                    <a:pt x="86238" y="14612"/>
                  </a:cubicBezTo>
                  <a:cubicBezTo>
                    <a:pt x="73320" y="6337"/>
                    <a:pt x="56055" y="813"/>
                    <a:pt x="41173" y="206"/>
                  </a:cubicBezTo>
                  <a:cubicBezTo>
                    <a:pt x="37818" y="69"/>
                    <a:pt x="34646" y="1"/>
                    <a:pt x="316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581" name="Google Shape;581;p22"/>
          <p:cNvPicPr preferRelativeResize="0"/>
          <p:nvPr/>
        </p:nvPicPr>
        <p:blipFill rotWithShape="1">
          <a:blip r:embed="rId3">
            <a:alphaModFix/>
          </a:blip>
          <a:srcRect b="6398" l="6912" r="43289" t="9856"/>
          <a:stretch/>
        </p:blipFill>
        <p:spPr>
          <a:xfrm>
            <a:off x="250625" y="4198768"/>
            <a:ext cx="872801" cy="825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82" name="Google Shape;582;p22"/>
          <p:cNvPicPr preferRelativeResize="0"/>
          <p:nvPr/>
        </p:nvPicPr>
        <p:blipFill rotWithShape="1">
          <a:blip r:embed="rId4">
            <a:alphaModFix/>
          </a:blip>
          <a:srcRect b="700" l="0" r="0" t="700"/>
          <a:stretch/>
        </p:blipFill>
        <p:spPr>
          <a:xfrm>
            <a:off x="8456987" y="4611600"/>
            <a:ext cx="433501" cy="410095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Google Shape;583;p22"/>
          <p:cNvSpPr txBox="1"/>
          <p:nvPr>
            <p:ph idx="1" type="subTitle"/>
          </p:nvPr>
        </p:nvSpPr>
        <p:spPr>
          <a:xfrm>
            <a:off x="3584250" y="3077125"/>
            <a:ext cx="1975500" cy="99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4" name="Google Shape;584;p22"/>
          <p:cNvSpPr txBox="1"/>
          <p:nvPr>
            <p:ph idx="2" type="subTitle"/>
          </p:nvPr>
        </p:nvSpPr>
        <p:spPr>
          <a:xfrm>
            <a:off x="6186525" y="3077125"/>
            <a:ext cx="1975500" cy="99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5" name="Google Shape;585;p22"/>
          <p:cNvSpPr txBox="1"/>
          <p:nvPr>
            <p:ph idx="3" type="subTitle"/>
          </p:nvPr>
        </p:nvSpPr>
        <p:spPr>
          <a:xfrm>
            <a:off x="6186525" y="2689800"/>
            <a:ext cx="1975500" cy="45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1800">
                <a:latin typeface="Coda"/>
                <a:ea typeface="Coda"/>
                <a:cs typeface="Coda"/>
                <a:sym typeface="Cod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500"/>
              <a:buFont typeface="Arial"/>
              <a:buNone/>
              <a:defRPr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6" name="Google Shape;586;p22"/>
          <p:cNvSpPr txBox="1"/>
          <p:nvPr>
            <p:ph idx="4" type="subTitle"/>
          </p:nvPr>
        </p:nvSpPr>
        <p:spPr>
          <a:xfrm>
            <a:off x="981975" y="3077125"/>
            <a:ext cx="1975500" cy="99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7" name="Google Shape;587;p22"/>
          <p:cNvSpPr txBox="1"/>
          <p:nvPr>
            <p:ph idx="5" type="subTitle"/>
          </p:nvPr>
        </p:nvSpPr>
        <p:spPr>
          <a:xfrm>
            <a:off x="981975" y="2689800"/>
            <a:ext cx="1975500" cy="45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1800">
                <a:latin typeface="Coda"/>
                <a:ea typeface="Coda"/>
                <a:cs typeface="Coda"/>
                <a:sym typeface="Cod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500"/>
              <a:buFont typeface="Arial"/>
              <a:buNone/>
              <a:defRPr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8" name="Google Shape;588;p22"/>
          <p:cNvSpPr txBox="1"/>
          <p:nvPr>
            <p:ph idx="6" type="subTitle"/>
          </p:nvPr>
        </p:nvSpPr>
        <p:spPr>
          <a:xfrm>
            <a:off x="3584250" y="2689800"/>
            <a:ext cx="1975500" cy="45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1800">
                <a:latin typeface="Coda"/>
                <a:ea typeface="Coda"/>
                <a:cs typeface="Coda"/>
                <a:sym typeface="Cod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500"/>
              <a:buFont typeface="Arial"/>
              <a:buNone/>
              <a:defRPr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9" name="Google Shape;589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pic>
        <p:nvPicPr>
          <p:cNvPr id="590" name="Google Shape;590;p22"/>
          <p:cNvPicPr preferRelativeResize="0"/>
          <p:nvPr/>
        </p:nvPicPr>
        <p:blipFill rotWithShape="1">
          <a:blip r:embed="rId5">
            <a:alphaModFix/>
          </a:blip>
          <a:srcRect b="699" l="0" r="0" t="709"/>
          <a:stretch/>
        </p:blipFill>
        <p:spPr>
          <a:xfrm>
            <a:off x="8020571" y="318546"/>
            <a:ext cx="872799" cy="8256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2" name="Google Shape;592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3" name="Google Shape;593;p23"/>
          <p:cNvPicPr preferRelativeResize="0"/>
          <p:nvPr/>
        </p:nvPicPr>
        <p:blipFill rotWithShape="1">
          <a:blip r:embed="rId3">
            <a:alphaModFix/>
          </a:blip>
          <a:srcRect b="709" l="0" r="0" t="699"/>
          <a:stretch/>
        </p:blipFill>
        <p:spPr>
          <a:xfrm flipH="1">
            <a:off x="4857014" y="4725350"/>
            <a:ext cx="345405" cy="326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4" name="Google Shape;594;p23"/>
          <p:cNvGrpSpPr/>
          <p:nvPr/>
        </p:nvGrpSpPr>
        <p:grpSpPr>
          <a:xfrm flipH="1" rot="5399569">
            <a:off x="-2507518" y="1739476"/>
            <a:ext cx="5321756" cy="1664552"/>
            <a:chOff x="603050" y="2134250"/>
            <a:chExt cx="6671375" cy="1887675"/>
          </a:xfrm>
        </p:grpSpPr>
        <p:sp>
          <p:nvSpPr>
            <p:cNvPr id="595" name="Google Shape;595;p23"/>
            <p:cNvSpPr/>
            <p:nvPr/>
          </p:nvSpPr>
          <p:spPr>
            <a:xfrm>
              <a:off x="608100" y="2949275"/>
              <a:ext cx="6665750" cy="1072650"/>
            </a:xfrm>
            <a:custGeom>
              <a:rect b="b" l="l" r="r" t="t"/>
              <a:pathLst>
                <a:path extrusionOk="0" h="42906" w="266630">
                  <a:moveTo>
                    <a:pt x="242926" y="0"/>
                  </a:moveTo>
                  <a:cubicBezTo>
                    <a:pt x="241564" y="0"/>
                    <a:pt x="240185" y="76"/>
                    <a:pt x="238792" y="228"/>
                  </a:cubicBezTo>
                  <a:cubicBezTo>
                    <a:pt x="230005" y="1168"/>
                    <a:pt x="220635" y="5240"/>
                    <a:pt x="211670" y="11979"/>
                  </a:cubicBezTo>
                  <a:cubicBezTo>
                    <a:pt x="208634" y="14265"/>
                    <a:pt x="205645" y="16611"/>
                    <a:pt x="202764" y="18885"/>
                  </a:cubicBezTo>
                  <a:cubicBezTo>
                    <a:pt x="187340" y="31016"/>
                    <a:pt x="172685" y="42543"/>
                    <a:pt x="152232" y="42543"/>
                  </a:cubicBezTo>
                  <a:cubicBezTo>
                    <a:pt x="149902" y="42543"/>
                    <a:pt x="147497" y="42394"/>
                    <a:pt x="145007" y="42078"/>
                  </a:cubicBezTo>
                  <a:cubicBezTo>
                    <a:pt x="130433" y="40233"/>
                    <a:pt x="119873" y="33291"/>
                    <a:pt x="108693" y="25957"/>
                  </a:cubicBezTo>
                  <a:cubicBezTo>
                    <a:pt x="101799" y="21433"/>
                    <a:pt x="94667" y="16754"/>
                    <a:pt x="86476" y="13337"/>
                  </a:cubicBezTo>
                  <a:cubicBezTo>
                    <a:pt x="75578" y="8791"/>
                    <a:pt x="62424" y="6298"/>
                    <a:pt x="50215" y="6298"/>
                  </a:cubicBezTo>
                  <a:cubicBezTo>
                    <a:pt x="46564" y="6298"/>
                    <a:pt x="42997" y="6521"/>
                    <a:pt x="39601" y="6979"/>
                  </a:cubicBezTo>
                  <a:cubicBezTo>
                    <a:pt x="18729" y="9788"/>
                    <a:pt x="5418" y="14003"/>
                    <a:pt x="0" y="19504"/>
                  </a:cubicBezTo>
                  <a:lnTo>
                    <a:pt x="262" y="19766"/>
                  </a:lnTo>
                  <a:cubicBezTo>
                    <a:pt x="3941" y="16015"/>
                    <a:pt x="13764" y="10824"/>
                    <a:pt x="39648" y="7348"/>
                  </a:cubicBezTo>
                  <a:cubicBezTo>
                    <a:pt x="43028" y="6893"/>
                    <a:pt x="46578" y="6672"/>
                    <a:pt x="50211" y="6672"/>
                  </a:cubicBezTo>
                  <a:cubicBezTo>
                    <a:pt x="62374" y="6672"/>
                    <a:pt x="75481" y="9153"/>
                    <a:pt x="86345" y="13682"/>
                  </a:cubicBezTo>
                  <a:cubicBezTo>
                    <a:pt x="94500" y="17075"/>
                    <a:pt x="101620" y="21742"/>
                    <a:pt x="108502" y="26255"/>
                  </a:cubicBezTo>
                  <a:cubicBezTo>
                    <a:pt x="119718" y="33625"/>
                    <a:pt x="130314" y="40578"/>
                    <a:pt x="144959" y="42435"/>
                  </a:cubicBezTo>
                  <a:cubicBezTo>
                    <a:pt x="147474" y="42754"/>
                    <a:pt x="149902" y="42906"/>
                    <a:pt x="152253" y="42906"/>
                  </a:cubicBezTo>
                  <a:cubicBezTo>
                    <a:pt x="172815" y="42906"/>
                    <a:pt x="187519" y="31340"/>
                    <a:pt x="202990" y="19171"/>
                  </a:cubicBezTo>
                  <a:cubicBezTo>
                    <a:pt x="205871" y="16908"/>
                    <a:pt x="208860" y="14563"/>
                    <a:pt x="211896" y="12277"/>
                  </a:cubicBezTo>
                  <a:cubicBezTo>
                    <a:pt x="219006" y="6920"/>
                    <a:pt x="230335" y="312"/>
                    <a:pt x="242921" y="312"/>
                  </a:cubicBezTo>
                  <a:cubicBezTo>
                    <a:pt x="250504" y="312"/>
                    <a:pt x="258543" y="2711"/>
                    <a:pt x="266391" y="9229"/>
                  </a:cubicBezTo>
                  <a:lnTo>
                    <a:pt x="266629" y="8943"/>
                  </a:lnTo>
                  <a:cubicBezTo>
                    <a:pt x="259467" y="3004"/>
                    <a:pt x="251508" y="0"/>
                    <a:pt x="2429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23"/>
            <p:cNvSpPr/>
            <p:nvPr/>
          </p:nvSpPr>
          <p:spPr>
            <a:xfrm>
              <a:off x="604525" y="2938825"/>
              <a:ext cx="6669025" cy="1033425"/>
            </a:xfrm>
            <a:custGeom>
              <a:rect b="b" l="l" r="r" t="t"/>
              <a:pathLst>
                <a:path extrusionOk="0" h="41337" w="266761">
                  <a:moveTo>
                    <a:pt x="242560" y="0"/>
                  </a:moveTo>
                  <a:cubicBezTo>
                    <a:pt x="241419" y="0"/>
                    <a:pt x="240266" y="53"/>
                    <a:pt x="239102" y="158"/>
                  </a:cubicBezTo>
                  <a:cubicBezTo>
                    <a:pt x="230303" y="955"/>
                    <a:pt x="220850" y="4861"/>
                    <a:pt x="211765" y="11445"/>
                  </a:cubicBezTo>
                  <a:cubicBezTo>
                    <a:pt x="208693" y="13683"/>
                    <a:pt x="205669" y="15969"/>
                    <a:pt x="202752" y="18184"/>
                  </a:cubicBezTo>
                  <a:cubicBezTo>
                    <a:pt x="187359" y="29863"/>
                    <a:pt x="172728" y="40966"/>
                    <a:pt x="152762" y="40966"/>
                  </a:cubicBezTo>
                  <a:cubicBezTo>
                    <a:pt x="150135" y="40966"/>
                    <a:pt x="147416" y="40773"/>
                    <a:pt x="144590" y="40365"/>
                  </a:cubicBezTo>
                  <a:cubicBezTo>
                    <a:pt x="130064" y="38269"/>
                    <a:pt x="119623" y="31150"/>
                    <a:pt x="108574" y="23613"/>
                  </a:cubicBezTo>
                  <a:cubicBezTo>
                    <a:pt x="101751" y="18969"/>
                    <a:pt x="94703" y="14171"/>
                    <a:pt x="86571" y="10611"/>
                  </a:cubicBezTo>
                  <a:cubicBezTo>
                    <a:pt x="75309" y="5677"/>
                    <a:pt x="61560" y="2931"/>
                    <a:pt x="48931" y="2931"/>
                  </a:cubicBezTo>
                  <a:cubicBezTo>
                    <a:pt x="45806" y="2931"/>
                    <a:pt x="42749" y="3099"/>
                    <a:pt x="39815" y="3444"/>
                  </a:cubicBezTo>
                  <a:cubicBezTo>
                    <a:pt x="18908" y="5885"/>
                    <a:pt x="5513" y="9861"/>
                    <a:pt x="1" y="15279"/>
                  </a:cubicBezTo>
                  <a:lnTo>
                    <a:pt x="251" y="15529"/>
                  </a:lnTo>
                  <a:cubicBezTo>
                    <a:pt x="4001" y="11850"/>
                    <a:pt x="13919" y="6825"/>
                    <a:pt x="39851" y="3801"/>
                  </a:cubicBezTo>
                  <a:cubicBezTo>
                    <a:pt x="42768" y="3459"/>
                    <a:pt x="45807" y="3292"/>
                    <a:pt x="48914" y="3292"/>
                  </a:cubicBezTo>
                  <a:cubicBezTo>
                    <a:pt x="61497" y="3292"/>
                    <a:pt x="75199" y="6027"/>
                    <a:pt x="86428" y="10945"/>
                  </a:cubicBezTo>
                  <a:cubicBezTo>
                    <a:pt x="94524" y="14493"/>
                    <a:pt x="101561" y="19279"/>
                    <a:pt x="108359" y="23922"/>
                  </a:cubicBezTo>
                  <a:cubicBezTo>
                    <a:pt x="119456" y="31471"/>
                    <a:pt x="129922" y="38615"/>
                    <a:pt x="144542" y="40734"/>
                  </a:cubicBezTo>
                  <a:cubicBezTo>
                    <a:pt x="147384" y="41144"/>
                    <a:pt x="150118" y="41337"/>
                    <a:pt x="152759" y="41337"/>
                  </a:cubicBezTo>
                  <a:cubicBezTo>
                    <a:pt x="172836" y="41337"/>
                    <a:pt x="187520" y="30193"/>
                    <a:pt x="202966" y="18481"/>
                  </a:cubicBezTo>
                  <a:cubicBezTo>
                    <a:pt x="205883" y="16267"/>
                    <a:pt x="208908" y="13969"/>
                    <a:pt x="211979" y="11742"/>
                  </a:cubicBezTo>
                  <a:cubicBezTo>
                    <a:pt x="219066" y="6599"/>
                    <a:pt x="230260" y="308"/>
                    <a:pt x="242600" y="308"/>
                  </a:cubicBezTo>
                  <a:cubicBezTo>
                    <a:pt x="250370" y="308"/>
                    <a:pt x="258594" y="2802"/>
                    <a:pt x="266534" y="9647"/>
                  </a:cubicBezTo>
                  <a:lnTo>
                    <a:pt x="266760" y="9373"/>
                  </a:lnTo>
                  <a:cubicBezTo>
                    <a:pt x="259527" y="3141"/>
                    <a:pt x="251396" y="0"/>
                    <a:pt x="242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23"/>
            <p:cNvSpPr/>
            <p:nvPr/>
          </p:nvSpPr>
          <p:spPr>
            <a:xfrm>
              <a:off x="603050" y="2916775"/>
              <a:ext cx="6670800" cy="1005800"/>
            </a:xfrm>
            <a:custGeom>
              <a:rect b="b" l="l" r="r" t="t"/>
              <a:pathLst>
                <a:path extrusionOk="0" h="40232" w="266832">
                  <a:moveTo>
                    <a:pt x="47581" y="0"/>
                  </a:moveTo>
                  <a:cubicBezTo>
                    <a:pt x="44993" y="0"/>
                    <a:pt x="42457" y="119"/>
                    <a:pt x="40005" y="361"/>
                  </a:cubicBezTo>
                  <a:cubicBezTo>
                    <a:pt x="19062" y="2445"/>
                    <a:pt x="5608" y="6183"/>
                    <a:pt x="0" y="11505"/>
                  </a:cubicBezTo>
                  <a:lnTo>
                    <a:pt x="250" y="11767"/>
                  </a:lnTo>
                  <a:cubicBezTo>
                    <a:pt x="4060" y="8148"/>
                    <a:pt x="14061" y="3302"/>
                    <a:pt x="40041" y="730"/>
                  </a:cubicBezTo>
                  <a:cubicBezTo>
                    <a:pt x="42490" y="487"/>
                    <a:pt x="45023" y="368"/>
                    <a:pt x="47608" y="368"/>
                  </a:cubicBezTo>
                  <a:cubicBezTo>
                    <a:pt x="60603" y="368"/>
                    <a:pt x="74908" y="3370"/>
                    <a:pt x="86487" y="8683"/>
                  </a:cubicBezTo>
                  <a:cubicBezTo>
                    <a:pt x="94524" y="12362"/>
                    <a:pt x="101477" y="17292"/>
                    <a:pt x="108192" y="22042"/>
                  </a:cubicBezTo>
                  <a:cubicBezTo>
                    <a:pt x="119146" y="29793"/>
                    <a:pt x="129504" y="37116"/>
                    <a:pt x="144078" y="39473"/>
                  </a:cubicBezTo>
                  <a:cubicBezTo>
                    <a:pt x="147258" y="39990"/>
                    <a:pt x="150307" y="40232"/>
                    <a:pt x="153246" y="40232"/>
                  </a:cubicBezTo>
                  <a:cubicBezTo>
                    <a:pt x="172829" y="40232"/>
                    <a:pt x="187478" y="29509"/>
                    <a:pt x="202883" y="18256"/>
                  </a:cubicBezTo>
                  <a:cubicBezTo>
                    <a:pt x="205835" y="16089"/>
                    <a:pt x="208895" y="13851"/>
                    <a:pt x="212015" y="11672"/>
                  </a:cubicBezTo>
                  <a:cubicBezTo>
                    <a:pt x="219065" y="6740"/>
                    <a:pt x="230090" y="772"/>
                    <a:pt x="242173" y="772"/>
                  </a:cubicBezTo>
                  <a:cubicBezTo>
                    <a:pt x="250128" y="772"/>
                    <a:pt x="258541" y="3359"/>
                    <a:pt x="266581" y="10529"/>
                  </a:cubicBezTo>
                  <a:lnTo>
                    <a:pt x="266831" y="10255"/>
                  </a:lnTo>
                  <a:cubicBezTo>
                    <a:pt x="259528" y="3740"/>
                    <a:pt x="251234" y="461"/>
                    <a:pt x="242138" y="461"/>
                  </a:cubicBezTo>
                  <a:cubicBezTo>
                    <a:pt x="241209" y="461"/>
                    <a:pt x="240272" y="495"/>
                    <a:pt x="239328" y="563"/>
                  </a:cubicBezTo>
                  <a:cubicBezTo>
                    <a:pt x="230517" y="1206"/>
                    <a:pt x="220992" y="4945"/>
                    <a:pt x="211800" y="11374"/>
                  </a:cubicBezTo>
                  <a:cubicBezTo>
                    <a:pt x="208681" y="13553"/>
                    <a:pt x="205621" y="15791"/>
                    <a:pt x="202668" y="17958"/>
                  </a:cubicBezTo>
                  <a:cubicBezTo>
                    <a:pt x="187317" y="29187"/>
                    <a:pt x="172706" y="39865"/>
                    <a:pt x="153219" y="39865"/>
                  </a:cubicBezTo>
                  <a:cubicBezTo>
                    <a:pt x="150307" y="39865"/>
                    <a:pt x="147286" y="39627"/>
                    <a:pt x="144137" y="39116"/>
                  </a:cubicBezTo>
                  <a:cubicBezTo>
                    <a:pt x="129635" y="36770"/>
                    <a:pt x="119325" y="29472"/>
                    <a:pt x="108406" y="21745"/>
                  </a:cubicBezTo>
                  <a:cubicBezTo>
                    <a:pt x="101679" y="16982"/>
                    <a:pt x="94702" y="12053"/>
                    <a:pt x="86642" y="8350"/>
                  </a:cubicBezTo>
                  <a:cubicBezTo>
                    <a:pt x="75006" y="3014"/>
                    <a:pt x="60634" y="0"/>
                    <a:pt x="475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23"/>
            <p:cNvSpPr/>
            <p:nvPr/>
          </p:nvSpPr>
          <p:spPr>
            <a:xfrm>
              <a:off x="603625" y="2820875"/>
              <a:ext cx="6670225" cy="1052250"/>
            </a:xfrm>
            <a:custGeom>
              <a:rect b="b" l="l" r="r" t="t"/>
              <a:pathLst>
                <a:path extrusionOk="0" h="42090" w="266809">
                  <a:moveTo>
                    <a:pt x="46344" y="0"/>
                  </a:moveTo>
                  <a:cubicBezTo>
                    <a:pt x="44253" y="0"/>
                    <a:pt x="42198" y="80"/>
                    <a:pt x="40196" y="244"/>
                  </a:cubicBezTo>
                  <a:cubicBezTo>
                    <a:pt x="19218" y="1959"/>
                    <a:pt x="5692" y="5471"/>
                    <a:pt x="1" y="10686"/>
                  </a:cubicBezTo>
                  <a:lnTo>
                    <a:pt x="239" y="10948"/>
                  </a:lnTo>
                  <a:cubicBezTo>
                    <a:pt x="4120" y="7400"/>
                    <a:pt x="14193" y="2721"/>
                    <a:pt x="40220" y="601"/>
                  </a:cubicBezTo>
                  <a:cubicBezTo>
                    <a:pt x="42208" y="440"/>
                    <a:pt x="44249" y="360"/>
                    <a:pt x="46327" y="360"/>
                  </a:cubicBezTo>
                  <a:cubicBezTo>
                    <a:pt x="59706" y="360"/>
                    <a:pt x="74600" y="3646"/>
                    <a:pt x="86524" y="9376"/>
                  </a:cubicBezTo>
                  <a:cubicBezTo>
                    <a:pt x="94501" y="13198"/>
                    <a:pt x="101359" y="18234"/>
                    <a:pt x="107991" y="23104"/>
                  </a:cubicBezTo>
                  <a:cubicBezTo>
                    <a:pt x="118813" y="31046"/>
                    <a:pt x="129029" y="38546"/>
                    <a:pt x="143566" y="41166"/>
                  </a:cubicBezTo>
                  <a:cubicBezTo>
                    <a:pt x="147069" y="41797"/>
                    <a:pt x="150419" y="42090"/>
                    <a:pt x="153641" y="42090"/>
                  </a:cubicBezTo>
                  <a:cubicBezTo>
                    <a:pt x="172769" y="42090"/>
                    <a:pt x="187383" y="31783"/>
                    <a:pt x="202729" y="20961"/>
                  </a:cubicBezTo>
                  <a:cubicBezTo>
                    <a:pt x="205729" y="18854"/>
                    <a:pt x="208825" y="16663"/>
                    <a:pt x="211980" y="14543"/>
                  </a:cubicBezTo>
                  <a:cubicBezTo>
                    <a:pt x="218983" y="9825"/>
                    <a:pt x="229850" y="4171"/>
                    <a:pt x="241687" y="4171"/>
                  </a:cubicBezTo>
                  <a:cubicBezTo>
                    <a:pt x="249833" y="4171"/>
                    <a:pt x="258438" y="6849"/>
                    <a:pt x="266558" y="14353"/>
                  </a:cubicBezTo>
                  <a:lnTo>
                    <a:pt x="266808" y="14091"/>
                  </a:lnTo>
                  <a:cubicBezTo>
                    <a:pt x="259457" y="7303"/>
                    <a:pt x="251007" y="3862"/>
                    <a:pt x="241659" y="3862"/>
                  </a:cubicBezTo>
                  <a:cubicBezTo>
                    <a:pt x="240939" y="3862"/>
                    <a:pt x="240214" y="3882"/>
                    <a:pt x="239483" y="3923"/>
                  </a:cubicBezTo>
                  <a:cubicBezTo>
                    <a:pt x="230661" y="4411"/>
                    <a:pt x="221076" y="7971"/>
                    <a:pt x="211777" y="14246"/>
                  </a:cubicBezTo>
                  <a:cubicBezTo>
                    <a:pt x="208622" y="16365"/>
                    <a:pt x="205515" y="18556"/>
                    <a:pt x="202526" y="20663"/>
                  </a:cubicBezTo>
                  <a:cubicBezTo>
                    <a:pt x="187233" y="31450"/>
                    <a:pt x="172655" y="41722"/>
                    <a:pt x="153612" y="41722"/>
                  </a:cubicBezTo>
                  <a:cubicBezTo>
                    <a:pt x="150417" y="41722"/>
                    <a:pt x="147097" y="41433"/>
                    <a:pt x="143626" y="40809"/>
                  </a:cubicBezTo>
                  <a:cubicBezTo>
                    <a:pt x="129172" y="38201"/>
                    <a:pt x="118992" y="30724"/>
                    <a:pt x="108205" y="22806"/>
                  </a:cubicBezTo>
                  <a:cubicBezTo>
                    <a:pt x="101561" y="17925"/>
                    <a:pt x="94679" y="12877"/>
                    <a:pt x="86678" y="9043"/>
                  </a:cubicBezTo>
                  <a:cubicBezTo>
                    <a:pt x="74718" y="3305"/>
                    <a:pt x="59772" y="0"/>
                    <a:pt x="463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23"/>
            <p:cNvSpPr/>
            <p:nvPr/>
          </p:nvSpPr>
          <p:spPr>
            <a:xfrm>
              <a:off x="606025" y="2724425"/>
              <a:ext cx="6667825" cy="1099375"/>
            </a:xfrm>
            <a:custGeom>
              <a:rect b="b" l="l" r="r" t="t"/>
              <a:pathLst>
                <a:path extrusionOk="0" h="43975" w="266713">
                  <a:moveTo>
                    <a:pt x="45120" y="1"/>
                  </a:moveTo>
                  <a:cubicBezTo>
                    <a:pt x="43512" y="1"/>
                    <a:pt x="41927" y="50"/>
                    <a:pt x="40374" y="149"/>
                  </a:cubicBezTo>
                  <a:cubicBezTo>
                    <a:pt x="19372" y="1495"/>
                    <a:pt x="5787" y="4769"/>
                    <a:pt x="0" y="9889"/>
                  </a:cubicBezTo>
                  <a:lnTo>
                    <a:pt x="250" y="10150"/>
                  </a:lnTo>
                  <a:cubicBezTo>
                    <a:pt x="4191" y="6674"/>
                    <a:pt x="14335" y="2185"/>
                    <a:pt x="40410" y="518"/>
                  </a:cubicBezTo>
                  <a:cubicBezTo>
                    <a:pt x="41956" y="419"/>
                    <a:pt x="43534" y="370"/>
                    <a:pt x="45136" y="370"/>
                  </a:cubicBezTo>
                  <a:cubicBezTo>
                    <a:pt x="58853" y="370"/>
                    <a:pt x="74318" y="3961"/>
                    <a:pt x="86547" y="10091"/>
                  </a:cubicBezTo>
                  <a:cubicBezTo>
                    <a:pt x="94441" y="14044"/>
                    <a:pt x="101227" y="19211"/>
                    <a:pt x="107776" y="24188"/>
                  </a:cubicBezTo>
                  <a:cubicBezTo>
                    <a:pt x="118432" y="32332"/>
                    <a:pt x="128528" y="39999"/>
                    <a:pt x="143018" y="42869"/>
                  </a:cubicBezTo>
                  <a:cubicBezTo>
                    <a:pt x="146843" y="43627"/>
                    <a:pt x="150492" y="43975"/>
                    <a:pt x="153996" y="43975"/>
                  </a:cubicBezTo>
                  <a:cubicBezTo>
                    <a:pt x="172677" y="43975"/>
                    <a:pt x="187246" y="34086"/>
                    <a:pt x="202525" y="23700"/>
                  </a:cubicBezTo>
                  <a:cubicBezTo>
                    <a:pt x="205562" y="21640"/>
                    <a:pt x="208693" y="19509"/>
                    <a:pt x="211884" y="17449"/>
                  </a:cubicBezTo>
                  <a:cubicBezTo>
                    <a:pt x="218840" y="12936"/>
                    <a:pt x="229526" y="7594"/>
                    <a:pt x="241107" y="7594"/>
                  </a:cubicBezTo>
                  <a:cubicBezTo>
                    <a:pt x="249447" y="7594"/>
                    <a:pt x="258252" y="10365"/>
                    <a:pt x="266462" y="18211"/>
                  </a:cubicBezTo>
                  <a:lnTo>
                    <a:pt x="266712" y="17949"/>
                  </a:lnTo>
                  <a:cubicBezTo>
                    <a:pt x="259310" y="10864"/>
                    <a:pt x="250693" y="7276"/>
                    <a:pt x="241074" y="7276"/>
                  </a:cubicBezTo>
                  <a:cubicBezTo>
                    <a:pt x="240574" y="7276"/>
                    <a:pt x="240071" y="7285"/>
                    <a:pt x="239566" y="7305"/>
                  </a:cubicBezTo>
                  <a:cubicBezTo>
                    <a:pt x="230731" y="7638"/>
                    <a:pt x="221099" y="11043"/>
                    <a:pt x="211681" y="17139"/>
                  </a:cubicBezTo>
                  <a:cubicBezTo>
                    <a:pt x="208490" y="19211"/>
                    <a:pt x="205359" y="21342"/>
                    <a:pt x="202323" y="23402"/>
                  </a:cubicBezTo>
                  <a:cubicBezTo>
                    <a:pt x="187090" y="33751"/>
                    <a:pt x="172575" y="43610"/>
                    <a:pt x="153990" y="43610"/>
                  </a:cubicBezTo>
                  <a:cubicBezTo>
                    <a:pt x="150510" y="43610"/>
                    <a:pt x="146887" y="43265"/>
                    <a:pt x="143089" y="42512"/>
                  </a:cubicBezTo>
                  <a:cubicBezTo>
                    <a:pt x="128683" y="39654"/>
                    <a:pt x="118622" y="31998"/>
                    <a:pt x="107990" y="23902"/>
                  </a:cubicBezTo>
                  <a:cubicBezTo>
                    <a:pt x="101418" y="18913"/>
                    <a:pt x="94631" y="13734"/>
                    <a:pt x="86701" y="9758"/>
                  </a:cubicBezTo>
                  <a:cubicBezTo>
                    <a:pt x="74419" y="3595"/>
                    <a:pt x="58900" y="1"/>
                    <a:pt x="45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23"/>
            <p:cNvSpPr/>
            <p:nvPr/>
          </p:nvSpPr>
          <p:spPr>
            <a:xfrm>
              <a:off x="610775" y="2627700"/>
              <a:ext cx="6663075" cy="1147100"/>
            </a:xfrm>
            <a:custGeom>
              <a:rect b="b" l="l" r="r" t="t"/>
              <a:pathLst>
                <a:path extrusionOk="0" h="45884" w="266523">
                  <a:moveTo>
                    <a:pt x="43919" y="0"/>
                  </a:moveTo>
                  <a:cubicBezTo>
                    <a:pt x="42779" y="0"/>
                    <a:pt x="41652" y="26"/>
                    <a:pt x="40541" y="77"/>
                  </a:cubicBezTo>
                  <a:cubicBezTo>
                    <a:pt x="19515" y="1054"/>
                    <a:pt x="5870" y="4090"/>
                    <a:pt x="1" y="9102"/>
                  </a:cubicBezTo>
                  <a:lnTo>
                    <a:pt x="239" y="9376"/>
                  </a:lnTo>
                  <a:cubicBezTo>
                    <a:pt x="4227" y="5971"/>
                    <a:pt x="14467" y="1649"/>
                    <a:pt x="40553" y="434"/>
                  </a:cubicBezTo>
                  <a:cubicBezTo>
                    <a:pt x="41663" y="383"/>
                    <a:pt x="42788" y="357"/>
                    <a:pt x="43926" y="357"/>
                  </a:cubicBezTo>
                  <a:cubicBezTo>
                    <a:pt x="57980" y="357"/>
                    <a:pt x="73989" y="4252"/>
                    <a:pt x="86523" y="10817"/>
                  </a:cubicBezTo>
                  <a:cubicBezTo>
                    <a:pt x="94346" y="14912"/>
                    <a:pt x="101037" y="20187"/>
                    <a:pt x="107502" y="25283"/>
                  </a:cubicBezTo>
                  <a:cubicBezTo>
                    <a:pt x="118039" y="33593"/>
                    <a:pt x="127981" y="41451"/>
                    <a:pt x="142411" y="44571"/>
                  </a:cubicBezTo>
                  <a:cubicBezTo>
                    <a:pt x="146566" y="45473"/>
                    <a:pt x="150520" y="45883"/>
                    <a:pt x="154313" y="45883"/>
                  </a:cubicBezTo>
                  <a:cubicBezTo>
                    <a:pt x="172548" y="45883"/>
                    <a:pt x="187052" y="36397"/>
                    <a:pt x="202240" y="26461"/>
                  </a:cubicBezTo>
                  <a:cubicBezTo>
                    <a:pt x="205312" y="24449"/>
                    <a:pt x="208491" y="22378"/>
                    <a:pt x="211706" y="20365"/>
                  </a:cubicBezTo>
                  <a:cubicBezTo>
                    <a:pt x="218611" y="16054"/>
                    <a:pt x="229117" y="11007"/>
                    <a:pt x="240446" y="11007"/>
                  </a:cubicBezTo>
                  <a:cubicBezTo>
                    <a:pt x="248983" y="11007"/>
                    <a:pt x="257988" y="13873"/>
                    <a:pt x="266272" y="22080"/>
                  </a:cubicBezTo>
                  <a:lnTo>
                    <a:pt x="266522" y="21818"/>
                  </a:lnTo>
                  <a:cubicBezTo>
                    <a:pt x="259063" y="14429"/>
                    <a:pt x="250259" y="10690"/>
                    <a:pt x="240352" y="10690"/>
                  </a:cubicBezTo>
                  <a:cubicBezTo>
                    <a:pt x="240091" y="10690"/>
                    <a:pt x="239829" y="10692"/>
                    <a:pt x="239566" y="10698"/>
                  </a:cubicBezTo>
                  <a:cubicBezTo>
                    <a:pt x="230732" y="10876"/>
                    <a:pt x="221040" y="14115"/>
                    <a:pt x="211515" y="20056"/>
                  </a:cubicBezTo>
                  <a:cubicBezTo>
                    <a:pt x="208300" y="22068"/>
                    <a:pt x="205122" y="24152"/>
                    <a:pt x="202050" y="26152"/>
                  </a:cubicBezTo>
                  <a:cubicBezTo>
                    <a:pt x="186888" y="36065"/>
                    <a:pt x="172430" y="45521"/>
                    <a:pt x="154274" y="45521"/>
                  </a:cubicBezTo>
                  <a:cubicBezTo>
                    <a:pt x="150515" y="45521"/>
                    <a:pt x="146598" y="45116"/>
                    <a:pt x="142483" y="44226"/>
                  </a:cubicBezTo>
                  <a:cubicBezTo>
                    <a:pt x="128136" y="41118"/>
                    <a:pt x="118218" y="33284"/>
                    <a:pt x="107716" y="24997"/>
                  </a:cubicBezTo>
                  <a:cubicBezTo>
                    <a:pt x="101239" y="19889"/>
                    <a:pt x="94548" y="14603"/>
                    <a:pt x="86690" y="10495"/>
                  </a:cubicBezTo>
                  <a:cubicBezTo>
                    <a:pt x="74109" y="3907"/>
                    <a:pt x="58032" y="0"/>
                    <a:pt x="439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23"/>
            <p:cNvSpPr/>
            <p:nvPr/>
          </p:nvSpPr>
          <p:spPr>
            <a:xfrm>
              <a:off x="617325" y="2530375"/>
              <a:ext cx="6656525" cy="1195600"/>
            </a:xfrm>
            <a:custGeom>
              <a:rect b="b" l="l" r="r" t="t"/>
              <a:pathLst>
                <a:path extrusionOk="0" h="47824" w="266261">
                  <a:moveTo>
                    <a:pt x="42753" y="0"/>
                  </a:moveTo>
                  <a:cubicBezTo>
                    <a:pt x="42062" y="0"/>
                    <a:pt x="41376" y="10"/>
                    <a:pt x="40696" y="29"/>
                  </a:cubicBezTo>
                  <a:cubicBezTo>
                    <a:pt x="19646" y="637"/>
                    <a:pt x="5966" y="3435"/>
                    <a:pt x="1" y="8352"/>
                  </a:cubicBezTo>
                  <a:lnTo>
                    <a:pt x="227" y="8626"/>
                  </a:lnTo>
                  <a:cubicBezTo>
                    <a:pt x="4287" y="5292"/>
                    <a:pt x="14598" y="1149"/>
                    <a:pt x="40696" y="387"/>
                  </a:cubicBezTo>
                  <a:cubicBezTo>
                    <a:pt x="41375" y="367"/>
                    <a:pt x="42061" y="357"/>
                    <a:pt x="42751" y="357"/>
                  </a:cubicBezTo>
                  <a:cubicBezTo>
                    <a:pt x="57119" y="357"/>
                    <a:pt x="73684" y="4580"/>
                    <a:pt x="86476" y="11566"/>
                  </a:cubicBezTo>
                  <a:cubicBezTo>
                    <a:pt x="94239" y="15805"/>
                    <a:pt x="100823" y="21199"/>
                    <a:pt x="107193" y="26402"/>
                  </a:cubicBezTo>
                  <a:cubicBezTo>
                    <a:pt x="117587" y="34903"/>
                    <a:pt x="127397" y="42927"/>
                    <a:pt x="141768" y="46297"/>
                  </a:cubicBezTo>
                  <a:cubicBezTo>
                    <a:pt x="146242" y="47349"/>
                    <a:pt x="150491" y="47823"/>
                    <a:pt x="154562" y="47823"/>
                  </a:cubicBezTo>
                  <a:cubicBezTo>
                    <a:pt x="172376" y="47823"/>
                    <a:pt x="186800" y="38740"/>
                    <a:pt x="201919" y="29223"/>
                  </a:cubicBezTo>
                  <a:cubicBezTo>
                    <a:pt x="205014" y="27271"/>
                    <a:pt x="208229" y="25259"/>
                    <a:pt x="211479" y="23306"/>
                  </a:cubicBezTo>
                  <a:cubicBezTo>
                    <a:pt x="218321" y="19200"/>
                    <a:pt x="228632" y="14450"/>
                    <a:pt x="239705" y="14450"/>
                  </a:cubicBezTo>
                  <a:cubicBezTo>
                    <a:pt x="248443" y="14450"/>
                    <a:pt x="257655" y="17408"/>
                    <a:pt x="266010" y="25973"/>
                  </a:cubicBezTo>
                  <a:lnTo>
                    <a:pt x="266260" y="25711"/>
                  </a:lnTo>
                  <a:cubicBezTo>
                    <a:pt x="258758" y="18019"/>
                    <a:pt x="249789" y="14126"/>
                    <a:pt x="239600" y="14126"/>
                  </a:cubicBezTo>
                  <a:cubicBezTo>
                    <a:pt x="239569" y="14126"/>
                    <a:pt x="239538" y="14126"/>
                    <a:pt x="239507" y="14126"/>
                  </a:cubicBezTo>
                  <a:cubicBezTo>
                    <a:pt x="230672" y="14150"/>
                    <a:pt x="220921" y="17222"/>
                    <a:pt x="211301" y="22996"/>
                  </a:cubicBezTo>
                  <a:cubicBezTo>
                    <a:pt x="208038" y="24949"/>
                    <a:pt x="204824" y="26973"/>
                    <a:pt x="201728" y="28926"/>
                  </a:cubicBezTo>
                  <a:cubicBezTo>
                    <a:pt x="186657" y="38411"/>
                    <a:pt x="172266" y="47461"/>
                    <a:pt x="154532" y="47461"/>
                  </a:cubicBezTo>
                  <a:cubicBezTo>
                    <a:pt x="150494" y="47461"/>
                    <a:pt x="146283" y="46992"/>
                    <a:pt x="141852" y="45952"/>
                  </a:cubicBezTo>
                  <a:cubicBezTo>
                    <a:pt x="127564" y="42594"/>
                    <a:pt x="117777" y="34593"/>
                    <a:pt x="107431" y="26128"/>
                  </a:cubicBezTo>
                  <a:cubicBezTo>
                    <a:pt x="101037" y="20901"/>
                    <a:pt x="94441" y="15507"/>
                    <a:pt x="86654" y="11245"/>
                  </a:cubicBezTo>
                  <a:cubicBezTo>
                    <a:pt x="73804" y="4235"/>
                    <a:pt x="57180" y="0"/>
                    <a:pt x="427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23"/>
            <p:cNvSpPr/>
            <p:nvPr/>
          </p:nvSpPr>
          <p:spPr>
            <a:xfrm>
              <a:off x="625950" y="2432750"/>
              <a:ext cx="6647900" cy="1244800"/>
            </a:xfrm>
            <a:custGeom>
              <a:rect b="b" l="l" r="r" t="t"/>
              <a:pathLst>
                <a:path extrusionOk="0" h="49792" w="265916">
                  <a:moveTo>
                    <a:pt x="41667" y="0"/>
                  </a:moveTo>
                  <a:cubicBezTo>
                    <a:pt x="41386" y="0"/>
                    <a:pt x="41106" y="2"/>
                    <a:pt x="40827" y="5"/>
                  </a:cubicBezTo>
                  <a:cubicBezTo>
                    <a:pt x="19777" y="243"/>
                    <a:pt x="6049" y="2803"/>
                    <a:pt x="1" y="7613"/>
                  </a:cubicBezTo>
                  <a:lnTo>
                    <a:pt x="227" y="7899"/>
                  </a:lnTo>
                  <a:cubicBezTo>
                    <a:pt x="4335" y="4625"/>
                    <a:pt x="14717" y="672"/>
                    <a:pt x="40827" y="362"/>
                  </a:cubicBezTo>
                  <a:cubicBezTo>
                    <a:pt x="41089" y="360"/>
                    <a:pt x="41350" y="358"/>
                    <a:pt x="41613" y="358"/>
                  </a:cubicBezTo>
                  <a:cubicBezTo>
                    <a:pt x="56276" y="358"/>
                    <a:pt x="73363" y="4913"/>
                    <a:pt x="86405" y="12340"/>
                  </a:cubicBezTo>
                  <a:cubicBezTo>
                    <a:pt x="94096" y="16710"/>
                    <a:pt x="100585" y="22210"/>
                    <a:pt x="106871" y="27532"/>
                  </a:cubicBezTo>
                  <a:cubicBezTo>
                    <a:pt x="117111" y="36212"/>
                    <a:pt x="126779" y="44404"/>
                    <a:pt x="141078" y="48035"/>
                  </a:cubicBezTo>
                  <a:cubicBezTo>
                    <a:pt x="145866" y="49249"/>
                    <a:pt x="150405" y="49792"/>
                    <a:pt x="154753" y="49792"/>
                  </a:cubicBezTo>
                  <a:cubicBezTo>
                    <a:pt x="172149" y="49792"/>
                    <a:pt x="186490" y="41108"/>
                    <a:pt x="201502" y="32021"/>
                  </a:cubicBezTo>
                  <a:cubicBezTo>
                    <a:pt x="204645" y="30116"/>
                    <a:pt x="207884" y="28152"/>
                    <a:pt x="211182" y="26258"/>
                  </a:cubicBezTo>
                  <a:cubicBezTo>
                    <a:pt x="217949" y="22353"/>
                    <a:pt x="228064" y="17884"/>
                    <a:pt x="238884" y="17884"/>
                  </a:cubicBezTo>
                  <a:cubicBezTo>
                    <a:pt x="247824" y="17884"/>
                    <a:pt x="257244" y="20936"/>
                    <a:pt x="265653" y="29878"/>
                  </a:cubicBezTo>
                  <a:lnTo>
                    <a:pt x="265915" y="29628"/>
                  </a:lnTo>
                  <a:cubicBezTo>
                    <a:pt x="258521" y="21770"/>
                    <a:pt x="249592" y="17722"/>
                    <a:pt x="239364" y="17567"/>
                  </a:cubicBezTo>
                  <a:cubicBezTo>
                    <a:pt x="239173" y="17564"/>
                    <a:pt x="238981" y="17563"/>
                    <a:pt x="238788" y="17563"/>
                  </a:cubicBezTo>
                  <a:cubicBezTo>
                    <a:pt x="230104" y="17563"/>
                    <a:pt x="220508" y="20451"/>
                    <a:pt x="211003" y="25937"/>
                  </a:cubicBezTo>
                  <a:cubicBezTo>
                    <a:pt x="207717" y="27842"/>
                    <a:pt x="204467" y="29807"/>
                    <a:pt x="201336" y="31700"/>
                  </a:cubicBezTo>
                  <a:cubicBezTo>
                    <a:pt x="186364" y="40762"/>
                    <a:pt x="172056" y="49421"/>
                    <a:pt x="154743" y="49421"/>
                  </a:cubicBezTo>
                  <a:cubicBezTo>
                    <a:pt x="150426" y="49421"/>
                    <a:pt x="145921" y="48883"/>
                    <a:pt x="141173" y="47678"/>
                  </a:cubicBezTo>
                  <a:cubicBezTo>
                    <a:pt x="126945" y="44082"/>
                    <a:pt x="117301" y="35903"/>
                    <a:pt x="107098" y="27259"/>
                  </a:cubicBezTo>
                  <a:cubicBezTo>
                    <a:pt x="100799" y="21925"/>
                    <a:pt x="94298" y="16412"/>
                    <a:pt x="86583" y="12031"/>
                  </a:cubicBezTo>
                  <a:cubicBezTo>
                    <a:pt x="73509" y="4577"/>
                    <a:pt x="56377" y="0"/>
                    <a:pt x="416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23"/>
            <p:cNvSpPr/>
            <p:nvPr/>
          </p:nvSpPr>
          <p:spPr>
            <a:xfrm>
              <a:off x="636675" y="2334800"/>
              <a:ext cx="6637450" cy="1294425"/>
            </a:xfrm>
            <a:custGeom>
              <a:rect b="b" l="l" r="r" t="t"/>
              <a:pathLst>
                <a:path extrusionOk="0" h="51777" w="265498">
                  <a:moveTo>
                    <a:pt x="39287" y="1"/>
                  </a:moveTo>
                  <a:cubicBezTo>
                    <a:pt x="19177" y="1"/>
                    <a:pt x="5968" y="2322"/>
                    <a:pt x="0" y="6900"/>
                  </a:cubicBezTo>
                  <a:lnTo>
                    <a:pt x="227" y="7186"/>
                  </a:lnTo>
                  <a:cubicBezTo>
                    <a:pt x="4311" y="4047"/>
                    <a:pt x="14422" y="359"/>
                    <a:pt x="39404" y="359"/>
                  </a:cubicBezTo>
                  <a:cubicBezTo>
                    <a:pt x="39912" y="359"/>
                    <a:pt x="40426" y="360"/>
                    <a:pt x="40946" y="363"/>
                  </a:cubicBezTo>
                  <a:cubicBezTo>
                    <a:pt x="55781" y="447"/>
                    <a:pt x="73164" y="5340"/>
                    <a:pt x="86309" y="13127"/>
                  </a:cubicBezTo>
                  <a:cubicBezTo>
                    <a:pt x="93917" y="17639"/>
                    <a:pt x="100311" y="23247"/>
                    <a:pt x="106502" y="28676"/>
                  </a:cubicBezTo>
                  <a:cubicBezTo>
                    <a:pt x="116586" y="37535"/>
                    <a:pt x="126111" y="45905"/>
                    <a:pt x="140363" y="49774"/>
                  </a:cubicBezTo>
                  <a:cubicBezTo>
                    <a:pt x="145461" y="51162"/>
                    <a:pt x="150287" y="51777"/>
                    <a:pt x="154911" y="51777"/>
                  </a:cubicBezTo>
                  <a:cubicBezTo>
                    <a:pt x="171899" y="51777"/>
                    <a:pt x="186153" y="43484"/>
                    <a:pt x="201061" y="34808"/>
                  </a:cubicBezTo>
                  <a:cubicBezTo>
                    <a:pt x="204228" y="32963"/>
                    <a:pt x="207503" y="31058"/>
                    <a:pt x="210836" y="29212"/>
                  </a:cubicBezTo>
                  <a:cubicBezTo>
                    <a:pt x="217522" y="25512"/>
                    <a:pt x="227422" y="21326"/>
                    <a:pt x="237978" y="21326"/>
                  </a:cubicBezTo>
                  <a:cubicBezTo>
                    <a:pt x="247122" y="21326"/>
                    <a:pt x="256758" y="24467"/>
                    <a:pt x="265224" y="33784"/>
                  </a:cubicBezTo>
                  <a:lnTo>
                    <a:pt x="265498" y="33546"/>
                  </a:lnTo>
                  <a:cubicBezTo>
                    <a:pt x="258247" y="25569"/>
                    <a:pt x="249377" y="21354"/>
                    <a:pt x="239149" y="21033"/>
                  </a:cubicBezTo>
                  <a:cubicBezTo>
                    <a:pt x="238730" y="21019"/>
                    <a:pt x="238308" y="21012"/>
                    <a:pt x="237884" y="21012"/>
                  </a:cubicBezTo>
                  <a:cubicBezTo>
                    <a:pt x="229391" y="21012"/>
                    <a:pt x="220013" y="23731"/>
                    <a:pt x="210658" y="28903"/>
                  </a:cubicBezTo>
                  <a:cubicBezTo>
                    <a:pt x="207324" y="30748"/>
                    <a:pt x="204050" y="32653"/>
                    <a:pt x="200871" y="34498"/>
                  </a:cubicBezTo>
                  <a:cubicBezTo>
                    <a:pt x="186013" y="43140"/>
                    <a:pt x="171810" y="51406"/>
                    <a:pt x="154899" y="51406"/>
                  </a:cubicBezTo>
                  <a:cubicBezTo>
                    <a:pt x="150304" y="51406"/>
                    <a:pt x="145509" y="50796"/>
                    <a:pt x="140447" y="49417"/>
                  </a:cubicBezTo>
                  <a:cubicBezTo>
                    <a:pt x="126290" y="45571"/>
                    <a:pt x="116789" y="37237"/>
                    <a:pt x="106740" y="28402"/>
                  </a:cubicBezTo>
                  <a:cubicBezTo>
                    <a:pt x="100537" y="22961"/>
                    <a:pt x="94131" y="17342"/>
                    <a:pt x="86499" y="12817"/>
                  </a:cubicBezTo>
                  <a:cubicBezTo>
                    <a:pt x="73295" y="4995"/>
                    <a:pt x="55841" y="89"/>
                    <a:pt x="40958" y="6"/>
                  </a:cubicBezTo>
                  <a:cubicBezTo>
                    <a:pt x="40396" y="3"/>
                    <a:pt x="39839" y="1"/>
                    <a:pt x="392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23"/>
            <p:cNvSpPr/>
            <p:nvPr/>
          </p:nvSpPr>
          <p:spPr>
            <a:xfrm>
              <a:off x="649475" y="2235200"/>
              <a:ext cx="6624950" cy="1345700"/>
            </a:xfrm>
            <a:custGeom>
              <a:rect b="b" l="l" r="r" t="t"/>
              <a:pathLst>
                <a:path extrusionOk="0" h="53828" w="264998">
                  <a:moveTo>
                    <a:pt x="35160" y="0"/>
                  </a:moveTo>
                  <a:cubicBezTo>
                    <a:pt x="17419" y="0"/>
                    <a:pt x="5602" y="2101"/>
                    <a:pt x="0" y="6240"/>
                  </a:cubicBezTo>
                  <a:lnTo>
                    <a:pt x="215" y="6538"/>
                  </a:lnTo>
                  <a:cubicBezTo>
                    <a:pt x="4112" y="3654"/>
                    <a:pt x="13403" y="362"/>
                    <a:pt x="35411" y="362"/>
                  </a:cubicBezTo>
                  <a:cubicBezTo>
                    <a:pt x="37206" y="362"/>
                    <a:pt x="39085" y="384"/>
                    <a:pt x="41053" y="430"/>
                  </a:cubicBezTo>
                  <a:cubicBezTo>
                    <a:pt x="55876" y="787"/>
                    <a:pt x="73176" y="5978"/>
                    <a:pt x="86202" y="13979"/>
                  </a:cubicBezTo>
                  <a:cubicBezTo>
                    <a:pt x="93726" y="18623"/>
                    <a:pt x="100025" y="24350"/>
                    <a:pt x="106109" y="29886"/>
                  </a:cubicBezTo>
                  <a:cubicBezTo>
                    <a:pt x="116039" y="38911"/>
                    <a:pt x="125421" y="47436"/>
                    <a:pt x="139601" y="51567"/>
                  </a:cubicBezTo>
                  <a:cubicBezTo>
                    <a:pt x="145004" y="53139"/>
                    <a:pt x="150116" y="53827"/>
                    <a:pt x="155015" y="53827"/>
                  </a:cubicBezTo>
                  <a:cubicBezTo>
                    <a:pt x="171610" y="53827"/>
                    <a:pt x="185768" y="45925"/>
                    <a:pt x="200549" y="37661"/>
                  </a:cubicBezTo>
                  <a:cubicBezTo>
                    <a:pt x="203752" y="35875"/>
                    <a:pt x="207062" y="34030"/>
                    <a:pt x="210420" y="32244"/>
                  </a:cubicBezTo>
                  <a:cubicBezTo>
                    <a:pt x="217020" y="28737"/>
                    <a:pt x="226700" y="24823"/>
                    <a:pt x="236995" y="24823"/>
                  </a:cubicBezTo>
                  <a:cubicBezTo>
                    <a:pt x="246347" y="24823"/>
                    <a:pt x="256206" y="28053"/>
                    <a:pt x="264724" y="37756"/>
                  </a:cubicBezTo>
                  <a:lnTo>
                    <a:pt x="264998" y="37518"/>
                  </a:lnTo>
                  <a:cubicBezTo>
                    <a:pt x="257890" y="29422"/>
                    <a:pt x="249103" y="25052"/>
                    <a:pt x="238887" y="24552"/>
                  </a:cubicBezTo>
                  <a:cubicBezTo>
                    <a:pt x="238234" y="24520"/>
                    <a:pt x="237575" y="24503"/>
                    <a:pt x="236910" y="24503"/>
                  </a:cubicBezTo>
                  <a:cubicBezTo>
                    <a:pt x="228589" y="24503"/>
                    <a:pt x="219426" y="27049"/>
                    <a:pt x="210253" y="31922"/>
                  </a:cubicBezTo>
                  <a:cubicBezTo>
                    <a:pt x="206883" y="33708"/>
                    <a:pt x="203574" y="35565"/>
                    <a:pt x="200371" y="37351"/>
                  </a:cubicBezTo>
                  <a:cubicBezTo>
                    <a:pt x="185637" y="45583"/>
                    <a:pt x="171528" y="53466"/>
                    <a:pt x="155004" y="53466"/>
                  </a:cubicBezTo>
                  <a:cubicBezTo>
                    <a:pt x="150137" y="53466"/>
                    <a:pt x="145060" y="52782"/>
                    <a:pt x="139696" y="51222"/>
                  </a:cubicBezTo>
                  <a:cubicBezTo>
                    <a:pt x="125599" y="47114"/>
                    <a:pt x="116253" y="38613"/>
                    <a:pt x="106359" y="29612"/>
                  </a:cubicBezTo>
                  <a:cubicBezTo>
                    <a:pt x="100251" y="24064"/>
                    <a:pt x="93941" y="18325"/>
                    <a:pt x="86392" y="13682"/>
                  </a:cubicBezTo>
                  <a:cubicBezTo>
                    <a:pt x="73331" y="5633"/>
                    <a:pt x="55960" y="418"/>
                    <a:pt x="41077" y="73"/>
                  </a:cubicBezTo>
                  <a:cubicBezTo>
                    <a:pt x="39037" y="25"/>
                    <a:pt x="37064" y="0"/>
                    <a:pt x="35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23"/>
            <p:cNvSpPr/>
            <p:nvPr/>
          </p:nvSpPr>
          <p:spPr>
            <a:xfrm>
              <a:off x="664050" y="2134250"/>
              <a:ext cx="6610375" cy="1399125"/>
            </a:xfrm>
            <a:custGeom>
              <a:rect b="b" l="l" r="r" t="t"/>
              <a:pathLst>
                <a:path extrusionOk="0" h="55965" w="264415">
                  <a:moveTo>
                    <a:pt x="31658" y="1"/>
                  </a:moveTo>
                  <a:cubicBezTo>
                    <a:pt x="15910" y="1"/>
                    <a:pt x="5285" y="1898"/>
                    <a:pt x="1" y="5671"/>
                  </a:cubicBezTo>
                  <a:lnTo>
                    <a:pt x="215" y="5968"/>
                  </a:lnTo>
                  <a:cubicBezTo>
                    <a:pt x="3941" y="3311"/>
                    <a:pt x="12454" y="374"/>
                    <a:pt x="31865" y="374"/>
                  </a:cubicBezTo>
                  <a:cubicBezTo>
                    <a:pt x="34721" y="374"/>
                    <a:pt x="37813" y="437"/>
                    <a:pt x="41161" y="575"/>
                  </a:cubicBezTo>
                  <a:cubicBezTo>
                    <a:pt x="55972" y="1182"/>
                    <a:pt x="73177" y="6671"/>
                    <a:pt x="86047" y="14910"/>
                  </a:cubicBezTo>
                  <a:cubicBezTo>
                    <a:pt x="93489" y="19684"/>
                    <a:pt x="99692" y="25518"/>
                    <a:pt x="105681" y="31162"/>
                  </a:cubicBezTo>
                  <a:cubicBezTo>
                    <a:pt x="115456" y="40365"/>
                    <a:pt x="124683" y="49045"/>
                    <a:pt x="138792" y="53427"/>
                  </a:cubicBezTo>
                  <a:cubicBezTo>
                    <a:pt x="144499" y="55196"/>
                    <a:pt x="149895" y="55964"/>
                    <a:pt x="155070" y="55964"/>
                  </a:cubicBezTo>
                  <a:cubicBezTo>
                    <a:pt x="171272" y="55964"/>
                    <a:pt x="185312" y="48439"/>
                    <a:pt x="199966" y="40580"/>
                  </a:cubicBezTo>
                  <a:cubicBezTo>
                    <a:pt x="203205" y="38853"/>
                    <a:pt x="206539" y="37056"/>
                    <a:pt x="209932" y="35329"/>
                  </a:cubicBezTo>
                  <a:cubicBezTo>
                    <a:pt x="216438" y="32021"/>
                    <a:pt x="225885" y="28376"/>
                    <a:pt x="235908" y="28376"/>
                  </a:cubicBezTo>
                  <a:cubicBezTo>
                    <a:pt x="245474" y="28376"/>
                    <a:pt x="255565" y="31695"/>
                    <a:pt x="264129" y="41794"/>
                  </a:cubicBezTo>
                  <a:lnTo>
                    <a:pt x="264415" y="41568"/>
                  </a:lnTo>
                  <a:cubicBezTo>
                    <a:pt x="257438" y="33341"/>
                    <a:pt x="248734" y="28828"/>
                    <a:pt x="238519" y="28138"/>
                  </a:cubicBezTo>
                  <a:cubicBezTo>
                    <a:pt x="237634" y="28078"/>
                    <a:pt x="236737" y="28048"/>
                    <a:pt x="235830" y="28048"/>
                  </a:cubicBezTo>
                  <a:cubicBezTo>
                    <a:pt x="227710" y="28048"/>
                    <a:pt x="218762" y="30434"/>
                    <a:pt x="209765" y="35008"/>
                  </a:cubicBezTo>
                  <a:cubicBezTo>
                    <a:pt x="206372" y="36734"/>
                    <a:pt x="203026" y="38532"/>
                    <a:pt x="199800" y="40258"/>
                  </a:cubicBezTo>
                  <a:cubicBezTo>
                    <a:pt x="185191" y="48086"/>
                    <a:pt x="171191" y="55586"/>
                    <a:pt x="155054" y="55586"/>
                  </a:cubicBezTo>
                  <a:cubicBezTo>
                    <a:pt x="149912" y="55586"/>
                    <a:pt x="144552" y="54824"/>
                    <a:pt x="138887" y="53069"/>
                  </a:cubicBezTo>
                  <a:cubicBezTo>
                    <a:pt x="124862" y="48724"/>
                    <a:pt x="115658" y="40068"/>
                    <a:pt x="105931" y="30900"/>
                  </a:cubicBezTo>
                  <a:cubicBezTo>
                    <a:pt x="99918" y="25245"/>
                    <a:pt x="93715" y="19387"/>
                    <a:pt x="86238" y="14612"/>
                  </a:cubicBezTo>
                  <a:cubicBezTo>
                    <a:pt x="73320" y="6337"/>
                    <a:pt x="56055" y="813"/>
                    <a:pt x="41173" y="206"/>
                  </a:cubicBezTo>
                  <a:cubicBezTo>
                    <a:pt x="37818" y="69"/>
                    <a:pt x="34646" y="1"/>
                    <a:pt x="316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606" name="Google Shape;606;p23"/>
          <p:cNvPicPr preferRelativeResize="0"/>
          <p:nvPr/>
        </p:nvPicPr>
        <p:blipFill rotWithShape="1">
          <a:blip r:embed="rId4">
            <a:alphaModFix/>
          </a:blip>
          <a:srcRect b="709" l="0" r="0" t="699"/>
          <a:stretch/>
        </p:blipFill>
        <p:spPr>
          <a:xfrm flipH="1">
            <a:off x="317762" y="2070175"/>
            <a:ext cx="470732" cy="445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07" name="Google Shape;607;p23"/>
          <p:cNvPicPr preferRelativeResize="0"/>
          <p:nvPr/>
        </p:nvPicPr>
        <p:blipFill rotWithShape="1">
          <a:blip r:embed="rId3">
            <a:alphaModFix/>
          </a:blip>
          <a:srcRect b="709" l="0" r="0" t="699"/>
          <a:stretch/>
        </p:blipFill>
        <p:spPr>
          <a:xfrm flipH="1">
            <a:off x="7315589" y="136025"/>
            <a:ext cx="345405" cy="32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8" name="Google Shape;608;p23"/>
          <p:cNvPicPr preferRelativeResize="0"/>
          <p:nvPr/>
        </p:nvPicPr>
        <p:blipFill rotWithShape="1">
          <a:blip r:embed="rId5">
            <a:alphaModFix/>
          </a:blip>
          <a:srcRect b="7653" l="3721" r="45158" t="10143"/>
          <a:stretch/>
        </p:blipFill>
        <p:spPr>
          <a:xfrm flipH="1">
            <a:off x="8125946" y="4366958"/>
            <a:ext cx="783549" cy="7088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09" name="Google Shape;609;p23"/>
          <p:cNvPicPr preferRelativeResize="0"/>
          <p:nvPr/>
        </p:nvPicPr>
        <p:blipFill rotWithShape="1">
          <a:blip r:embed="rId4">
            <a:alphaModFix/>
          </a:blip>
          <a:srcRect b="2856" l="0" r="0" t="2856"/>
          <a:stretch/>
        </p:blipFill>
        <p:spPr>
          <a:xfrm flipH="1">
            <a:off x="8540545" y="1921153"/>
            <a:ext cx="507100" cy="458738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23"/>
          <p:cNvSpPr txBox="1"/>
          <p:nvPr>
            <p:ph idx="1" type="subTitle"/>
          </p:nvPr>
        </p:nvSpPr>
        <p:spPr>
          <a:xfrm>
            <a:off x="1641600" y="3693075"/>
            <a:ext cx="2336400" cy="412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1800">
                <a:latin typeface="Coda"/>
                <a:ea typeface="Coda"/>
                <a:cs typeface="Coda"/>
                <a:sym typeface="Cod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1" name="Google Shape;611;p23"/>
          <p:cNvSpPr txBox="1"/>
          <p:nvPr>
            <p:ph idx="2" type="subTitle"/>
          </p:nvPr>
        </p:nvSpPr>
        <p:spPr>
          <a:xfrm>
            <a:off x="1641600" y="4038903"/>
            <a:ext cx="233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2" name="Google Shape;612;p23"/>
          <p:cNvSpPr txBox="1"/>
          <p:nvPr>
            <p:ph idx="3" type="subTitle"/>
          </p:nvPr>
        </p:nvSpPr>
        <p:spPr>
          <a:xfrm>
            <a:off x="5166000" y="4038903"/>
            <a:ext cx="233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3" name="Google Shape;613;p23"/>
          <p:cNvSpPr txBox="1"/>
          <p:nvPr>
            <p:ph idx="4" type="subTitle"/>
          </p:nvPr>
        </p:nvSpPr>
        <p:spPr>
          <a:xfrm>
            <a:off x="5166000" y="3693075"/>
            <a:ext cx="2336400" cy="412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1800">
                <a:latin typeface="Coda"/>
                <a:ea typeface="Coda"/>
                <a:cs typeface="Coda"/>
                <a:sym typeface="Cod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4" name="Google Shape;614;p23"/>
          <p:cNvSpPr txBox="1"/>
          <p:nvPr>
            <p:ph idx="5" type="subTitle"/>
          </p:nvPr>
        </p:nvSpPr>
        <p:spPr>
          <a:xfrm>
            <a:off x="1641600" y="1860463"/>
            <a:ext cx="2336400" cy="412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1800">
                <a:latin typeface="Coda"/>
                <a:ea typeface="Coda"/>
                <a:cs typeface="Coda"/>
                <a:sym typeface="Cod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5" name="Google Shape;615;p23"/>
          <p:cNvSpPr txBox="1"/>
          <p:nvPr>
            <p:ph idx="6" type="subTitle"/>
          </p:nvPr>
        </p:nvSpPr>
        <p:spPr>
          <a:xfrm>
            <a:off x="1641600" y="2208299"/>
            <a:ext cx="233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6" name="Google Shape;616;p23"/>
          <p:cNvSpPr txBox="1"/>
          <p:nvPr>
            <p:ph idx="7" type="subTitle"/>
          </p:nvPr>
        </p:nvSpPr>
        <p:spPr>
          <a:xfrm>
            <a:off x="5166000" y="2208299"/>
            <a:ext cx="233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7" name="Google Shape;617;p23"/>
          <p:cNvSpPr txBox="1"/>
          <p:nvPr>
            <p:ph idx="8" type="subTitle"/>
          </p:nvPr>
        </p:nvSpPr>
        <p:spPr>
          <a:xfrm>
            <a:off x="5166000" y="1860463"/>
            <a:ext cx="2336400" cy="412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1800">
                <a:latin typeface="Coda"/>
                <a:ea typeface="Coda"/>
                <a:cs typeface="Coda"/>
                <a:sym typeface="Cod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8" name="Google Shape;618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0" name="Google Shape;620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-5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621" name="Google Shape;621;p24"/>
          <p:cNvSpPr txBox="1"/>
          <p:nvPr>
            <p:ph idx="1" type="subTitle"/>
          </p:nvPr>
        </p:nvSpPr>
        <p:spPr>
          <a:xfrm>
            <a:off x="720000" y="3042025"/>
            <a:ext cx="2336400" cy="412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800">
                <a:latin typeface="Coda"/>
                <a:ea typeface="Coda"/>
                <a:cs typeface="Coda"/>
                <a:sym typeface="Cod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22" name="Google Shape;622;p24"/>
          <p:cNvSpPr txBox="1"/>
          <p:nvPr>
            <p:ph idx="2" type="subTitle"/>
          </p:nvPr>
        </p:nvSpPr>
        <p:spPr>
          <a:xfrm>
            <a:off x="720000" y="3392383"/>
            <a:ext cx="2336400" cy="7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3" name="Google Shape;623;p24"/>
          <p:cNvSpPr txBox="1"/>
          <p:nvPr>
            <p:ph idx="3" type="subTitle"/>
          </p:nvPr>
        </p:nvSpPr>
        <p:spPr>
          <a:xfrm>
            <a:off x="3403800" y="3392383"/>
            <a:ext cx="2336400" cy="7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4" name="Google Shape;624;p24"/>
          <p:cNvSpPr txBox="1"/>
          <p:nvPr>
            <p:ph idx="4" type="subTitle"/>
          </p:nvPr>
        </p:nvSpPr>
        <p:spPr>
          <a:xfrm>
            <a:off x="6087600" y="3392383"/>
            <a:ext cx="2336400" cy="7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5" name="Google Shape;625;p24"/>
          <p:cNvSpPr txBox="1"/>
          <p:nvPr>
            <p:ph idx="5" type="subTitle"/>
          </p:nvPr>
        </p:nvSpPr>
        <p:spPr>
          <a:xfrm>
            <a:off x="3403800" y="3042025"/>
            <a:ext cx="2336400" cy="412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800">
                <a:latin typeface="Coda"/>
                <a:ea typeface="Coda"/>
                <a:cs typeface="Coda"/>
                <a:sym typeface="Cod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26" name="Google Shape;626;p24"/>
          <p:cNvSpPr txBox="1"/>
          <p:nvPr>
            <p:ph idx="6" type="subTitle"/>
          </p:nvPr>
        </p:nvSpPr>
        <p:spPr>
          <a:xfrm>
            <a:off x="6087600" y="3042025"/>
            <a:ext cx="2336400" cy="412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800">
                <a:latin typeface="Coda"/>
                <a:ea typeface="Coda"/>
                <a:cs typeface="Coda"/>
                <a:sym typeface="Cod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27" name="Google Shape;627;p24"/>
          <p:cNvSpPr txBox="1"/>
          <p:nvPr>
            <p:ph idx="7" type="subTitle"/>
          </p:nvPr>
        </p:nvSpPr>
        <p:spPr>
          <a:xfrm>
            <a:off x="720000" y="1372450"/>
            <a:ext cx="2336400" cy="412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800">
                <a:latin typeface="Coda"/>
                <a:ea typeface="Coda"/>
                <a:cs typeface="Coda"/>
                <a:sym typeface="Cod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28" name="Google Shape;628;p24"/>
          <p:cNvSpPr txBox="1"/>
          <p:nvPr>
            <p:ph idx="8" type="subTitle"/>
          </p:nvPr>
        </p:nvSpPr>
        <p:spPr>
          <a:xfrm>
            <a:off x="720000" y="1722808"/>
            <a:ext cx="2336400" cy="7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9" name="Google Shape;629;p24"/>
          <p:cNvSpPr txBox="1"/>
          <p:nvPr>
            <p:ph idx="9" type="subTitle"/>
          </p:nvPr>
        </p:nvSpPr>
        <p:spPr>
          <a:xfrm>
            <a:off x="3403800" y="1722808"/>
            <a:ext cx="2336400" cy="7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0" name="Google Shape;630;p24"/>
          <p:cNvSpPr txBox="1"/>
          <p:nvPr>
            <p:ph idx="13" type="subTitle"/>
          </p:nvPr>
        </p:nvSpPr>
        <p:spPr>
          <a:xfrm>
            <a:off x="6087600" y="1722808"/>
            <a:ext cx="2336400" cy="7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1" name="Google Shape;631;p24"/>
          <p:cNvSpPr txBox="1"/>
          <p:nvPr>
            <p:ph idx="14" type="subTitle"/>
          </p:nvPr>
        </p:nvSpPr>
        <p:spPr>
          <a:xfrm>
            <a:off x="3403800" y="1372450"/>
            <a:ext cx="2336400" cy="412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800">
                <a:latin typeface="Coda"/>
                <a:ea typeface="Coda"/>
                <a:cs typeface="Coda"/>
                <a:sym typeface="Cod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32" name="Google Shape;632;p24"/>
          <p:cNvSpPr txBox="1"/>
          <p:nvPr>
            <p:ph idx="15" type="subTitle"/>
          </p:nvPr>
        </p:nvSpPr>
        <p:spPr>
          <a:xfrm>
            <a:off x="6087600" y="1372450"/>
            <a:ext cx="2336400" cy="412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800">
                <a:latin typeface="Coda"/>
                <a:ea typeface="Coda"/>
                <a:cs typeface="Coda"/>
                <a:sym typeface="Cod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33" name="Google Shape;633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grpSp>
        <p:nvGrpSpPr>
          <p:cNvPr id="634" name="Google Shape;634;p24"/>
          <p:cNvGrpSpPr/>
          <p:nvPr/>
        </p:nvGrpSpPr>
        <p:grpSpPr>
          <a:xfrm rot="916819">
            <a:off x="-1870201" y="3779344"/>
            <a:ext cx="5321066" cy="1664508"/>
            <a:chOff x="603050" y="2134250"/>
            <a:chExt cx="6671375" cy="1887675"/>
          </a:xfrm>
        </p:grpSpPr>
        <p:sp>
          <p:nvSpPr>
            <p:cNvPr id="635" name="Google Shape;635;p24"/>
            <p:cNvSpPr/>
            <p:nvPr/>
          </p:nvSpPr>
          <p:spPr>
            <a:xfrm>
              <a:off x="608100" y="2949275"/>
              <a:ext cx="6665750" cy="1072650"/>
            </a:xfrm>
            <a:custGeom>
              <a:rect b="b" l="l" r="r" t="t"/>
              <a:pathLst>
                <a:path extrusionOk="0" h="42906" w="266630">
                  <a:moveTo>
                    <a:pt x="242926" y="0"/>
                  </a:moveTo>
                  <a:cubicBezTo>
                    <a:pt x="241564" y="0"/>
                    <a:pt x="240185" y="76"/>
                    <a:pt x="238792" y="228"/>
                  </a:cubicBezTo>
                  <a:cubicBezTo>
                    <a:pt x="230005" y="1168"/>
                    <a:pt x="220635" y="5240"/>
                    <a:pt x="211670" y="11979"/>
                  </a:cubicBezTo>
                  <a:cubicBezTo>
                    <a:pt x="208634" y="14265"/>
                    <a:pt x="205645" y="16611"/>
                    <a:pt x="202764" y="18885"/>
                  </a:cubicBezTo>
                  <a:cubicBezTo>
                    <a:pt x="187340" y="31016"/>
                    <a:pt x="172685" y="42543"/>
                    <a:pt x="152232" y="42543"/>
                  </a:cubicBezTo>
                  <a:cubicBezTo>
                    <a:pt x="149902" y="42543"/>
                    <a:pt x="147497" y="42394"/>
                    <a:pt x="145007" y="42078"/>
                  </a:cubicBezTo>
                  <a:cubicBezTo>
                    <a:pt x="130433" y="40233"/>
                    <a:pt x="119873" y="33291"/>
                    <a:pt x="108693" y="25957"/>
                  </a:cubicBezTo>
                  <a:cubicBezTo>
                    <a:pt x="101799" y="21433"/>
                    <a:pt x="94667" y="16754"/>
                    <a:pt x="86476" y="13337"/>
                  </a:cubicBezTo>
                  <a:cubicBezTo>
                    <a:pt x="75578" y="8791"/>
                    <a:pt x="62424" y="6298"/>
                    <a:pt x="50215" y="6298"/>
                  </a:cubicBezTo>
                  <a:cubicBezTo>
                    <a:pt x="46564" y="6298"/>
                    <a:pt x="42997" y="6521"/>
                    <a:pt x="39601" y="6979"/>
                  </a:cubicBezTo>
                  <a:cubicBezTo>
                    <a:pt x="18729" y="9788"/>
                    <a:pt x="5418" y="14003"/>
                    <a:pt x="0" y="19504"/>
                  </a:cubicBezTo>
                  <a:lnTo>
                    <a:pt x="262" y="19766"/>
                  </a:lnTo>
                  <a:cubicBezTo>
                    <a:pt x="3941" y="16015"/>
                    <a:pt x="13764" y="10824"/>
                    <a:pt x="39648" y="7348"/>
                  </a:cubicBezTo>
                  <a:cubicBezTo>
                    <a:pt x="43028" y="6893"/>
                    <a:pt x="46578" y="6672"/>
                    <a:pt x="50211" y="6672"/>
                  </a:cubicBezTo>
                  <a:cubicBezTo>
                    <a:pt x="62374" y="6672"/>
                    <a:pt x="75481" y="9153"/>
                    <a:pt x="86345" y="13682"/>
                  </a:cubicBezTo>
                  <a:cubicBezTo>
                    <a:pt x="94500" y="17075"/>
                    <a:pt x="101620" y="21742"/>
                    <a:pt x="108502" y="26255"/>
                  </a:cubicBezTo>
                  <a:cubicBezTo>
                    <a:pt x="119718" y="33625"/>
                    <a:pt x="130314" y="40578"/>
                    <a:pt x="144959" y="42435"/>
                  </a:cubicBezTo>
                  <a:cubicBezTo>
                    <a:pt x="147474" y="42754"/>
                    <a:pt x="149902" y="42906"/>
                    <a:pt x="152253" y="42906"/>
                  </a:cubicBezTo>
                  <a:cubicBezTo>
                    <a:pt x="172815" y="42906"/>
                    <a:pt x="187519" y="31340"/>
                    <a:pt x="202990" y="19171"/>
                  </a:cubicBezTo>
                  <a:cubicBezTo>
                    <a:pt x="205871" y="16908"/>
                    <a:pt x="208860" y="14563"/>
                    <a:pt x="211896" y="12277"/>
                  </a:cubicBezTo>
                  <a:cubicBezTo>
                    <a:pt x="219006" y="6920"/>
                    <a:pt x="230335" y="312"/>
                    <a:pt x="242921" y="312"/>
                  </a:cubicBezTo>
                  <a:cubicBezTo>
                    <a:pt x="250504" y="312"/>
                    <a:pt x="258543" y="2711"/>
                    <a:pt x="266391" y="9229"/>
                  </a:cubicBezTo>
                  <a:lnTo>
                    <a:pt x="266629" y="8943"/>
                  </a:lnTo>
                  <a:cubicBezTo>
                    <a:pt x="259467" y="3004"/>
                    <a:pt x="251508" y="0"/>
                    <a:pt x="2429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24"/>
            <p:cNvSpPr/>
            <p:nvPr/>
          </p:nvSpPr>
          <p:spPr>
            <a:xfrm>
              <a:off x="604525" y="2938825"/>
              <a:ext cx="6669025" cy="1033425"/>
            </a:xfrm>
            <a:custGeom>
              <a:rect b="b" l="l" r="r" t="t"/>
              <a:pathLst>
                <a:path extrusionOk="0" h="41337" w="266761">
                  <a:moveTo>
                    <a:pt x="242560" y="0"/>
                  </a:moveTo>
                  <a:cubicBezTo>
                    <a:pt x="241419" y="0"/>
                    <a:pt x="240266" y="53"/>
                    <a:pt x="239102" y="158"/>
                  </a:cubicBezTo>
                  <a:cubicBezTo>
                    <a:pt x="230303" y="955"/>
                    <a:pt x="220850" y="4861"/>
                    <a:pt x="211765" y="11445"/>
                  </a:cubicBezTo>
                  <a:cubicBezTo>
                    <a:pt x="208693" y="13683"/>
                    <a:pt x="205669" y="15969"/>
                    <a:pt x="202752" y="18184"/>
                  </a:cubicBezTo>
                  <a:cubicBezTo>
                    <a:pt x="187359" y="29863"/>
                    <a:pt x="172728" y="40966"/>
                    <a:pt x="152762" y="40966"/>
                  </a:cubicBezTo>
                  <a:cubicBezTo>
                    <a:pt x="150135" y="40966"/>
                    <a:pt x="147416" y="40773"/>
                    <a:pt x="144590" y="40365"/>
                  </a:cubicBezTo>
                  <a:cubicBezTo>
                    <a:pt x="130064" y="38269"/>
                    <a:pt x="119623" y="31150"/>
                    <a:pt x="108574" y="23613"/>
                  </a:cubicBezTo>
                  <a:cubicBezTo>
                    <a:pt x="101751" y="18969"/>
                    <a:pt x="94703" y="14171"/>
                    <a:pt x="86571" y="10611"/>
                  </a:cubicBezTo>
                  <a:cubicBezTo>
                    <a:pt x="75309" y="5677"/>
                    <a:pt x="61560" y="2931"/>
                    <a:pt x="48931" y="2931"/>
                  </a:cubicBezTo>
                  <a:cubicBezTo>
                    <a:pt x="45806" y="2931"/>
                    <a:pt x="42749" y="3099"/>
                    <a:pt x="39815" y="3444"/>
                  </a:cubicBezTo>
                  <a:cubicBezTo>
                    <a:pt x="18908" y="5885"/>
                    <a:pt x="5513" y="9861"/>
                    <a:pt x="1" y="15279"/>
                  </a:cubicBezTo>
                  <a:lnTo>
                    <a:pt x="251" y="15529"/>
                  </a:lnTo>
                  <a:cubicBezTo>
                    <a:pt x="4001" y="11850"/>
                    <a:pt x="13919" y="6825"/>
                    <a:pt x="39851" y="3801"/>
                  </a:cubicBezTo>
                  <a:cubicBezTo>
                    <a:pt x="42768" y="3459"/>
                    <a:pt x="45807" y="3292"/>
                    <a:pt x="48914" y="3292"/>
                  </a:cubicBezTo>
                  <a:cubicBezTo>
                    <a:pt x="61497" y="3292"/>
                    <a:pt x="75199" y="6027"/>
                    <a:pt x="86428" y="10945"/>
                  </a:cubicBezTo>
                  <a:cubicBezTo>
                    <a:pt x="94524" y="14493"/>
                    <a:pt x="101561" y="19279"/>
                    <a:pt x="108359" y="23922"/>
                  </a:cubicBezTo>
                  <a:cubicBezTo>
                    <a:pt x="119456" y="31471"/>
                    <a:pt x="129922" y="38615"/>
                    <a:pt x="144542" y="40734"/>
                  </a:cubicBezTo>
                  <a:cubicBezTo>
                    <a:pt x="147384" y="41144"/>
                    <a:pt x="150118" y="41337"/>
                    <a:pt x="152759" y="41337"/>
                  </a:cubicBezTo>
                  <a:cubicBezTo>
                    <a:pt x="172836" y="41337"/>
                    <a:pt x="187520" y="30193"/>
                    <a:pt x="202966" y="18481"/>
                  </a:cubicBezTo>
                  <a:cubicBezTo>
                    <a:pt x="205883" y="16267"/>
                    <a:pt x="208908" y="13969"/>
                    <a:pt x="211979" y="11742"/>
                  </a:cubicBezTo>
                  <a:cubicBezTo>
                    <a:pt x="219066" y="6599"/>
                    <a:pt x="230260" y="308"/>
                    <a:pt x="242600" y="308"/>
                  </a:cubicBezTo>
                  <a:cubicBezTo>
                    <a:pt x="250370" y="308"/>
                    <a:pt x="258594" y="2802"/>
                    <a:pt x="266534" y="9647"/>
                  </a:cubicBezTo>
                  <a:lnTo>
                    <a:pt x="266760" y="9373"/>
                  </a:lnTo>
                  <a:cubicBezTo>
                    <a:pt x="259527" y="3141"/>
                    <a:pt x="251396" y="0"/>
                    <a:pt x="242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24"/>
            <p:cNvSpPr/>
            <p:nvPr/>
          </p:nvSpPr>
          <p:spPr>
            <a:xfrm>
              <a:off x="603050" y="2916775"/>
              <a:ext cx="6670800" cy="1005800"/>
            </a:xfrm>
            <a:custGeom>
              <a:rect b="b" l="l" r="r" t="t"/>
              <a:pathLst>
                <a:path extrusionOk="0" h="40232" w="266832">
                  <a:moveTo>
                    <a:pt x="47581" y="0"/>
                  </a:moveTo>
                  <a:cubicBezTo>
                    <a:pt x="44993" y="0"/>
                    <a:pt x="42457" y="119"/>
                    <a:pt x="40005" y="361"/>
                  </a:cubicBezTo>
                  <a:cubicBezTo>
                    <a:pt x="19062" y="2445"/>
                    <a:pt x="5608" y="6183"/>
                    <a:pt x="0" y="11505"/>
                  </a:cubicBezTo>
                  <a:lnTo>
                    <a:pt x="250" y="11767"/>
                  </a:lnTo>
                  <a:cubicBezTo>
                    <a:pt x="4060" y="8148"/>
                    <a:pt x="14061" y="3302"/>
                    <a:pt x="40041" y="730"/>
                  </a:cubicBezTo>
                  <a:cubicBezTo>
                    <a:pt x="42490" y="487"/>
                    <a:pt x="45023" y="368"/>
                    <a:pt x="47608" y="368"/>
                  </a:cubicBezTo>
                  <a:cubicBezTo>
                    <a:pt x="60603" y="368"/>
                    <a:pt x="74908" y="3370"/>
                    <a:pt x="86487" y="8683"/>
                  </a:cubicBezTo>
                  <a:cubicBezTo>
                    <a:pt x="94524" y="12362"/>
                    <a:pt x="101477" y="17292"/>
                    <a:pt x="108192" y="22042"/>
                  </a:cubicBezTo>
                  <a:cubicBezTo>
                    <a:pt x="119146" y="29793"/>
                    <a:pt x="129504" y="37116"/>
                    <a:pt x="144078" y="39473"/>
                  </a:cubicBezTo>
                  <a:cubicBezTo>
                    <a:pt x="147258" y="39990"/>
                    <a:pt x="150307" y="40232"/>
                    <a:pt x="153246" y="40232"/>
                  </a:cubicBezTo>
                  <a:cubicBezTo>
                    <a:pt x="172829" y="40232"/>
                    <a:pt x="187478" y="29509"/>
                    <a:pt x="202883" y="18256"/>
                  </a:cubicBezTo>
                  <a:cubicBezTo>
                    <a:pt x="205835" y="16089"/>
                    <a:pt x="208895" y="13851"/>
                    <a:pt x="212015" y="11672"/>
                  </a:cubicBezTo>
                  <a:cubicBezTo>
                    <a:pt x="219065" y="6740"/>
                    <a:pt x="230090" y="772"/>
                    <a:pt x="242173" y="772"/>
                  </a:cubicBezTo>
                  <a:cubicBezTo>
                    <a:pt x="250128" y="772"/>
                    <a:pt x="258541" y="3359"/>
                    <a:pt x="266581" y="10529"/>
                  </a:cubicBezTo>
                  <a:lnTo>
                    <a:pt x="266831" y="10255"/>
                  </a:lnTo>
                  <a:cubicBezTo>
                    <a:pt x="259528" y="3740"/>
                    <a:pt x="251234" y="461"/>
                    <a:pt x="242138" y="461"/>
                  </a:cubicBezTo>
                  <a:cubicBezTo>
                    <a:pt x="241209" y="461"/>
                    <a:pt x="240272" y="495"/>
                    <a:pt x="239328" y="563"/>
                  </a:cubicBezTo>
                  <a:cubicBezTo>
                    <a:pt x="230517" y="1206"/>
                    <a:pt x="220992" y="4945"/>
                    <a:pt x="211800" y="11374"/>
                  </a:cubicBezTo>
                  <a:cubicBezTo>
                    <a:pt x="208681" y="13553"/>
                    <a:pt x="205621" y="15791"/>
                    <a:pt x="202668" y="17958"/>
                  </a:cubicBezTo>
                  <a:cubicBezTo>
                    <a:pt x="187317" y="29187"/>
                    <a:pt x="172706" y="39865"/>
                    <a:pt x="153219" y="39865"/>
                  </a:cubicBezTo>
                  <a:cubicBezTo>
                    <a:pt x="150307" y="39865"/>
                    <a:pt x="147286" y="39627"/>
                    <a:pt x="144137" y="39116"/>
                  </a:cubicBezTo>
                  <a:cubicBezTo>
                    <a:pt x="129635" y="36770"/>
                    <a:pt x="119325" y="29472"/>
                    <a:pt x="108406" y="21745"/>
                  </a:cubicBezTo>
                  <a:cubicBezTo>
                    <a:pt x="101679" y="16982"/>
                    <a:pt x="94702" y="12053"/>
                    <a:pt x="86642" y="8350"/>
                  </a:cubicBezTo>
                  <a:cubicBezTo>
                    <a:pt x="75006" y="3014"/>
                    <a:pt x="60634" y="0"/>
                    <a:pt x="475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24"/>
            <p:cNvSpPr/>
            <p:nvPr/>
          </p:nvSpPr>
          <p:spPr>
            <a:xfrm>
              <a:off x="603625" y="2820875"/>
              <a:ext cx="6670225" cy="1052250"/>
            </a:xfrm>
            <a:custGeom>
              <a:rect b="b" l="l" r="r" t="t"/>
              <a:pathLst>
                <a:path extrusionOk="0" h="42090" w="266809">
                  <a:moveTo>
                    <a:pt x="46344" y="0"/>
                  </a:moveTo>
                  <a:cubicBezTo>
                    <a:pt x="44253" y="0"/>
                    <a:pt x="42198" y="80"/>
                    <a:pt x="40196" y="244"/>
                  </a:cubicBezTo>
                  <a:cubicBezTo>
                    <a:pt x="19218" y="1959"/>
                    <a:pt x="5692" y="5471"/>
                    <a:pt x="1" y="10686"/>
                  </a:cubicBezTo>
                  <a:lnTo>
                    <a:pt x="239" y="10948"/>
                  </a:lnTo>
                  <a:cubicBezTo>
                    <a:pt x="4120" y="7400"/>
                    <a:pt x="14193" y="2721"/>
                    <a:pt x="40220" y="601"/>
                  </a:cubicBezTo>
                  <a:cubicBezTo>
                    <a:pt x="42208" y="440"/>
                    <a:pt x="44249" y="360"/>
                    <a:pt x="46327" y="360"/>
                  </a:cubicBezTo>
                  <a:cubicBezTo>
                    <a:pt x="59706" y="360"/>
                    <a:pt x="74600" y="3646"/>
                    <a:pt x="86524" y="9376"/>
                  </a:cubicBezTo>
                  <a:cubicBezTo>
                    <a:pt x="94501" y="13198"/>
                    <a:pt x="101359" y="18234"/>
                    <a:pt x="107991" y="23104"/>
                  </a:cubicBezTo>
                  <a:cubicBezTo>
                    <a:pt x="118813" y="31046"/>
                    <a:pt x="129029" y="38546"/>
                    <a:pt x="143566" y="41166"/>
                  </a:cubicBezTo>
                  <a:cubicBezTo>
                    <a:pt x="147069" y="41797"/>
                    <a:pt x="150419" y="42090"/>
                    <a:pt x="153641" y="42090"/>
                  </a:cubicBezTo>
                  <a:cubicBezTo>
                    <a:pt x="172769" y="42090"/>
                    <a:pt x="187383" y="31783"/>
                    <a:pt x="202729" y="20961"/>
                  </a:cubicBezTo>
                  <a:cubicBezTo>
                    <a:pt x="205729" y="18854"/>
                    <a:pt x="208825" y="16663"/>
                    <a:pt x="211980" y="14543"/>
                  </a:cubicBezTo>
                  <a:cubicBezTo>
                    <a:pt x="218983" y="9825"/>
                    <a:pt x="229850" y="4171"/>
                    <a:pt x="241687" y="4171"/>
                  </a:cubicBezTo>
                  <a:cubicBezTo>
                    <a:pt x="249833" y="4171"/>
                    <a:pt x="258438" y="6849"/>
                    <a:pt x="266558" y="14353"/>
                  </a:cubicBezTo>
                  <a:lnTo>
                    <a:pt x="266808" y="14091"/>
                  </a:lnTo>
                  <a:cubicBezTo>
                    <a:pt x="259457" y="7303"/>
                    <a:pt x="251007" y="3862"/>
                    <a:pt x="241659" y="3862"/>
                  </a:cubicBezTo>
                  <a:cubicBezTo>
                    <a:pt x="240939" y="3862"/>
                    <a:pt x="240214" y="3882"/>
                    <a:pt x="239483" y="3923"/>
                  </a:cubicBezTo>
                  <a:cubicBezTo>
                    <a:pt x="230661" y="4411"/>
                    <a:pt x="221076" y="7971"/>
                    <a:pt x="211777" y="14246"/>
                  </a:cubicBezTo>
                  <a:cubicBezTo>
                    <a:pt x="208622" y="16365"/>
                    <a:pt x="205515" y="18556"/>
                    <a:pt x="202526" y="20663"/>
                  </a:cubicBezTo>
                  <a:cubicBezTo>
                    <a:pt x="187233" y="31450"/>
                    <a:pt x="172655" y="41722"/>
                    <a:pt x="153612" y="41722"/>
                  </a:cubicBezTo>
                  <a:cubicBezTo>
                    <a:pt x="150417" y="41722"/>
                    <a:pt x="147097" y="41433"/>
                    <a:pt x="143626" y="40809"/>
                  </a:cubicBezTo>
                  <a:cubicBezTo>
                    <a:pt x="129172" y="38201"/>
                    <a:pt x="118992" y="30724"/>
                    <a:pt x="108205" y="22806"/>
                  </a:cubicBezTo>
                  <a:cubicBezTo>
                    <a:pt x="101561" y="17925"/>
                    <a:pt x="94679" y="12877"/>
                    <a:pt x="86678" y="9043"/>
                  </a:cubicBezTo>
                  <a:cubicBezTo>
                    <a:pt x="74718" y="3305"/>
                    <a:pt x="59772" y="0"/>
                    <a:pt x="463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24"/>
            <p:cNvSpPr/>
            <p:nvPr/>
          </p:nvSpPr>
          <p:spPr>
            <a:xfrm>
              <a:off x="606025" y="2724425"/>
              <a:ext cx="6667825" cy="1099375"/>
            </a:xfrm>
            <a:custGeom>
              <a:rect b="b" l="l" r="r" t="t"/>
              <a:pathLst>
                <a:path extrusionOk="0" h="43975" w="266713">
                  <a:moveTo>
                    <a:pt x="45120" y="1"/>
                  </a:moveTo>
                  <a:cubicBezTo>
                    <a:pt x="43512" y="1"/>
                    <a:pt x="41927" y="50"/>
                    <a:pt x="40374" y="149"/>
                  </a:cubicBezTo>
                  <a:cubicBezTo>
                    <a:pt x="19372" y="1495"/>
                    <a:pt x="5787" y="4769"/>
                    <a:pt x="0" y="9889"/>
                  </a:cubicBezTo>
                  <a:lnTo>
                    <a:pt x="250" y="10150"/>
                  </a:lnTo>
                  <a:cubicBezTo>
                    <a:pt x="4191" y="6674"/>
                    <a:pt x="14335" y="2185"/>
                    <a:pt x="40410" y="518"/>
                  </a:cubicBezTo>
                  <a:cubicBezTo>
                    <a:pt x="41956" y="419"/>
                    <a:pt x="43534" y="370"/>
                    <a:pt x="45136" y="370"/>
                  </a:cubicBezTo>
                  <a:cubicBezTo>
                    <a:pt x="58853" y="370"/>
                    <a:pt x="74318" y="3961"/>
                    <a:pt x="86547" y="10091"/>
                  </a:cubicBezTo>
                  <a:cubicBezTo>
                    <a:pt x="94441" y="14044"/>
                    <a:pt x="101227" y="19211"/>
                    <a:pt x="107776" y="24188"/>
                  </a:cubicBezTo>
                  <a:cubicBezTo>
                    <a:pt x="118432" y="32332"/>
                    <a:pt x="128528" y="39999"/>
                    <a:pt x="143018" y="42869"/>
                  </a:cubicBezTo>
                  <a:cubicBezTo>
                    <a:pt x="146843" y="43627"/>
                    <a:pt x="150492" y="43975"/>
                    <a:pt x="153996" y="43975"/>
                  </a:cubicBezTo>
                  <a:cubicBezTo>
                    <a:pt x="172677" y="43975"/>
                    <a:pt x="187246" y="34086"/>
                    <a:pt x="202525" y="23700"/>
                  </a:cubicBezTo>
                  <a:cubicBezTo>
                    <a:pt x="205562" y="21640"/>
                    <a:pt x="208693" y="19509"/>
                    <a:pt x="211884" y="17449"/>
                  </a:cubicBezTo>
                  <a:cubicBezTo>
                    <a:pt x="218840" y="12936"/>
                    <a:pt x="229526" y="7594"/>
                    <a:pt x="241107" y="7594"/>
                  </a:cubicBezTo>
                  <a:cubicBezTo>
                    <a:pt x="249447" y="7594"/>
                    <a:pt x="258252" y="10365"/>
                    <a:pt x="266462" y="18211"/>
                  </a:cubicBezTo>
                  <a:lnTo>
                    <a:pt x="266712" y="17949"/>
                  </a:lnTo>
                  <a:cubicBezTo>
                    <a:pt x="259310" y="10864"/>
                    <a:pt x="250693" y="7276"/>
                    <a:pt x="241074" y="7276"/>
                  </a:cubicBezTo>
                  <a:cubicBezTo>
                    <a:pt x="240574" y="7276"/>
                    <a:pt x="240071" y="7285"/>
                    <a:pt x="239566" y="7305"/>
                  </a:cubicBezTo>
                  <a:cubicBezTo>
                    <a:pt x="230731" y="7638"/>
                    <a:pt x="221099" y="11043"/>
                    <a:pt x="211681" y="17139"/>
                  </a:cubicBezTo>
                  <a:cubicBezTo>
                    <a:pt x="208490" y="19211"/>
                    <a:pt x="205359" y="21342"/>
                    <a:pt x="202323" y="23402"/>
                  </a:cubicBezTo>
                  <a:cubicBezTo>
                    <a:pt x="187090" y="33751"/>
                    <a:pt x="172575" y="43610"/>
                    <a:pt x="153990" y="43610"/>
                  </a:cubicBezTo>
                  <a:cubicBezTo>
                    <a:pt x="150510" y="43610"/>
                    <a:pt x="146887" y="43265"/>
                    <a:pt x="143089" y="42512"/>
                  </a:cubicBezTo>
                  <a:cubicBezTo>
                    <a:pt x="128683" y="39654"/>
                    <a:pt x="118622" y="31998"/>
                    <a:pt x="107990" y="23902"/>
                  </a:cubicBezTo>
                  <a:cubicBezTo>
                    <a:pt x="101418" y="18913"/>
                    <a:pt x="94631" y="13734"/>
                    <a:pt x="86701" y="9758"/>
                  </a:cubicBezTo>
                  <a:cubicBezTo>
                    <a:pt x="74419" y="3595"/>
                    <a:pt x="58900" y="1"/>
                    <a:pt x="45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24"/>
            <p:cNvSpPr/>
            <p:nvPr/>
          </p:nvSpPr>
          <p:spPr>
            <a:xfrm>
              <a:off x="610775" y="2627700"/>
              <a:ext cx="6663075" cy="1147100"/>
            </a:xfrm>
            <a:custGeom>
              <a:rect b="b" l="l" r="r" t="t"/>
              <a:pathLst>
                <a:path extrusionOk="0" h="45884" w="266523">
                  <a:moveTo>
                    <a:pt x="43919" y="0"/>
                  </a:moveTo>
                  <a:cubicBezTo>
                    <a:pt x="42779" y="0"/>
                    <a:pt x="41652" y="26"/>
                    <a:pt x="40541" y="77"/>
                  </a:cubicBezTo>
                  <a:cubicBezTo>
                    <a:pt x="19515" y="1054"/>
                    <a:pt x="5870" y="4090"/>
                    <a:pt x="1" y="9102"/>
                  </a:cubicBezTo>
                  <a:lnTo>
                    <a:pt x="239" y="9376"/>
                  </a:lnTo>
                  <a:cubicBezTo>
                    <a:pt x="4227" y="5971"/>
                    <a:pt x="14467" y="1649"/>
                    <a:pt x="40553" y="434"/>
                  </a:cubicBezTo>
                  <a:cubicBezTo>
                    <a:pt x="41663" y="383"/>
                    <a:pt x="42788" y="357"/>
                    <a:pt x="43926" y="357"/>
                  </a:cubicBezTo>
                  <a:cubicBezTo>
                    <a:pt x="57980" y="357"/>
                    <a:pt x="73989" y="4252"/>
                    <a:pt x="86523" y="10817"/>
                  </a:cubicBezTo>
                  <a:cubicBezTo>
                    <a:pt x="94346" y="14912"/>
                    <a:pt x="101037" y="20187"/>
                    <a:pt x="107502" y="25283"/>
                  </a:cubicBezTo>
                  <a:cubicBezTo>
                    <a:pt x="118039" y="33593"/>
                    <a:pt x="127981" y="41451"/>
                    <a:pt x="142411" y="44571"/>
                  </a:cubicBezTo>
                  <a:cubicBezTo>
                    <a:pt x="146566" y="45473"/>
                    <a:pt x="150520" y="45883"/>
                    <a:pt x="154313" y="45883"/>
                  </a:cubicBezTo>
                  <a:cubicBezTo>
                    <a:pt x="172548" y="45883"/>
                    <a:pt x="187052" y="36397"/>
                    <a:pt x="202240" y="26461"/>
                  </a:cubicBezTo>
                  <a:cubicBezTo>
                    <a:pt x="205312" y="24449"/>
                    <a:pt x="208491" y="22378"/>
                    <a:pt x="211706" y="20365"/>
                  </a:cubicBezTo>
                  <a:cubicBezTo>
                    <a:pt x="218611" y="16054"/>
                    <a:pt x="229117" y="11007"/>
                    <a:pt x="240446" y="11007"/>
                  </a:cubicBezTo>
                  <a:cubicBezTo>
                    <a:pt x="248983" y="11007"/>
                    <a:pt x="257988" y="13873"/>
                    <a:pt x="266272" y="22080"/>
                  </a:cubicBezTo>
                  <a:lnTo>
                    <a:pt x="266522" y="21818"/>
                  </a:lnTo>
                  <a:cubicBezTo>
                    <a:pt x="259063" y="14429"/>
                    <a:pt x="250259" y="10690"/>
                    <a:pt x="240352" y="10690"/>
                  </a:cubicBezTo>
                  <a:cubicBezTo>
                    <a:pt x="240091" y="10690"/>
                    <a:pt x="239829" y="10692"/>
                    <a:pt x="239566" y="10698"/>
                  </a:cubicBezTo>
                  <a:cubicBezTo>
                    <a:pt x="230732" y="10876"/>
                    <a:pt x="221040" y="14115"/>
                    <a:pt x="211515" y="20056"/>
                  </a:cubicBezTo>
                  <a:cubicBezTo>
                    <a:pt x="208300" y="22068"/>
                    <a:pt x="205122" y="24152"/>
                    <a:pt x="202050" y="26152"/>
                  </a:cubicBezTo>
                  <a:cubicBezTo>
                    <a:pt x="186888" y="36065"/>
                    <a:pt x="172430" y="45521"/>
                    <a:pt x="154274" y="45521"/>
                  </a:cubicBezTo>
                  <a:cubicBezTo>
                    <a:pt x="150515" y="45521"/>
                    <a:pt x="146598" y="45116"/>
                    <a:pt x="142483" y="44226"/>
                  </a:cubicBezTo>
                  <a:cubicBezTo>
                    <a:pt x="128136" y="41118"/>
                    <a:pt x="118218" y="33284"/>
                    <a:pt x="107716" y="24997"/>
                  </a:cubicBezTo>
                  <a:cubicBezTo>
                    <a:pt x="101239" y="19889"/>
                    <a:pt x="94548" y="14603"/>
                    <a:pt x="86690" y="10495"/>
                  </a:cubicBezTo>
                  <a:cubicBezTo>
                    <a:pt x="74109" y="3907"/>
                    <a:pt x="58032" y="0"/>
                    <a:pt x="439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24"/>
            <p:cNvSpPr/>
            <p:nvPr/>
          </p:nvSpPr>
          <p:spPr>
            <a:xfrm>
              <a:off x="617325" y="2530375"/>
              <a:ext cx="6656525" cy="1195600"/>
            </a:xfrm>
            <a:custGeom>
              <a:rect b="b" l="l" r="r" t="t"/>
              <a:pathLst>
                <a:path extrusionOk="0" h="47824" w="266261">
                  <a:moveTo>
                    <a:pt x="42753" y="0"/>
                  </a:moveTo>
                  <a:cubicBezTo>
                    <a:pt x="42062" y="0"/>
                    <a:pt x="41376" y="10"/>
                    <a:pt x="40696" y="29"/>
                  </a:cubicBezTo>
                  <a:cubicBezTo>
                    <a:pt x="19646" y="637"/>
                    <a:pt x="5966" y="3435"/>
                    <a:pt x="1" y="8352"/>
                  </a:cubicBezTo>
                  <a:lnTo>
                    <a:pt x="227" y="8626"/>
                  </a:lnTo>
                  <a:cubicBezTo>
                    <a:pt x="4287" y="5292"/>
                    <a:pt x="14598" y="1149"/>
                    <a:pt x="40696" y="387"/>
                  </a:cubicBezTo>
                  <a:cubicBezTo>
                    <a:pt x="41375" y="367"/>
                    <a:pt x="42061" y="357"/>
                    <a:pt x="42751" y="357"/>
                  </a:cubicBezTo>
                  <a:cubicBezTo>
                    <a:pt x="57119" y="357"/>
                    <a:pt x="73684" y="4580"/>
                    <a:pt x="86476" y="11566"/>
                  </a:cubicBezTo>
                  <a:cubicBezTo>
                    <a:pt x="94239" y="15805"/>
                    <a:pt x="100823" y="21199"/>
                    <a:pt x="107193" y="26402"/>
                  </a:cubicBezTo>
                  <a:cubicBezTo>
                    <a:pt x="117587" y="34903"/>
                    <a:pt x="127397" y="42927"/>
                    <a:pt x="141768" y="46297"/>
                  </a:cubicBezTo>
                  <a:cubicBezTo>
                    <a:pt x="146242" y="47349"/>
                    <a:pt x="150491" y="47823"/>
                    <a:pt x="154562" y="47823"/>
                  </a:cubicBezTo>
                  <a:cubicBezTo>
                    <a:pt x="172376" y="47823"/>
                    <a:pt x="186800" y="38740"/>
                    <a:pt x="201919" y="29223"/>
                  </a:cubicBezTo>
                  <a:cubicBezTo>
                    <a:pt x="205014" y="27271"/>
                    <a:pt x="208229" y="25259"/>
                    <a:pt x="211479" y="23306"/>
                  </a:cubicBezTo>
                  <a:cubicBezTo>
                    <a:pt x="218321" y="19200"/>
                    <a:pt x="228632" y="14450"/>
                    <a:pt x="239705" y="14450"/>
                  </a:cubicBezTo>
                  <a:cubicBezTo>
                    <a:pt x="248443" y="14450"/>
                    <a:pt x="257655" y="17408"/>
                    <a:pt x="266010" y="25973"/>
                  </a:cubicBezTo>
                  <a:lnTo>
                    <a:pt x="266260" y="25711"/>
                  </a:lnTo>
                  <a:cubicBezTo>
                    <a:pt x="258758" y="18019"/>
                    <a:pt x="249789" y="14126"/>
                    <a:pt x="239600" y="14126"/>
                  </a:cubicBezTo>
                  <a:cubicBezTo>
                    <a:pt x="239569" y="14126"/>
                    <a:pt x="239538" y="14126"/>
                    <a:pt x="239507" y="14126"/>
                  </a:cubicBezTo>
                  <a:cubicBezTo>
                    <a:pt x="230672" y="14150"/>
                    <a:pt x="220921" y="17222"/>
                    <a:pt x="211301" y="22996"/>
                  </a:cubicBezTo>
                  <a:cubicBezTo>
                    <a:pt x="208038" y="24949"/>
                    <a:pt x="204824" y="26973"/>
                    <a:pt x="201728" y="28926"/>
                  </a:cubicBezTo>
                  <a:cubicBezTo>
                    <a:pt x="186657" y="38411"/>
                    <a:pt x="172266" y="47461"/>
                    <a:pt x="154532" y="47461"/>
                  </a:cubicBezTo>
                  <a:cubicBezTo>
                    <a:pt x="150494" y="47461"/>
                    <a:pt x="146283" y="46992"/>
                    <a:pt x="141852" y="45952"/>
                  </a:cubicBezTo>
                  <a:cubicBezTo>
                    <a:pt x="127564" y="42594"/>
                    <a:pt x="117777" y="34593"/>
                    <a:pt x="107431" y="26128"/>
                  </a:cubicBezTo>
                  <a:cubicBezTo>
                    <a:pt x="101037" y="20901"/>
                    <a:pt x="94441" y="15507"/>
                    <a:pt x="86654" y="11245"/>
                  </a:cubicBezTo>
                  <a:cubicBezTo>
                    <a:pt x="73804" y="4235"/>
                    <a:pt x="57180" y="0"/>
                    <a:pt x="427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24"/>
            <p:cNvSpPr/>
            <p:nvPr/>
          </p:nvSpPr>
          <p:spPr>
            <a:xfrm>
              <a:off x="625950" y="2432750"/>
              <a:ext cx="6647900" cy="1244800"/>
            </a:xfrm>
            <a:custGeom>
              <a:rect b="b" l="l" r="r" t="t"/>
              <a:pathLst>
                <a:path extrusionOk="0" h="49792" w="265916">
                  <a:moveTo>
                    <a:pt x="41667" y="0"/>
                  </a:moveTo>
                  <a:cubicBezTo>
                    <a:pt x="41386" y="0"/>
                    <a:pt x="41106" y="2"/>
                    <a:pt x="40827" y="5"/>
                  </a:cubicBezTo>
                  <a:cubicBezTo>
                    <a:pt x="19777" y="243"/>
                    <a:pt x="6049" y="2803"/>
                    <a:pt x="1" y="7613"/>
                  </a:cubicBezTo>
                  <a:lnTo>
                    <a:pt x="227" y="7899"/>
                  </a:lnTo>
                  <a:cubicBezTo>
                    <a:pt x="4335" y="4625"/>
                    <a:pt x="14717" y="672"/>
                    <a:pt x="40827" y="362"/>
                  </a:cubicBezTo>
                  <a:cubicBezTo>
                    <a:pt x="41089" y="360"/>
                    <a:pt x="41350" y="358"/>
                    <a:pt x="41613" y="358"/>
                  </a:cubicBezTo>
                  <a:cubicBezTo>
                    <a:pt x="56276" y="358"/>
                    <a:pt x="73363" y="4913"/>
                    <a:pt x="86405" y="12340"/>
                  </a:cubicBezTo>
                  <a:cubicBezTo>
                    <a:pt x="94096" y="16710"/>
                    <a:pt x="100585" y="22210"/>
                    <a:pt x="106871" y="27532"/>
                  </a:cubicBezTo>
                  <a:cubicBezTo>
                    <a:pt x="117111" y="36212"/>
                    <a:pt x="126779" y="44404"/>
                    <a:pt x="141078" y="48035"/>
                  </a:cubicBezTo>
                  <a:cubicBezTo>
                    <a:pt x="145866" y="49249"/>
                    <a:pt x="150405" y="49792"/>
                    <a:pt x="154753" y="49792"/>
                  </a:cubicBezTo>
                  <a:cubicBezTo>
                    <a:pt x="172149" y="49792"/>
                    <a:pt x="186490" y="41108"/>
                    <a:pt x="201502" y="32021"/>
                  </a:cubicBezTo>
                  <a:cubicBezTo>
                    <a:pt x="204645" y="30116"/>
                    <a:pt x="207884" y="28152"/>
                    <a:pt x="211182" y="26258"/>
                  </a:cubicBezTo>
                  <a:cubicBezTo>
                    <a:pt x="217949" y="22353"/>
                    <a:pt x="228064" y="17884"/>
                    <a:pt x="238884" y="17884"/>
                  </a:cubicBezTo>
                  <a:cubicBezTo>
                    <a:pt x="247824" y="17884"/>
                    <a:pt x="257244" y="20936"/>
                    <a:pt x="265653" y="29878"/>
                  </a:cubicBezTo>
                  <a:lnTo>
                    <a:pt x="265915" y="29628"/>
                  </a:lnTo>
                  <a:cubicBezTo>
                    <a:pt x="258521" y="21770"/>
                    <a:pt x="249592" y="17722"/>
                    <a:pt x="239364" y="17567"/>
                  </a:cubicBezTo>
                  <a:cubicBezTo>
                    <a:pt x="239173" y="17564"/>
                    <a:pt x="238981" y="17563"/>
                    <a:pt x="238788" y="17563"/>
                  </a:cubicBezTo>
                  <a:cubicBezTo>
                    <a:pt x="230104" y="17563"/>
                    <a:pt x="220508" y="20451"/>
                    <a:pt x="211003" y="25937"/>
                  </a:cubicBezTo>
                  <a:cubicBezTo>
                    <a:pt x="207717" y="27842"/>
                    <a:pt x="204467" y="29807"/>
                    <a:pt x="201336" y="31700"/>
                  </a:cubicBezTo>
                  <a:cubicBezTo>
                    <a:pt x="186364" y="40762"/>
                    <a:pt x="172056" y="49421"/>
                    <a:pt x="154743" y="49421"/>
                  </a:cubicBezTo>
                  <a:cubicBezTo>
                    <a:pt x="150426" y="49421"/>
                    <a:pt x="145921" y="48883"/>
                    <a:pt x="141173" y="47678"/>
                  </a:cubicBezTo>
                  <a:cubicBezTo>
                    <a:pt x="126945" y="44082"/>
                    <a:pt x="117301" y="35903"/>
                    <a:pt x="107098" y="27259"/>
                  </a:cubicBezTo>
                  <a:cubicBezTo>
                    <a:pt x="100799" y="21925"/>
                    <a:pt x="94298" y="16412"/>
                    <a:pt x="86583" y="12031"/>
                  </a:cubicBezTo>
                  <a:cubicBezTo>
                    <a:pt x="73509" y="4577"/>
                    <a:pt x="56377" y="0"/>
                    <a:pt x="416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24"/>
            <p:cNvSpPr/>
            <p:nvPr/>
          </p:nvSpPr>
          <p:spPr>
            <a:xfrm>
              <a:off x="636675" y="2334800"/>
              <a:ext cx="6637450" cy="1294425"/>
            </a:xfrm>
            <a:custGeom>
              <a:rect b="b" l="l" r="r" t="t"/>
              <a:pathLst>
                <a:path extrusionOk="0" h="51777" w="265498">
                  <a:moveTo>
                    <a:pt x="39287" y="1"/>
                  </a:moveTo>
                  <a:cubicBezTo>
                    <a:pt x="19177" y="1"/>
                    <a:pt x="5968" y="2322"/>
                    <a:pt x="0" y="6900"/>
                  </a:cubicBezTo>
                  <a:lnTo>
                    <a:pt x="227" y="7186"/>
                  </a:lnTo>
                  <a:cubicBezTo>
                    <a:pt x="4311" y="4047"/>
                    <a:pt x="14422" y="359"/>
                    <a:pt x="39404" y="359"/>
                  </a:cubicBezTo>
                  <a:cubicBezTo>
                    <a:pt x="39912" y="359"/>
                    <a:pt x="40426" y="360"/>
                    <a:pt x="40946" y="363"/>
                  </a:cubicBezTo>
                  <a:cubicBezTo>
                    <a:pt x="55781" y="447"/>
                    <a:pt x="73164" y="5340"/>
                    <a:pt x="86309" y="13127"/>
                  </a:cubicBezTo>
                  <a:cubicBezTo>
                    <a:pt x="93917" y="17639"/>
                    <a:pt x="100311" y="23247"/>
                    <a:pt x="106502" y="28676"/>
                  </a:cubicBezTo>
                  <a:cubicBezTo>
                    <a:pt x="116586" y="37535"/>
                    <a:pt x="126111" y="45905"/>
                    <a:pt x="140363" y="49774"/>
                  </a:cubicBezTo>
                  <a:cubicBezTo>
                    <a:pt x="145461" y="51162"/>
                    <a:pt x="150287" y="51777"/>
                    <a:pt x="154911" y="51777"/>
                  </a:cubicBezTo>
                  <a:cubicBezTo>
                    <a:pt x="171899" y="51777"/>
                    <a:pt x="186153" y="43484"/>
                    <a:pt x="201061" y="34808"/>
                  </a:cubicBezTo>
                  <a:cubicBezTo>
                    <a:pt x="204228" y="32963"/>
                    <a:pt x="207503" y="31058"/>
                    <a:pt x="210836" y="29212"/>
                  </a:cubicBezTo>
                  <a:cubicBezTo>
                    <a:pt x="217522" y="25512"/>
                    <a:pt x="227422" y="21326"/>
                    <a:pt x="237978" y="21326"/>
                  </a:cubicBezTo>
                  <a:cubicBezTo>
                    <a:pt x="247122" y="21326"/>
                    <a:pt x="256758" y="24467"/>
                    <a:pt x="265224" y="33784"/>
                  </a:cubicBezTo>
                  <a:lnTo>
                    <a:pt x="265498" y="33546"/>
                  </a:lnTo>
                  <a:cubicBezTo>
                    <a:pt x="258247" y="25569"/>
                    <a:pt x="249377" y="21354"/>
                    <a:pt x="239149" y="21033"/>
                  </a:cubicBezTo>
                  <a:cubicBezTo>
                    <a:pt x="238730" y="21019"/>
                    <a:pt x="238308" y="21012"/>
                    <a:pt x="237884" y="21012"/>
                  </a:cubicBezTo>
                  <a:cubicBezTo>
                    <a:pt x="229391" y="21012"/>
                    <a:pt x="220013" y="23731"/>
                    <a:pt x="210658" y="28903"/>
                  </a:cubicBezTo>
                  <a:cubicBezTo>
                    <a:pt x="207324" y="30748"/>
                    <a:pt x="204050" y="32653"/>
                    <a:pt x="200871" y="34498"/>
                  </a:cubicBezTo>
                  <a:cubicBezTo>
                    <a:pt x="186013" y="43140"/>
                    <a:pt x="171810" y="51406"/>
                    <a:pt x="154899" y="51406"/>
                  </a:cubicBezTo>
                  <a:cubicBezTo>
                    <a:pt x="150304" y="51406"/>
                    <a:pt x="145509" y="50796"/>
                    <a:pt x="140447" y="49417"/>
                  </a:cubicBezTo>
                  <a:cubicBezTo>
                    <a:pt x="126290" y="45571"/>
                    <a:pt x="116789" y="37237"/>
                    <a:pt x="106740" y="28402"/>
                  </a:cubicBezTo>
                  <a:cubicBezTo>
                    <a:pt x="100537" y="22961"/>
                    <a:pt x="94131" y="17342"/>
                    <a:pt x="86499" y="12817"/>
                  </a:cubicBezTo>
                  <a:cubicBezTo>
                    <a:pt x="73295" y="4995"/>
                    <a:pt x="55841" y="89"/>
                    <a:pt x="40958" y="6"/>
                  </a:cubicBezTo>
                  <a:cubicBezTo>
                    <a:pt x="40396" y="3"/>
                    <a:pt x="39839" y="1"/>
                    <a:pt x="392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24"/>
            <p:cNvSpPr/>
            <p:nvPr/>
          </p:nvSpPr>
          <p:spPr>
            <a:xfrm>
              <a:off x="649475" y="2235200"/>
              <a:ext cx="6624950" cy="1345700"/>
            </a:xfrm>
            <a:custGeom>
              <a:rect b="b" l="l" r="r" t="t"/>
              <a:pathLst>
                <a:path extrusionOk="0" h="53828" w="264998">
                  <a:moveTo>
                    <a:pt x="35160" y="0"/>
                  </a:moveTo>
                  <a:cubicBezTo>
                    <a:pt x="17419" y="0"/>
                    <a:pt x="5602" y="2101"/>
                    <a:pt x="0" y="6240"/>
                  </a:cubicBezTo>
                  <a:lnTo>
                    <a:pt x="215" y="6538"/>
                  </a:lnTo>
                  <a:cubicBezTo>
                    <a:pt x="4112" y="3654"/>
                    <a:pt x="13403" y="362"/>
                    <a:pt x="35411" y="362"/>
                  </a:cubicBezTo>
                  <a:cubicBezTo>
                    <a:pt x="37206" y="362"/>
                    <a:pt x="39085" y="384"/>
                    <a:pt x="41053" y="430"/>
                  </a:cubicBezTo>
                  <a:cubicBezTo>
                    <a:pt x="55876" y="787"/>
                    <a:pt x="73176" y="5978"/>
                    <a:pt x="86202" y="13979"/>
                  </a:cubicBezTo>
                  <a:cubicBezTo>
                    <a:pt x="93726" y="18623"/>
                    <a:pt x="100025" y="24350"/>
                    <a:pt x="106109" y="29886"/>
                  </a:cubicBezTo>
                  <a:cubicBezTo>
                    <a:pt x="116039" y="38911"/>
                    <a:pt x="125421" y="47436"/>
                    <a:pt x="139601" y="51567"/>
                  </a:cubicBezTo>
                  <a:cubicBezTo>
                    <a:pt x="145004" y="53139"/>
                    <a:pt x="150116" y="53827"/>
                    <a:pt x="155015" y="53827"/>
                  </a:cubicBezTo>
                  <a:cubicBezTo>
                    <a:pt x="171610" y="53827"/>
                    <a:pt x="185768" y="45925"/>
                    <a:pt x="200549" y="37661"/>
                  </a:cubicBezTo>
                  <a:cubicBezTo>
                    <a:pt x="203752" y="35875"/>
                    <a:pt x="207062" y="34030"/>
                    <a:pt x="210420" y="32244"/>
                  </a:cubicBezTo>
                  <a:cubicBezTo>
                    <a:pt x="217020" y="28737"/>
                    <a:pt x="226700" y="24823"/>
                    <a:pt x="236995" y="24823"/>
                  </a:cubicBezTo>
                  <a:cubicBezTo>
                    <a:pt x="246347" y="24823"/>
                    <a:pt x="256206" y="28053"/>
                    <a:pt x="264724" y="37756"/>
                  </a:cubicBezTo>
                  <a:lnTo>
                    <a:pt x="264998" y="37518"/>
                  </a:lnTo>
                  <a:cubicBezTo>
                    <a:pt x="257890" y="29422"/>
                    <a:pt x="249103" y="25052"/>
                    <a:pt x="238887" y="24552"/>
                  </a:cubicBezTo>
                  <a:cubicBezTo>
                    <a:pt x="238234" y="24520"/>
                    <a:pt x="237575" y="24503"/>
                    <a:pt x="236910" y="24503"/>
                  </a:cubicBezTo>
                  <a:cubicBezTo>
                    <a:pt x="228589" y="24503"/>
                    <a:pt x="219426" y="27049"/>
                    <a:pt x="210253" y="31922"/>
                  </a:cubicBezTo>
                  <a:cubicBezTo>
                    <a:pt x="206883" y="33708"/>
                    <a:pt x="203574" y="35565"/>
                    <a:pt x="200371" y="37351"/>
                  </a:cubicBezTo>
                  <a:cubicBezTo>
                    <a:pt x="185637" y="45583"/>
                    <a:pt x="171528" y="53466"/>
                    <a:pt x="155004" y="53466"/>
                  </a:cubicBezTo>
                  <a:cubicBezTo>
                    <a:pt x="150137" y="53466"/>
                    <a:pt x="145060" y="52782"/>
                    <a:pt x="139696" y="51222"/>
                  </a:cubicBezTo>
                  <a:cubicBezTo>
                    <a:pt x="125599" y="47114"/>
                    <a:pt x="116253" y="38613"/>
                    <a:pt x="106359" y="29612"/>
                  </a:cubicBezTo>
                  <a:cubicBezTo>
                    <a:pt x="100251" y="24064"/>
                    <a:pt x="93941" y="18325"/>
                    <a:pt x="86392" y="13682"/>
                  </a:cubicBezTo>
                  <a:cubicBezTo>
                    <a:pt x="73331" y="5633"/>
                    <a:pt x="55960" y="418"/>
                    <a:pt x="41077" y="73"/>
                  </a:cubicBezTo>
                  <a:cubicBezTo>
                    <a:pt x="39037" y="25"/>
                    <a:pt x="37064" y="0"/>
                    <a:pt x="35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24"/>
            <p:cNvSpPr/>
            <p:nvPr/>
          </p:nvSpPr>
          <p:spPr>
            <a:xfrm>
              <a:off x="664050" y="2134250"/>
              <a:ext cx="6610375" cy="1399125"/>
            </a:xfrm>
            <a:custGeom>
              <a:rect b="b" l="l" r="r" t="t"/>
              <a:pathLst>
                <a:path extrusionOk="0" h="55965" w="264415">
                  <a:moveTo>
                    <a:pt x="31658" y="1"/>
                  </a:moveTo>
                  <a:cubicBezTo>
                    <a:pt x="15910" y="1"/>
                    <a:pt x="5285" y="1898"/>
                    <a:pt x="1" y="5671"/>
                  </a:cubicBezTo>
                  <a:lnTo>
                    <a:pt x="215" y="5968"/>
                  </a:lnTo>
                  <a:cubicBezTo>
                    <a:pt x="3941" y="3311"/>
                    <a:pt x="12454" y="374"/>
                    <a:pt x="31865" y="374"/>
                  </a:cubicBezTo>
                  <a:cubicBezTo>
                    <a:pt x="34721" y="374"/>
                    <a:pt x="37813" y="437"/>
                    <a:pt x="41161" y="575"/>
                  </a:cubicBezTo>
                  <a:cubicBezTo>
                    <a:pt x="55972" y="1182"/>
                    <a:pt x="73177" y="6671"/>
                    <a:pt x="86047" y="14910"/>
                  </a:cubicBezTo>
                  <a:cubicBezTo>
                    <a:pt x="93489" y="19684"/>
                    <a:pt x="99692" y="25518"/>
                    <a:pt x="105681" y="31162"/>
                  </a:cubicBezTo>
                  <a:cubicBezTo>
                    <a:pt x="115456" y="40365"/>
                    <a:pt x="124683" y="49045"/>
                    <a:pt x="138792" y="53427"/>
                  </a:cubicBezTo>
                  <a:cubicBezTo>
                    <a:pt x="144499" y="55196"/>
                    <a:pt x="149895" y="55964"/>
                    <a:pt x="155070" y="55964"/>
                  </a:cubicBezTo>
                  <a:cubicBezTo>
                    <a:pt x="171272" y="55964"/>
                    <a:pt x="185312" y="48439"/>
                    <a:pt x="199966" y="40580"/>
                  </a:cubicBezTo>
                  <a:cubicBezTo>
                    <a:pt x="203205" y="38853"/>
                    <a:pt x="206539" y="37056"/>
                    <a:pt x="209932" y="35329"/>
                  </a:cubicBezTo>
                  <a:cubicBezTo>
                    <a:pt x="216438" y="32021"/>
                    <a:pt x="225885" y="28376"/>
                    <a:pt x="235908" y="28376"/>
                  </a:cubicBezTo>
                  <a:cubicBezTo>
                    <a:pt x="245474" y="28376"/>
                    <a:pt x="255565" y="31695"/>
                    <a:pt x="264129" y="41794"/>
                  </a:cubicBezTo>
                  <a:lnTo>
                    <a:pt x="264415" y="41568"/>
                  </a:lnTo>
                  <a:cubicBezTo>
                    <a:pt x="257438" y="33341"/>
                    <a:pt x="248734" y="28828"/>
                    <a:pt x="238519" y="28138"/>
                  </a:cubicBezTo>
                  <a:cubicBezTo>
                    <a:pt x="237634" y="28078"/>
                    <a:pt x="236737" y="28048"/>
                    <a:pt x="235830" y="28048"/>
                  </a:cubicBezTo>
                  <a:cubicBezTo>
                    <a:pt x="227710" y="28048"/>
                    <a:pt x="218762" y="30434"/>
                    <a:pt x="209765" y="35008"/>
                  </a:cubicBezTo>
                  <a:cubicBezTo>
                    <a:pt x="206372" y="36734"/>
                    <a:pt x="203026" y="38532"/>
                    <a:pt x="199800" y="40258"/>
                  </a:cubicBezTo>
                  <a:cubicBezTo>
                    <a:pt x="185191" y="48086"/>
                    <a:pt x="171191" y="55586"/>
                    <a:pt x="155054" y="55586"/>
                  </a:cubicBezTo>
                  <a:cubicBezTo>
                    <a:pt x="149912" y="55586"/>
                    <a:pt x="144552" y="54824"/>
                    <a:pt x="138887" y="53069"/>
                  </a:cubicBezTo>
                  <a:cubicBezTo>
                    <a:pt x="124862" y="48724"/>
                    <a:pt x="115658" y="40068"/>
                    <a:pt x="105931" y="30900"/>
                  </a:cubicBezTo>
                  <a:cubicBezTo>
                    <a:pt x="99918" y="25245"/>
                    <a:pt x="93715" y="19387"/>
                    <a:pt x="86238" y="14612"/>
                  </a:cubicBezTo>
                  <a:cubicBezTo>
                    <a:pt x="73320" y="6337"/>
                    <a:pt x="56055" y="813"/>
                    <a:pt x="41173" y="206"/>
                  </a:cubicBezTo>
                  <a:cubicBezTo>
                    <a:pt x="37818" y="69"/>
                    <a:pt x="34646" y="1"/>
                    <a:pt x="316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646" name="Google Shape;646;p24"/>
          <p:cNvPicPr preferRelativeResize="0"/>
          <p:nvPr/>
        </p:nvPicPr>
        <p:blipFill rotWithShape="1">
          <a:blip r:embed="rId3">
            <a:alphaModFix/>
          </a:blip>
          <a:srcRect b="709" l="0" r="0" t="699"/>
          <a:stretch/>
        </p:blipFill>
        <p:spPr>
          <a:xfrm>
            <a:off x="1057851" y="4283600"/>
            <a:ext cx="693473" cy="656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647" name="Google Shape;647;p24"/>
          <p:cNvPicPr preferRelativeResize="0"/>
          <p:nvPr/>
        </p:nvPicPr>
        <p:blipFill rotWithShape="1">
          <a:blip r:embed="rId4">
            <a:alphaModFix/>
          </a:blip>
          <a:srcRect b="700" l="0" r="0" t="700"/>
          <a:stretch/>
        </p:blipFill>
        <p:spPr>
          <a:xfrm>
            <a:off x="164062" y="165300"/>
            <a:ext cx="433501" cy="410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48" name="Google Shape;648;p24"/>
          <p:cNvGrpSpPr/>
          <p:nvPr/>
        </p:nvGrpSpPr>
        <p:grpSpPr>
          <a:xfrm rot="338904">
            <a:off x="4237614" y="-904602"/>
            <a:ext cx="5320905" cy="1664519"/>
            <a:chOff x="603050" y="2134250"/>
            <a:chExt cx="6671375" cy="1887675"/>
          </a:xfrm>
        </p:grpSpPr>
        <p:sp>
          <p:nvSpPr>
            <p:cNvPr id="649" name="Google Shape;649;p24"/>
            <p:cNvSpPr/>
            <p:nvPr/>
          </p:nvSpPr>
          <p:spPr>
            <a:xfrm>
              <a:off x="608100" y="2949275"/>
              <a:ext cx="6665750" cy="1072650"/>
            </a:xfrm>
            <a:custGeom>
              <a:rect b="b" l="l" r="r" t="t"/>
              <a:pathLst>
                <a:path extrusionOk="0" h="42906" w="266630">
                  <a:moveTo>
                    <a:pt x="242926" y="0"/>
                  </a:moveTo>
                  <a:cubicBezTo>
                    <a:pt x="241564" y="0"/>
                    <a:pt x="240185" y="76"/>
                    <a:pt x="238792" y="228"/>
                  </a:cubicBezTo>
                  <a:cubicBezTo>
                    <a:pt x="230005" y="1168"/>
                    <a:pt x="220635" y="5240"/>
                    <a:pt x="211670" y="11979"/>
                  </a:cubicBezTo>
                  <a:cubicBezTo>
                    <a:pt x="208634" y="14265"/>
                    <a:pt x="205645" y="16611"/>
                    <a:pt x="202764" y="18885"/>
                  </a:cubicBezTo>
                  <a:cubicBezTo>
                    <a:pt x="187340" y="31016"/>
                    <a:pt x="172685" y="42543"/>
                    <a:pt x="152232" y="42543"/>
                  </a:cubicBezTo>
                  <a:cubicBezTo>
                    <a:pt x="149902" y="42543"/>
                    <a:pt x="147497" y="42394"/>
                    <a:pt x="145007" y="42078"/>
                  </a:cubicBezTo>
                  <a:cubicBezTo>
                    <a:pt x="130433" y="40233"/>
                    <a:pt x="119873" y="33291"/>
                    <a:pt x="108693" y="25957"/>
                  </a:cubicBezTo>
                  <a:cubicBezTo>
                    <a:pt x="101799" y="21433"/>
                    <a:pt x="94667" y="16754"/>
                    <a:pt x="86476" y="13337"/>
                  </a:cubicBezTo>
                  <a:cubicBezTo>
                    <a:pt x="75578" y="8791"/>
                    <a:pt x="62424" y="6298"/>
                    <a:pt x="50215" y="6298"/>
                  </a:cubicBezTo>
                  <a:cubicBezTo>
                    <a:pt x="46564" y="6298"/>
                    <a:pt x="42997" y="6521"/>
                    <a:pt x="39601" y="6979"/>
                  </a:cubicBezTo>
                  <a:cubicBezTo>
                    <a:pt x="18729" y="9788"/>
                    <a:pt x="5418" y="14003"/>
                    <a:pt x="0" y="19504"/>
                  </a:cubicBezTo>
                  <a:lnTo>
                    <a:pt x="262" y="19766"/>
                  </a:lnTo>
                  <a:cubicBezTo>
                    <a:pt x="3941" y="16015"/>
                    <a:pt x="13764" y="10824"/>
                    <a:pt x="39648" y="7348"/>
                  </a:cubicBezTo>
                  <a:cubicBezTo>
                    <a:pt x="43028" y="6893"/>
                    <a:pt x="46578" y="6672"/>
                    <a:pt x="50211" y="6672"/>
                  </a:cubicBezTo>
                  <a:cubicBezTo>
                    <a:pt x="62374" y="6672"/>
                    <a:pt x="75481" y="9153"/>
                    <a:pt x="86345" y="13682"/>
                  </a:cubicBezTo>
                  <a:cubicBezTo>
                    <a:pt x="94500" y="17075"/>
                    <a:pt x="101620" y="21742"/>
                    <a:pt x="108502" y="26255"/>
                  </a:cubicBezTo>
                  <a:cubicBezTo>
                    <a:pt x="119718" y="33625"/>
                    <a:pt x="130314" y="40578"/>
                    <a:pt x="144959" y="42435"/>
                  </a:cubicBezTo>
                  <a:cubicBezTo>
                    <a:pt x="147474" y="42754"/>
                    <a:pt x="149902" y="42906"/>
                    <a:pt x="152253" y="42906"/>
                  </a:cubicBezTo>
                  <a:cubicBezTo>
                    <a:pt x="172815" y="42906"/>
                    <a:pt x="187519" y="31340"/>
                    <a:pt x="202990" y="19171"/>
                  </a:cubicBezTo>
                  <a:cubicBezTo>
                    <a:pt x="205871" y="16908"/>
                    <a:pt x="208860" y="14563"/>
                    <a:pt x="211896" y="12277"/>
                  </a:cubicBezTo>
                  <a:cubicBezTo>
                    <a:pt x="219006" y="6920"/>
                    <a:pt x="230335" y="312"/>
                    <a:pt x="242921" y="312"/>
                  </a:cubicBezTo>
                  <a:cubicBezTo>
                    <a:pt x="250504" y="312"/>
                    <a:pt x="258543" y="2711"/>
                    <a:pt x="266391" y="9229"/>
                  </a:cubicBezTo>
                  <a:lnTo>
                    <a:pt x="266629" y="8943"/>
                  </a:lnTo>
                  <a:cubicBezTo>
                    <a:pt x="259467" y="3004"/>
                    <a:pt x="251508" y="0"/>
                    <a:pt x="2429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24"/>
            <p:cNvSpPr/>
            <p:nvPr/>
          </p:nvSpPr>
          <p:spPr>
            <a:xfrm>
              <a:off x="604525" y="2938825"/>
              <a:ext cx="6669025" cy="1033425"/>
            </a:xfrm>
            <a:custGeom>
              <a:rect b="b" l="l" r="r" t="t"/>
              <a:pathLst>
                <a:path extrusionOk="0" h="41337" w="266761">
                  <a:moveTo>
                    <a:pt x="242560" y="0"/>
                  </a:moveTo>
                  <a:cubicBezTo>
                    <a:pt x="241419" y="0"/>
                    <a:pt x="240266" y="53"/>
                    <a:pt x="239102" y="158"/>
                  </a:cubicBezTo>
                  <a:cubicBezTo>
                    <a:pt x="230303" y="955"/>
                    <a:pt x="220850" y="4861"/>
                    <a:pt x="211765" y="11445"/>
                  </a:cubicBezTo>
                  <a:cubicBezTo>
                    <a:pt x="208693" y="13683"/>
                    <a:pt x="205669" y="15969"/>
                    <a:pt x="202752" y="18184"/>
                  </a:cubicBezTo>
                  <a:cubicBezTo>
                    <a:pt x="187359" y="29863"/>
                    <a:pt x="172728" y="40966"/>
                    <a:pt x="152762" y="40966"/>
                  </a:cubicBezTo>
                  <a:cubicBezTo>
                    <a:pt x="150135" y="40966"/>
                    <a:pt x="147416" y="40773"/>
                    <a:pt x="144590" y="40365"/>
                  </a:cubicBezTo>
                  <a:cubicBezTo>
                    <a:pt x="130064" y="38269"/>
                    <a:pt x="119623" y="31150"/>
                    <a:pt x="108574" y="23613"/>
                  </a:cubicBezTo>
                  <a:cubicBezTo>
                    <a:pt x="101751" y="18969"/>
                    <a:pt x="94703" y="14171"/>
                    <a:pt x="86571" y="10611"/>
                  </a:cubicBezTo>
                  <a:cubicBezTo>
                    <a:pt x="75309" y="5677"/>
                    <a:pt x="61560" y="2931"/>
                    <a:pt x="48931" y="2931"/>
                  </a:cubicBezTo>
                  <a:cubicBezTo>
                    <a:pt x="45806" y="2931"/>
                    <a:pt x="42749" y="3099"/>
                    <a:pt x="39815" y="3444"/>
                  </a:cubicBezTo>
                  <a:cubicBezTo>
                    <a:pt x="18908" y="5885"/>
                    <a:pt x="5513" y="9861"/>
                    <a:pt x="1" y="15279"/>
                  </a:cubicBezTo>
                  <a:lnTo>
                    <a:pt x="251" y="15529"/>
                  </a:lnTo>
                  <a:cubicBezTo>
                    <a:pt x="4001" y="11850"/>
                    <a:pt x="13919" y="6825"/>
                    <a:pt x="39851" y="3801"/>
                  </a:cubicBezTo>
                  <a:cubicBezTo>
                    <a:pt x="42768" y="3459"/>
                    <a:pt x="45807" y="3292"/>
                    <a:pt x="48914" y="3292"/>
                  </a:cubicBezTo>
                  <a:cubicBezTo>
                    <a:pt x="61497" y="3292"/>
                    <a:pt x="75199" y="6027"/>
                    <a:pt x="86428" y="10945"/>
                  </a:cubicBezTo>
                  <a:cubicBezTo>
                    <a:pt x="94524" y="14493"/>
                    <a:pt x="101561" y="19279"/>
                    <a:pt x="108359" y="23922"/>
                  </a:cubicBezTo>
                  <a:cubicBezTo>
                    <a:pt x="119456" y="31471"/>
                    <a:pt x="129922" y="38615"/>
                    <a:pt x="144542" y="40734"/>
                  </a:cubicBezTo>
                  <a:cubicBezTo>
                    <a:pt x="147384" y="41144"/>
                    <a:pt x="150118" y="41337"/>
                    <a:pt x="152759" y="41337"/>
                  </a:cubicBezTo>
                  <a:cubicBezTo>
                    <a:pt x="172836" y="41337"/>
                    <a:pt x="187520" y="30193"/>
                    <a:pt x="202966" y="18481"/>
                  </a:cubicBezTo>
                  <a:cubicBezTo>
                    <a:pt x="205883" y="16267"/>
                    <a:pt x="208908" y="13969"/>
                    <a:pt x="211979" y="11742"/>
                  </a:cubicBezTo>
                  <a:cubicBezTo>
                    <a:pt x="219066" y="6599"/>
                    <a:pt x="230260" y="308"/>
                    <a:pt x="242600" y="308"/>
                  </a:cubicBezTo>
                  <a:cubicBezTo>
                    <a:pt x="250370" y="308"/>
                    <a:pt x="258594" y="2802"/>
                    <a:pt x="266534" y="9647"/>
                  </a:cubicBezTo>
                  <a:lnTo>
                    <a:pt x="266760" y="9373"/>
                  </a:lnTo>
                  <a:cubicBezTo>
                    <a:pt x="259527" y="3141"/>
                    <a:pt x="251396" y="0"/>
                    <a:pt x="242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24"/>
            <p:cNvSpPr/>
            <p:nvPr/>
          </p:nvSpPr>
          <p:spPr>
            <a:xfrm>
              <a:off x="603050" y="2916775"/>
              <a:ext cx="6670800" cy="1005800"/>
            </a:xfrm>
            <a:custGeom>
              <a:rect b="b" l="l" r="r" t="t"/>
              <a:pathLst>
                <a:path extrusionOk="0" h="40232" w="266832">
                  <a:moveTo>
                    <a:pt x="47581" y="0"/>
                  </a:moveTo>
                  <a:cubicBezTo>
                    <a:pt x="44993" y="0"/>
                    <a:pt x="42457" y="119"/>
                    <a:pt x="40005" y="361"/>
                  </a:cubicBezTo>
                  <a:cubicBezTo>
                    <a:pt x="19062" y="2445"/>
                    <a:pt x="5608" y="6183"/>
                    <a:pt x="0" y="11505"/>
                  </a:cubicBezTo>
                  <a:lnTo>
                    <a:pt x="250" y="11767"/>
                  </a:lnTo>
                  <a:cubicBezTo>
                    <a:pt x="4060" y="8148"/>
                    <a:pt x="14061" y="3302"/>
                    <a:pt x="40041" y="730"/>
                  </a:cubicBezTo>
                  <a:cubicBezTo>
                    <a:pt x="42490" y="487"/>
                    <a:pt x="45023" y="368"/>
                    <a:pt x="47608" y="368"/>
                  </a:cubicBezTo>
                  <a:cubicBezTo>
                    <a:pt x="60603" y="368"/>
                    <a:pt x="74908" y="3370"/>
                    <a:pt x="86487" y="8683"/>
                  </a:cubicBezTo>
                  <a:cubicBezTo>
                    <a:pt x="94524" y="12362"/>
                    <a:pt x="101477" y="17292"/>
                    <a:pt x="108192" y="22042"/>
                  </a:cubicBezTo>
                  <a:cubicBezTo>
                    <a:pt x="119146" y="29793"/>
                    <a:pt x="129504" y="37116"/>
                    <a:pt x="144078" y="39473"/>
                  </a:cubicBezTo>
                  <a:cubicBezTo>
                    <a:pt x="147258" y="39990"/>
                    <a:pt x="150307" y="40232"/>
                    <a:pt x="153246" y="40232"/>
                  </a:cubicBezTo>
                  <a:cubicBezTo>
                    <a:pt x="172829" y="40232"/>
                    <a:pt x="187478" y="29509"/>
                    <a:pt x="202883" y="18256"/>
                  </a:cubicBezTo>
                  <a:cubicBezTo>
                    <a:pt x="205835" y="16089"/>
                    <a:pt x="208895" y="13851"/>
                    <a:pt x="212015" y="11672"/>
                  </a:cubicBezTo>
                  <a:cubicBezTo>
                    <a:pt x="219065" y="6740"/>
                    <a:pt x="230090" y="772"/>
                    <a:pt x="242173" y="772"/>
                  </a:cubicBezTo>
                  <a:cubicBezTo>
                    <a:pt x="250128" y="772"/>
                    <a:pt x="258541" y="3359"/>
                    <a:pt x="266581" y="10529"/>
                  </a:cubicBezTo>
                  <a:lnTo>
                    <a:pt x="266831" y="10255"/>
                  </a:lnTo>
                  <a:cubicBezTo>
                    <a:pt x="259528" y="3740"/>
                    <a:pt x="251234" y="461"/>
                    <a:pt x="242138" y="461"/>
                  </a:cubicBezTo>
                  <a:cubicBezTo>
                    <a:pt x="241209" y="461"/>
                    <a:pt x="240272" y="495"/>
                    <a:pt x="239328" y="563"/>
                  </a:cubicBezTo>
                  <a:cubicBezTo>
                    <a:pt x="230517" y="1206"/>
                    <a:pt x="220992" y="4945"/>
                    <a:pt x="211800" y="11374"/>
                  </a:cubicBezTo>
                  <a:cubicBezTo>
                    <a:pt x="208681" y="13553"/>
                    <a:pt x="205621" y="15791"/>
                    <a:pt x="202668" y="17958"/>
                  </a:cubicBezTo>
                  <a:cubicBezTo>
                    <a:pt x="187317" y="29187"/>
                    <a:pt x="172706" y="39865"/>
                    <a:pt x="153219" y="39865"/>
                  </a:cubicBezTo>
                  <a:cubicBezTo>
                    <a:pt x="150307" y="39865"/>
                    <a:pt x="147286" y="39627"/>
                    <a:pt x="144137" y="39116"/>
                  </a:cubicBezTo>
                  <a:cubicBezTo>
                    <a:pt x="129635" y="36770"/>
                    <a:pt x="119325" y="29472"/>
                    <a:pt x="108406" y="21745"/>
                  </a:cubicBezTo>
                  <a:cubicBezTo>
                    <a:pt x="101679" y="16982"/>
                    <a:pt x="94702" y="12053"/>
                    <a:pt x="86642" y="8350"/>
                  </a:cubicBezTo>
                  <a:cubicBezTo>
                    <a:pt x="75006" y="3014"/>
                    <a:pt x="60634" y="0"/>
                    <a:pt x="475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24"/>
            <p:cNvSpPr/>
            <p:nvPr/>
          </p:nvSpPr>
          <p:spPr>
            <a:xfrm>
              <a:off x="603625" y="2820875"/>
              <a:ext cx="6670225" cy="1052250"/>
            </a:xfrm>
            <a:custGeom>
              <a:rect b="b" l="l" r="r" t="t"/>
              <a:pathLst>
                <a:path extrusionOk="0" h="42090" w="266809">
                  <a:moveTo>
                    <a:pt x="46344" y="0"/>
                  </a:moveTo>
                  <a:cubicBezTo>
                    <a:pt x="44253" y="0"/>
                    <a:pt x="42198" y="80"/>
                    <a:pt x="40196" y="244"/>
                  </a:cubicBezTo>
                  <a:cubicBezTo>
                    <a:pt x="19218" y="1959"/>
                    <a:pt x="5692" y="5471"/>
                    <a:pt x="1" y="10686"/>
                  </a:cubicBezTo>
                  <a:lnTo>
                    <a:pt x="239" y="10948"/>
                  </a:lnTo>
                  <a:cubicBezTo>
                    <a:pt x="4120" y="7400"/>
                    <a:pt x="14193" y="2721"/>
                    <a:pt x="40220" y="601"/>
                  </a:cubicBezTo>
                  <a:cubicBezTo>
                    <a:pt x="42208" y="440"/>
                    <a:pt x="44249" y="360"/>
                    <a:pt x="46327" y="360"/>
                  </a:cubicBezTo>
                  <a:cubicBezTo>
                    <a:pt x="59706" y="360"/>
                    <a:pt x="74600" y="3646"/>
                    <a:pt x="86524" y="9376"/>
                  </a:cubicBezTo>
                  <a:cubicBezTo>
                    <a:pt x="94501" y="13198"/>
                    <a:pt x="101359" y="18234"/>
                    <a:pt x="107991" y="23104"/>
                  </a:cubicBezTo>
                  <a:cubicBezTo>
                    <a:pt x="118813" y="31046"/>
                    <a:pt x="129029" y="38546"/>
                    <a:pt x="143566" y="41166"/>
                  </a:cubicBezTo>
                  <a:cubicBezTo>
                    <a:pt x="147069" y="41797"/>
                    <a:pt x="150419" y="42090"/>
                    <a:pt x="153641" y="42090"/>
                  </a:cubicBezTo>
                  <a:cubicBezTo>
                    <a:pt x="172769" y="42090"/>
                    <a:pt x="187383" y="31783"/>
                    <a:pt x="202729" y="20961"/>
                  </a:cubicBezTo>
                  <a:cubicBezTo>
                    <a:pt x="205729" y="18854"/>
                    <a:pt x="208825" y="16663"/>
                    <a:pt x="211980" y="14543"/>
                  </a:cubicBezTo>
                  <a:cubicBezTo>
                    <a:pt x="218983" y="9825"/>
                    <a:pt x="229850" y="4171"/>
                    <a:pt x="241687" y="4171"/>
                  </a:cubicBezTo>
                  <a:cubicBezTo>
                    <a:pt x="249833" y="4171"/>
                    <a:pt x="258438" y="6849"/>
                    <a:pt x="266558" y="14353"/>
                  </a:cubicBezTo>
                  <a:lnTo>
                    <a:pt x="266808" y="14091"/>
                  </a:lnTo>
                  <a:cubicBezTo>
                    <a:pt x="259457" y="7303"/>
                    <a:pt x="251007" y="3862"/>
                    <a:pt x="241659" y="3862"/>
                  </a:cubicBezTo>
                  <a:cubicBezTo>
                    <a:pt x="240939" y="3862"/>
                    <a:pt x="240214" y="3882"/>
                    <a:pt x="239483" y="3923"/>
                  </a:cubicBezTo>
                  <a:cubicBezTo>
                    <a:pt x="230661" y="4411"/>
                    <a:pt x="221076" y="7971"/>
                    <a:pt x="211777" y="14246"/>
                  </a:cubicBezTo>
                  <a:cubicBezTo>
                    <a:pt x="208622" y="16365"/>
                    <a:pt x="205515" y="18556"/>
                    <a:pt x="202526" y="20663"/>
                  </a:cubicBezTo>
                  <a:cubicBezTo>
                    <a:pt x="187233" y="31450"/>
                    <a:pt x="172655" y="41722"/>
                    <a:pt x="153612" y="41722"/>
                  </a:cubicBezTo>
                  <a:cubicBezTo>
                    <a:pt x="150417" y="41722"/>
                    <a:pt x="147097" y="41433"/>
                    <a:pt x="143626" y="40809"/>
                  </a:cubicBezTo>
                  <a:cubicBezTo>
                    <a:pt x="129172" y="38201"/>
                    <a:pt x="118992" y="30724"/>
                    <a:pt x="108205" y="22806"/>
                  </a:cubicBezTo>
                  <a:cubicBezTo>
                    <a:pt x="101561" y="17925"/>
                    <a:pt x="94679" y="12877"/>
                    <a:pt x="86678" y="9043"/>
                  </a:cubicBezTo>
                  <a:cubicBezTo>
                    <a:pt x="74718" y="3305"/>
                    <a:pt x="59772" y="0"/>
                    <a:pt x="463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24"/>
            <p:cNvSpPr/>
            <p:nvPr/>
          </p:nvSpPr>
          <p:spPr>
            <a:xfrm>
              <a:off x="606025" y="2724425"/>
              <a:ext cx="6667825" cy="1099375"/>
            </a:xfrm>
            <a:custGeom>
              <a:rect b="b" l="l" r="r" t="t"/>
              <a:pathLst>
                <a:path extrusionOk="0" h="43975" w="266713">
                  <a:moveTo>
                    <a:pt x="45120" y="1"/>
                  </a:moveTo>
                  <a:cubicBezTo>
                    <a:pt x="43512" y="1"/>
                    <a:pt x="41927" y="50"/>
                    <a:pt x="40374" y="149"/>
                  </a:cubicBezTo>
                  <a:cubicBezTo>
                    <a:pt x="19372" y="1495"/>
                    <a:pt x="5787" y="4769"/>
                    <a:pt x="0" y="9889"/>
                  </a:cubicBezTo>
                  <a:lnTo>
                    <a:pt x="250" y="10150"/>
                  </a:lnTo>
                  <a:cubicBezTo>
                    <a:pt x="4191" y="6674"/>
                    <a:pt x="14335" y="2185"/>
                    <a:pt x="40410" y="518"/>
                  </a:cubicBezTo>
                  <a:cubicBezTo>
                    <a:pt x="41956" y="419"/>
                    <a:pt x="43534" y="370"/>
                    <a:pt x="45136" y="370"/>
                  </a:cubicBezTo>
                  <a:cubicBezTo>
                    <a:pt x="58853" y="370"/>
                    <a:pt x="74318" y="3961"/>
                    <a:pt x="86547" y="10091"/>
                  </a:cubicBezTo>
                  <a:cubicBezTo>
                    <a:pt x="94441" y="14044"/>
                    <a:pt x="101227" y="19211"/>
                    <a:pt x="107776" y="24188"/>
                  </a:cubicBezTo>
                  <a:cubicBezTo>
                    <a:pt x="118432" y="32332"/>
                    <a:pt x="128528" y="39999"/>
                    <a:pt x="143018" y="42869"/>
                  </a:cubicBezTo>
                  <a:cubicBezTo>
                    <a:pt x="146843" y="43627"/>
                    <a:pt x="150492" y="43975"/>
                    <a:pt x="153996" y="43975"/>
                  </a:cubicBezTo>
                  <a:cubicBezTo>
                    <a:pt x="172677" y="43975"/>
                    <a:pt x="187246" y="34086"/>
                    <a:pt x="202525" y="23700"/>
                  </a:cubicBezTo>
                  <a:cubicBezTo>
                    <a:pt x="205562" y="21640"/>
                    <a:pt x="208693" y="19509"/>
                    <a:pt x="211884" y="17449"/>
                  </a:cubicBezTo>
                  <a:cubicBezTo>
                    <a:pt x="218840" y="12936"/>
                    <a:pt x="229526" y="7594"/>
                    <a:pt x="241107" y="7594"/>
                  </a:cubicBezTo>
                  <a:cubicBezTo>
                    <a:pt x="249447" y="7594"/>
                    <a:pt x="258252" y="10365"/>
                    <a:pt x="266462" y="18211"/>
                  </a:cubicBezTo>
                  <a:lnTo>
                    <a:pt x="266712" y="17949"/>
                  </a:lnTo>
                  <a:cubicBezTo>
                    <a:pt x="259310" y="10864"/>
                    <a:pt x="250693" y="7276"/>
                    <a:pt x="241074" y="7276"/>
                  </a:cubicBezTo>
                  <a:cubicBezTo>
                    <a:pt x="240574" y="7276"/>
                    <a:pt x="240071" y="7285"/>
                    <a:pt x="239566" y="7305"/>
                  </a:cubicBezTo>
                  <a:cubicBezTo>
                    <a:pt x="230731" y="7638"/>
                    <a:pt x="221099" y="11043"/>
                    <a:pt x="211681" y="17139"/>
                  </a:cubicBezTo>
                  <a:cubicBezTo>
                    <a:pt x="208490" y="19211"/>
                    <a:pt x="205359" y="21342"/>
                    <a:pt x="202323" y="23402"/>
                  </a:cubicBezTo>
                  <a:cubicBezTo>
                    <a:pt x="187090" y="33751"/>
                    <a:pt x="172575" y="43610"/>
                    <a:pt x="153990" y="43610"/>
                  </a:cubicBezTo>
                  <a:cubicBezTo>
                    <a:pt x="150510" y="43610"/>
                    <a:pt x="146887" y="43265"/>
                    <a:pt x="143089" y="42512"/>
                  </a:cubicBezTo>
                  <a:cubicBezTo>
                    <a:pt x="128683" y="39654"/>
                    <a:pt x="118622" y="31998"/>
                    <a:pt x="107990" y="23902"/>
                  </a:cubicBezTo>
                  <a:cubicBezTo>
                    <a:pt x="101418" y="18913"/>
                    <a:pt x="94631" y="13734"/>
                    <a:pt x="86701" y="9758"/>
                  </a:cubicBezTo>
                  <a:cubicBezTo>
                    <a:pt x="74419" y="3595"/>
                    <a:pt x="58900" y="1"/>
                    <a:pt x="45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24"/>
            <p:cNvSpPr/>
            <p:nvPr/>
          </p:nvSpPr>
          <p:spPr>
            <a:xfrm>
              <a:off x="610775" y="2627700"/>
              <a:ext cx="6663075" cy="1147100"/>
            </a:xfrm>
            <a:custGeom>
              <a:rect b="b" l="l" r="r" t="t"/>
              <a:pathLst>
                <a:path extrusionOk="0" h="45884" w="266523">
                  <a:moveTo>
                    <a:pt x="43919" y="0"/>
                  </a:moveTo>
                  <a:cubicBezTo>
                    <a:pt x="42779" y="0"/>
                    <a:pt x="41652" y="26"/>
                    <a:pt x="40541" y="77"/>
                  </a:cubicBezTo>
                  <a:cubicBezTo>
                    <a:pt x="19515" y="1054"/>
                    <a:pt x="5870" y="4090"/>
                    <a:pt x="1" y="9102"/>
                  </a:cubicBezTo>
                  <a:lnTo>
                    <a:pt x="239" y="9376"/>
                  </a:lnTo>
                  <a:cubicBezTo>
                    <a:pt x="4227" y="5971"/>
                    <a:pt x="14467" y="1649"/>
                    <a:pt x="40553" y="434"/>
                  </a:cubicBezTo>
                  <a:cubicBezTo>
                    <a:pt x="41663" y="383"/>
                    <a:pt x="42788" y="357"/>
                    <a:pt x="43926" y="357"/>
                  </a:cubicBezTo>
                  <a:cubicBezTo>
                    <a:pt x="57980" y="357"/>
                    <a:pt x="73989" y="4252"/>
                    <a:pt x="86523" y="10817"/>
                  </a:cubicBezTo>
                  <a:cubicBezTo>
                    <a:pt x="94346" y="14912"/>
                    <a:pt x="101037" y="20187"/>
                    <a:pt x="107502" y="25283"/>
                  </a:cubicBezTo>
                  <a:cubicBezTo>
                    <a:pt x="118039" y="33593"/>
                    <a:pt x="127981" y="41451"/>
                    <a:pt x="142411" y="44571"/>
                  </a:cubicBezTo>
                  <a:cubicBezTo>
                    <a:pt x="146566" y="45473"/>
                    <a:pt x="150520" y="45883"/>
                    <a:pt x="154313" y="45883"/>
                  </a:cubicBezTo>
                  <a:cubicBezTo>
                    <a:pt x="172548" y="45883"/>
                    <a:pt x="187052" y="36397"/>
                    <a:pt x="202240" y="26461"/>
                  </a:cubicBezTo>
                  <a:cubicBezTo>
                    <a:pt x="205312" y="24449"/>
                    <a:pt x="208491" y="22378"/>
                    <a:pt x="211706" y="20365"/>
                  </a:cubicBezTo>
                  <a:cubicBezTo>
                    <a:pt x="218611" y="16054"/>
                    <a:pt x="229117" y="11007"/>
                    <a:pt x="240446" y="11007"/>
                  </a:cubicBezTo>
                  <a:cubicBezTo>
                    <a:pt x="248983" y="11007"/>
                    <a:pt x="257988" y="13873"/>
                    <a:pt x="266272" y="22080"/>
                  </a:cubicBezTo>
                  <a:lnTo>
                    <a:pt x="266522" y="21818"/>
                  </a:lnTo>
                  <a:cubicBezTo>
                    <a:pt x="259063" y="14429"/>
                    <a:pt x="250259" y="10690"/>
                    <a:pt x="240352" y="10690"/>
                  </a:cubicBezTo>
                  <a:cubicBezTo>
                    <a:pt x="240091" y="10690"/>
                    <a:pt x="239829" y="10692"/>
                    <a:pt x="239566" y="10698"/>
                  </a:cubicBezTo>
                  <a:cubicBezTo>
                    <a:pt x="230732" y="10876"/>
                    <a:pt x="221040" y="14115"/>
                    <a:pt x="211515" y="20056"/>
                  </a:cubicBezTo>
                  <a:cubicBezTo>
                    <a:pt x="208300" y="22068"/>
                    <a:pt x="205122" y="24152"/>
                    <a:pt x="202050" y="26152"/>
                  </a:cubicBezTo>
                  <a:cubicBezTo>
                    <a:pt x="186888" y="36065"/>
                    <a:pt x="172430" y="45521"/>
                    <a:pt x="154274" y="45521"/>
                  </a:cubicBezTo>
                  <a:cubicBezTo>
                    <a:pt x="150515" y="45521"/>
                    <a:pt x="146598" y="45116"/>
                    <a:pt x="142483" y="44226"/>
                  </a:cubicBezTo>
                  <a:cubicBezTo>
                    <a:pt x="128136" y="41118"/>
                    <a:pt x="118218" y="33284"/>
                    <a:pt x="107716" y="24997"/>
                  </a:cubicBezTo>
                  <a:cubicBezTo>
                    <a:pt x="101239" y="19889"/>
                    <a:pt x="94548" y="14603"/>
                    <a:pt x="86690" y="10495"/>
                  </a:cubicBezTo>
                  <a:cubicBezTo>
                    <a:pt x="74109" y="3907"/>
                    <a:pt x="58032" y="0"/>
                    <a:pt x="439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24"/>
            <p:cNvSpPr/>
            <p:nvPr/>
          </p:nvSpPr>
          <p:spPr>
            <a:xfrm>
              <a:off x="617325" y="2530375"/>
              <a:ext cx="6656525" cy="1195600"/>
            </a:xfrm>
            <a:custGeom>
              <a:rect b="b" l="l" r="r" t="t"/>
              <a:pathLst>
                <a:path extrusionOk="0" h="47824" w="266261">
                  <a:moveTo>
                    <a:pt x="42753" y="0"/>
                  </a:moveTo>
                  <a:cubicBezTo>
                    <a:pt x="42062" y="0"/>
                    <a:pt x="41376" y="10"/>
                    <a:pt x="40696" y="29"/>
                  </a:cubicBezTo>
                  <a:cubicBezTo>
                    <a:pt x="19646" y="637"/>
                    <a:pt x="5966" y="3435"/>
                    <a:pt x="1" y="8352"/>
                  </a:cubicBezTo>
                  <a:lnTo>
                    <a:pt x="227" y="8626"/>
                  </a:lnTo>
                  <a:cubicBezTo>
                    <a:pt x="4287" y="5292"/>
                    <a:pt x="14598" y="1149"/>
                    <a:pt x="40696" y="387"/>
                  </a:cubicBezTo>
                  <a:cubicBezTo>
                    <a:pt x="41375" y="367"/>
                    <a:pt x="42061" y="357"/>
                    <a:pt x="42751" y="357"/>
                  </a:cubicBezTo>
                  <a:cubicBezTo>
                    <a:pt x="57119" y="357"/>
                    <a:pt x="73684" y="4580"/>
                    <a:pt x="86476" y="11566"/>
                  </a:cubicBezTo>
                  <a:cubicBezTo>
                    <a:pt x="94239" y="15805"/>
                    <a:pt x="100823" y="21199"/>
                    <a:pt x="107193" y="26402"/>
                  </a:cubicBezTo>
                  <a:cubicBezTo>
                    <a:pt x="117587" y="34903"/>
                    <a:pt x="127397" y="42927"/>
                    <a:pt x="141768" y="46297"/>
                  </a:cubicBezTo>
                  <a:cubicBezTo>
                    <a:pt x="146242" y="47349"/>
                    <a:pt x="150491" y="47823"/>
                    <a:pt x="154562" y="47823"/>
                  </a:cubicBezTo>
                  <a:cubicBezTo>
                    <a:pt x="172376" y="47823"/>
                    <a:pt x="186800" y="38740"/>
                    <a:pt x="201919" y="29223"/>
                  </a:cubicBezTo>
                  <a:cubicBezTo>
                    <a:pt x="205014" y="27271"/>
                    <a:pt x="208229" y="25259"/>
                    <a:pt x="211479" y="23306"/>
                  </a:cubicBezTo>
                  <a:cubicBezTo>
                    <a:pt x="218321" y="19200"/>
                    <a:pt x="228632" y="14450"/>
                    <a:pt x="239705" y="14450"/>
                  </a:cubicBezTo>
                  <a:cubicBezTo>
                    <a:pt x="248443" y="14450"/>
                    <a:pt x="257655" y="17408"/>
                    <a:pt x="266010" y="25973"/>
                  </a:cubicBezTo>
                  <a:lnTo>
                    <a:pt x="266260" y="25711"/>
                  </a:lnTo>
                  <a:cubicBezTo>
                    <a:pt x="258758" y="18019"/>
                    <a:pt x="249789" y="14126"/>
                    <a:pt x="239600" y="14126"/>
                  </a:cubicBezTo>
                  <a:cubicBezTo>
                    <a:pt x="239569" y="14126"/>
                    <a:pt x="239538" y="14126"/>
                    <a:pt x="239507" y="14126"/>
                  </a:cubicBezTo>
                  <a:cubicBezTo>
                    <a:pt x="230672" y="14150"/>
                    <a:pt x="220921" y="17222"/>
                    <a:pt x="211301" y="22996"/>
                  </a:cubicBezTo>
                  <a:cubicBezTo>
                    <a:pt x="208038" y="24949"/>
                    <a:pt x="204824" y="26973"/>
                    <a:pt x="201728" y="28926"/>
                  </a:cubicBezTo>
                  <a:cubicBezTo>
                    <a:pt x="186657" y="38411"/>
                    <a:pt x="172266" y="47461"/>
                    <a:pt x="154532" y="47461"/>
                  </a:cubicBezTo>
                  <a:cubicBezTo>
                    <a:pt x="150494" y="47461"/>
                    <a:pt x="146283" y="46992"/>
                    <a:pt x="141852" y="45952"/>
                  </a:cubicBezTo>
                  <a:cubicBezTo>
                    <a:pt x="127564" y="42594"/>
                    <a:pt x="117777" y="34593"/>
                    <a:pt x="107431" y="26128"/>
                  </a:cubicBezTo>
                  <a:cubicBezTo>
                    <a:pt x="101037" y="20901"/>
                    <a:pt x="94441" y="15507"/>
                    <a:pt x="86654" y="11245"/>
                  </a:cubicBezTo>
                  <a:cubicBezTo>
                    <a:pt x="73804" y="4235"/>
                    <a:pt x="57180" y="0"/>
                    <a:pt x="427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24"/>
            <p:cNvSpPr/>
            <p:nvPr/>
          </p:nvSpPr>
          <p:spPr>
            <a:xfrm>
              <a:off x="625950" y="2432750"/>
              <a:ext cx="6647900" cy="1244800"/>
            </a:xfrm>
            <a:custGeom>
              <a:rect b="b" l="l" r="r" t="t"/>
              <a:pathLst>
                <a:path extrusionOk="0" h="49792" w="265916">
                  <a:moveTo>
                    <a:pt x="41667" y="0"/>
                  </a:moveTo>
                  <a:cubicBezTo>
                    <a:pt x="41386" y="0"/>
                    <a:pt x="41106" y="2"/>
                    <a:pt x="40827" y="5"/>
                  </a:cubicBezTo>
                  <a:cubicBezTo>
                    <a:pt x="19777" y="243"/>
                    <a:pt x="6049" y="2803"/>
                    <a:pt x="1" y="7613"/>
                  </a:cubicBezTo>
                  <a:lnTo>
                    <a:pt x="227" y="7899"/>
                  </a:lnTo>
                  <a:cubicBezTo>
                    <a:pt x="4335" y="4625"/>
                    <a:pt x="14717" y="672"/>
                    <a:pt x="40827" y="362"/>
                  </a:cubicBezTo>
                  <a:cubicBezTo>
                    <a:pt x="41089" y="360"/>
                    <a:pt x="41350" y="358"/>
                    <a:pt x="41613" y="358"/>
                  </a:cubicBezTo>
                  <a:cubicBezTo>
                    <a:pt x="56276" y="358"/>
                    <a:pt x="73363" y="4913"/>
                    <a:pt x="86405" y="12340"/>
                  </a:cubicBezTo>
                  <a:cubicBezTo>
                    <a:pt x="94096" y="16710"/>
                    <a:pt x="100585" y="22210"/>
                    <a:pt x="106871" y="27532"/>
                  </a:cubicBezTo>
                  <a:cubicBezTo>
                    <a:pt x="117111" y="36212"/>
                    <a:pt x="126779" y="44404"/>
                    <a:pt x="141078" y="48035"/>
                  </a:cubicBezTo>
                  <a:cubicBezTo>
                    <a:pt x="145866" y="49249"/>
                    <a:pt x="150405" y="49792"/>
                    <a:pt x="154753" y="49792"/>
                  </a:cubicBezTo>
                  <a:cubicBezTo>
                    <a:pt x="172149" y="49792"/>
                    <a:pt x="186490" y="41108"/>
                    <a:pt x="201502" y="32021"/>
                  </a:cubicBezTo>
                  <a:cubicBezTo>
                    <a:pt x="204645" y="30116"/>
                    <a:pt x="207884" y="28152"/>
                    <a:pt x="211182" y="26258"/>
                  </a:cubicBezTo>
                  <a:cubicBezTo>
                    <a:pt x="217949" y="22353"/>
                    <a:pt x="228064" y="17884"/>
                    <a:pt x="238884" y="17884"/>
                  </a:cubicBezTo>
                  <a:cubicBezTo>
                    <a:pt x="247824" y="17884"/>
                    <a:pt x="257244" y="20936"/>
                    <a:pt x="265653" y="29878"/>
                  </a:cubicBezTo>
                  <a:lnTo>
                    <a:pt x="265915" y="29628"/>
                  </a:lnTo>
                  <a:cubicBezTo>
                    <a:pt x="258521" y="21770"/>
                    <a:pt x="249592" y="17722"/>
                    <a:pt x="239364" y="17567"/>
                  </a:cubicBezTo>
                  <a:cubicBezTo>
                    <a:pt x="239173" y="17564"/>
                    <a:pt x="238981" y="17563"/>
                    <a:pt x="238788" y="17563"/>
                  </a:cubicBezTo>
                  <a:cubicBezTo>
                    <a:pt x="230104" y="17563"/>
                    <a:pt x="220508" y="20451"/>
                    <a:pt x="211003" y="25937"/>
                  </a:cubicBezTo>
                  <a:cubicBezTo>
                    <a:pt x="207717" y="27842"/>
                    <a:pt x="204467" y="29807"/>
                    <a:pt x="201336" y="31700"/>
                  </a:cubicBezTo>
                  <a:cubicBezTo>
                    <a:pt x="186364" y="40762"/>
                    <a:pt x="172056" y="49421"/>
                    <a:pt x="154743" y="49421"/>
                  </a:cubicBezTo>
                  <a:cubicBezTo>
                    <a:pt x="150426" y="49421"/>
                    <a:pt x="145921" y="48883"/>
                    <a:pt x="141173" y="47678"/>
                  </a:cubicBezTo>
                  <a:cubicBezTo>
                    <a:pt x="126945" y="44082"/>
                    <a:pt x="117301" y="35903"/>
                    <a:pt x="107098" y="27259"/>
                  </a:cubicBezTo>
                  <a:cubicBezTo>
                    <a:pt x="100799" y="21925"/>
                    <a:pt x="94298" y="16412"/>
                    <a:pt x="86583" y="12031"/>
                  </a:cubicBezTo>
                  <a:cubicBezTo>
                    <a:pt x="73509" y="4577"/>
                    <a:pt x="56377" y="0"/>
                    <a:pt x="416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24"/>
            <p:cNvSpPr/>
            <p:nvPr/>
          </p:nvSpPr>
          <p:spPr>
            <a:xfrm>
              <a:off x="636675" y="2334800"/>
              <a:ext cx="6637450" cy="1294425"/>
            </a:xfrm>
            <a:custGeom>
              <a:rect b="b" l="l" r="r" t="t"/>
              <a:pathLst>
                <a:path extrusionOk="0" h="51777" w="265498">
                  <a:moveTo>
                    <a:pt x="39287" y="1"/>
                  </a:moveTo>
                  <a:cubicBezTo>
                    <a:pt x="19177" y="1"/>
                    <a:pt x="5968" y="2322"/>
                    <a:pt x="0" y="6900"/>
                  </a:cubicBezTo>
                  <a:lnTo>
                    <a:pt x="227" y="7186"/>
                  </a:lnTo>
                  <a:cubicBezTo>
                    <a:pt x="4311" y="4047"/>
                    <a:pt x="14422" y="359"/>
                    <a:pt x="39404" y="359"/>
                  </a:cubicBezTo>
                  <a:cubicBezTo>
                    <a:pt x="39912" y="359"/>
                    <a:pt x="40426" y="360"/>
                    <a:pt x="40946" y="363"/>
                  </a:cubicBezTo>
                  <a:cubicBezTo>
                    <a:pt x="55781" y="447"/>
                    <a:pt x="73164" y="5340"/>
                    <a:pt x="86309" y="13127"/>
                  </a:cubicBezTo>
                  <a:cubicBezTo>
                    <a:pt x="93917" y="17639"/>
                    <a:pt x="100311" y="23247"/>
                    <a:pt x="106502" y="28676"/>
                  </a:cubicBezTo>
                  <a:cubicBezTo>
                    <a:pt x="116586" y="37535"/>
                    <a:pt x="126111" y="45905"/>
                    <a:pt x="140363" y="49774"/>
                  </a:cubicBezTo>
                  <a:cubicBezTo>
                    <a:pt x="145461" y="51162"/>
                    <a:pt x="150287" y="51777"/>
                    <a:pt x="154911" y="51777"/>
                  </a:cubicBezTo>
                  <a:cubicBezTo>
                    <a:pt x="171899" y="51777"/>
                    <a:pt x="186153" y="43484"/>
                    <a:pt x="201061" y="34808"/>
                  </a:cubicBezTo>
                  <a:cubicBezTo>
                    <a:pt x="204228" y="32963"/>
                    <a:pt x="207503" y="31058"/>
                    <a:pt x="210836" y="29212"/>
                  </a:cubicBezTo>
                  <a:cubicBezTo>
                    <a:pt x="217522" y="25512"/>
                    <a:pt x="227422" y="21326"/>
                    <a:pt x="237978" y="21326"/>
                  </a:cubicBezTo>
                  <a:cubicBezTo>
                    <a:pt x="247122" y="21326"/>
                    <a:pt x="256758" y="24467"/>
                    <a:pt x="265224" y="33784"/>
                  </a:cubicBezTo>
                  <a:lnTo>
                    <a:pt x="265498" y="33546"/>
                  </a:lnTo>
                  <a:cubicBezTo>
                    <a:pt x="258247" y="25569"/>
                    <a:pt x="249377" y="21354"/>
                    <a:pt x="239149" y="21033"/>
                  </a:cubicBezTo>
                  <a:cubicBezTo>
                    <a:pt x="238730" y="21019"/>
                    <a:pt x="238308" y="21012"/>
                    <a:pt x="237884" y="21012"/>
                  </a:cubicBezTo>
                  <a:cubicBezTo>
                    <a:pt x="229391" y="21012"/>
                    <a:pt x="220013" y="23731"/>
                    <a:pt x="210658" y="28903"/>
                  </a:cubicBezTo>
                  <a:cubicBezTo>
                    <a:pt x="207324" y="30748"/>
                    <a:pt x="204050" y="32653"/>
                    <a:pt x="200871" y="34498"/>
                  </a:cubicBezTo>
                  <a:cubicBezTo>
                    <a:pt x="186013" y="43140"/>
                    <a:pt x="171810" y="51406"/>
                    <a:pt x="154899" y="51406"/>
                  </a:cubicBezTo>
                  <a:cubicBezTo>
                    <a:pt x="150304" y="51406"/>
                    <a:pt x="145509" y="50796"/>
                    <a:pt x="140447" y="49417"/>
                  </a:cubicBezTo>
                  <a:cubicBezTo>
                    <a:pt x="126290" y="45571"/>
                    <a:pt x="116789" y="37237"/>
                    <a:pt x="106740" y="28402"/>
                  </a:cubicBezTo>
                  <a:cubicBezTo>
                    <a:pt x="100537" y="22961"/>
                    <a:pt x="94131" y="17342"/>
                    <a:pt x="86499" y="12817"/>
                  </a:cubicBezTo>
                  <a:cubicBezTo>
                    <a:pt x="73295" y="4995"/>
                    <a:pt x="55841" y="89"/>
                    <a:pt x="40958" y="6"/>
                  </a:cubicBezTo>
                  <a:cubicBezTo>
                    <a:pt x="40396" y="3"/>
                    <a:pt x="39839" y="1"/>
                    <a:pt x="392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24"/>
            <p:cNvSpPr/>
            <p:nvPr/>
          </p:nvSpPr>
          <p:spPr>
            <a:xfrm>
              <a:off x="649475" y="2235200"/>
              <a:ext cx="6624950" cy="1345700"/>
            </a:xfrm>
            <a:custGeom>
              <a:rect b="b" l="l" r="r" t="t"/>
              <a:pathLst>
                <a:path extrusionOk="0" h="53828" w="264998">
                  <a:moveTo>
                    <a:pt x="35160" y="0"/>
                  </a:moveTo>
                  <a:cubicBezTo>
                    <a:pt x="17419" y="0"/>
                    <a:pt x="5602" y="2101"/>
                    <a:pt x="0" y="6240"/>
                  </a:cubicBezTo>
                  <a:lnTo>
                    <a:pt x="215" y="6538"/>
                  </a:lnTo>
                  <a:cubicBezTo>
                    <a:pt x="4112" y="3654"/>
                    <a:pt x="13403" y="362"/>
                    <a:pt x="35411" y="362"/>
                  </a:cubicBezTo>
                  <a:cubicBezTo>
                    <a:pt x="37206" y="362"/>
                    <a:pt x="39085" y="384"/>
                    <a:pt x="41053" y="430"/>
                  </a:cubicBezTo>
                  <a:cubicBezTo>
                    <a:pt x="55876" y="787"/>
                    <a:pt x="73176" y="5978"/>
                    <a:pt x="86202" y="13979"/>
                  </a:cubicBezTo>
                  <a:cubicBezTo>
                    <a:pt x="93726" y="18623"/>
                    <a:pt x="100025" y="24350"/>
                    <a:pt x="106109" y="29886"/>
                  </a:cubicBezTo>
                  <a:cubicBezTo>
                    <a:pt x="116039" y="38911"/>
                    <a:pt x="125421" y="47436"/>
                    <a:pt x="139601" y="51567"/>
                  </a:cubicBezTo>
                  <a:cubicBezTo>
                    <a:pt x="145004" y="53139"/>
                    <a:pt x="150116" y="53827"/>
                    <a:pt x="155015" y="53827"/>
                  </a:cubicBezTo>
                  <a:cubicBezTo>
                    <a:pt x="171610" y="53827"/>
                    <a:pt x="185768" y="45925"/>
                    <a:pt x="200549" y="37661"/>
                  </a:cubicBezTo>
                  <a:cubicBezTo>
                    <a:pt x="203752" y="35875"/>
                    <a:pt x="207062" y="34030"/>
                    <a:pt x="210420" y="32244"/>
                  </a:cubicBezTo>
                  <a:cubicBezTo>
                    <a:pt x="217020" y="28737"/>
                    <a:pt x="226700" y="24823"/>
                    <a:pt x="236995" y="24823"/>
                  </a:cubicBezTo>
                  <a:cubicBezTo>
                    <a:pt x="246347" y="24823"/>
                    <a:pt x="256206" y="28053"/>
                    <a:pt x="264724" y="37756"/>
                  </a:cubicBezTo>
                  <a:lnTo>
                    <a:pt x="264998" y="37518"/>
                  </a:lnTo>
                  <a:cubicBezTo>
                    <a:pt x="257890" y="29422"/>
                    <a:pt x="249103" y="25052"/>
                    <a:pt x="238887" y="24552"/>
                  </a:cubicBezTo>
                  <a:cubicBezTo>
                    <a:pt x="238234" y="24520"/>
                    <a:pt x="237575" y="24503"/>
                    <a:pt x="236910" y="24503"/>
                  </a:cubicBezTo>
                  <a:cubicBezTo>
                    <a:pt x="228589" y="24503"/>
                    <a:pt x="219426" y="27049"/>
                    <a:pt x="210253" y="31922"/>
                  </a:cubicBezTo>
                  <a:cubicBezTo>
                    <a:pt x="206883" y="33708"/>
                    <a:pt x="203574" y="35565"/>
                    <a:pt x="200371" y="37351"/>
                  </a:cubicBezTo>
                  <a:cubicBezTo>
                    <a:pt x="185637" y="45583"/>
                    <a:pt x="171528" y="53466"/>
                    <a:pt x="155004" y="53466"/>
                  </a:cubicBezTo>
                  <a:cubicBezTo>
                    <a:pt x="150137" y="53466"/>
                    <a:pt x="145060" y="52782"/>
                    <a:pt x="139696" y="51222"/>
                  </a:cubicBezTo>
                  <a:cubicBezTo>
                    <a:pt x="125599" y="47114"/>
                    <a:pt x="116253" y="38613"/>
                    <a:pt x="106359" y="29612"/>
                  </a:cubicBezTo>
                  <a:cubicBezTo>
                    <a:pt x="100251" y="24064"/>
                    <a:pt x="93941" y="18325"/>
                    <a:pt x="86392" y="13682"/>
                  </a:cubicBezTo>
                  <a:cubicBezTo>
                    <a:pt x="73331" y="5633"/>
                    <a:pt x="55960" y="418"/>
                    <a:pt x="41077" y="73"/>
                  </a:cubicBezTo>
                  <a:cubicBezTo>
                    <a:pt x="39037" y="25"/>
                    <a:pt x="37064" y="0"/>
                    <a:pt x="35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24"/>
            <p:cNvSpPr/>
            <p:nvPr/>
          </p:nvSpPr>
          <p:spPr>
            <a:xfrm>
              <a:off x="664050" y="2134250"/>
              <a:ext cx="6610375" cy="1399125"/>
            </a:xfrm>
            <a:custGeom>
              <a:rect b="b" l="l" r="r" t="t"/>
              <a:pathLst>
                <a:path extrusionOk="0" h="55965" w="264415">
                  <a:moveTo>
                    <a:pt x="31658" y="1"/>
                  </a:moveTo>
                  <a:cubicBezTo>
                    <a:pt x="15910" y="1"/>
                    <a:pt x="5285" y="1898"/>
                    <a:pt x="1" y="5671"/>
                  </a:cubicBezTo>
                  <a:lnTo>
                    <a:pt x="215" y="5968"/>
                  </a:lnTo>
                  <a:cubicBezTo>
                    <a:pt x="3941" y="3311"/>
                    <a:pt x="12454" y="374"/>
                    <a:pt x="31865" y="374"/>
                  </a:cubicBezTo>
                  <a:cubicBezTo>
                    <a:pt x="34721" y="374"/>
                    <a:pt x="37813" y="437"/>
                    <a:pt x="41161" y="575"/>
                  </a:cubicBezTo>
                  <a:cubicBezTo>
                    <a:pt x="55972" y="1182"/>
                    <a:pt x="73177" y="6671"/>
                    <a:pt x="86047" y="14910"/>
                  </a:cubicBezTo>
                  <a:cubicBezTo>
                    <a:pt x="93489" y="19684"/>
                    <a:pt x="99692" y="25518"/>
                    <a:pt x="105681" y="31162"/>
                  </a:cubicBezTo>
                  <a:cubicBezTo>
                    <a:pt x="115456" y="40365"/>
                    <a:pt x="124683" y="49045"/>
                    <a:pt x="138792" y="53427"/>
                  </a:cubicBezTo>
                  <a:cubicBezTo>
                    <a:pt x="144499" y="55196"/>
                    <a:pt x="149895" y="55964"/>
                    <a:pt x="155070" y="55964"/>
                  </a:cubicBezTo>
                  <a:cubicBezTo>
                    <a:pt x="171272" y="55964"/>
                    <a:pt x="185312" y="48439"/>
                    <a:pt x="199966" y="40580"/>
                  </a:cubicBezTo>
                  <a:cubicBezTo>
                    <a:pt x="203205" y="38853"/>
                    <a:pt x="206539" y="37056"/>
                    <a:pt x="209932" y="35329"/>
                  </a:cubicBezTo>
                  <a:cubicBezTo>
                    <a:pt x="216438" y="32021"/>
                    <a:pt x="225885" y="28376"/>
                    <a:pt x="235908" y="28376"/>
                  </a:cubicBezTo>
                  <a:cubicBezTo>
                    <a:pt x="245474" y="28376"/>
                    <a:pt x="255565" y="31695"/>
                    <a:pt x="264129" y="41794"/>
                  </a:cubicBezTo>
                  <a:lnTo>
                    <a:pt x="264415" y="41568"/>
                  </a:lnTo>
                  <a:cubicBezTo>
                    <a:pt x="257438" y="33341"/>
                    <a:pt x="248734" y="28828"/>
                    <a:pt x="238519" y="28138"/>
                  </a:cubicBezTo>
                  <a:cubicBezTo>
                    <a:pt x="237634" y="28078"/>
                    <a:pt x="236737" y="28048"/>
                    <a:pt x="235830" y="28048"/>
                  </a:cubicBezTo>
                  <a:cubicBezTo>
                    <a:pt x="227710" y="28048"/>
                    <a:pt x="218762" y="30434"/>
                    <a:pt x="209765" y="35008"/>
                  </a:cubicBezTo>
                  <a:cubicBezTo>
                    <a:pt x="206372" y="36734"/>
                    <a:pt x="203026" y="38532"/>
                    <a:pt x="199800" y="40258"/>
                  </a:cubicBezTo>
                  <a:cubicBezTo>
                    <a:pt x="185191" y="48086"/>
                    <a:pt x="171191" y="55586"/>
                    <a:pt x="155054" y="55586"/>
                  </a:cubicBezTo>
                  <a:cubicBezTo>
                    <a:pt x="149912" y="55586"/>
                    <a:pt x="144552" y="54824"/>
                    <a:pt x="138887" y="53069"/>
                  </a:cubicBezTo>
                  <a:cubicBezTo>
                    <a:pt x="124862" y="48724"/>
                    <a:pt x="115658" y="40068"/>
                    <a:pt x="105931" y="30900"/>
                  </a:cubicBezTo>
                  <a:cubicBezTo>
                    <a:pt x="99918" y="25245"/>
                    <a:pt x="93715" y="19387"/>
                    <a:pt x="86238" y="14612"/>
                  </a:cubicBezTo>
                  <a:cubicBezTo>
                    <a:pt x="73320" y="6337"/>
                    <a:pt x="56055" y="813"/>
                    <a:pt x="41173" y="206"/>
                  </a:cubicBezTo>
                  <a:cubicBezTo>
                    <a:pt x="37818" y="69"/>
                    <a:pt x="34646" y="1"/>
                    <a:pt x="316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660" name="Google Shape;660;p24"/>
          <p:cNvPicPr preferRelativeResize="0"/>
          <p:nvPr/>
        </p:nvPicPr>
        <p:blipFill rotWithShape="1">
          <a:blip r:embed="rId4">
            <a:alphaModFix/>
          </a:blip>
          <a:srcRect b="2856" l="0" r="0" t="2856"/>
          <a:stretch/>
        </p:blipFill>
        <p:spPr>
          <a:xfrm flipH="1">
            <a:off x="8497673" y="445013"/>
            <a:ext cx="597577" cy="54059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1" name="Google Shape;661;p24"/>
          <p:cNvPicPr preferRelativeResize="0"/>
          <p:nvPr/>
        </p:nvPicPr>
        <p:blipFill rotWithShape="1">
          <a:blip r:embed="rId5">
            <a:alphaModFix/>
          </a:blip>
          <a:srcRect b="7653" l="3721" r="45158" t="10143"/>
          <a:stretch/>
        </p:blipFill>
        <p:spPr>
          <a:xfrm flipH="1">
            <a:off x="8456978" y="3333128"/>
            <a:ext cx="1413248" cy="127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_3_1"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3" name="Google Shape;663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664" name="Google Shape;664;p25"/>
          <p:cNvPicPr preferRelativeResize="0"/>
          <p:nvPr/>
        </p:nvPicPr>
        <p:blipFill rotWithShape="1">
          <a:blip r:embed="rId3">
            <a:alphaModFix/>
          </a:blip>
          <a:srcRect b="709" l="0" r="0" t="699"/>
          <a:stretch/>
        </p:blipFill>
        <p:spPr>
          <a:xfrm flipH="1">
            <a:off x="4359876" y="4596056"/>
            <a:ext cx="507100" cy="47971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65" name="Google Shape;665;p25"/>
          <p:cNvGrpSpPr/>
          <p:nvPr/>
        </p:nvGrpSpPr>
        <p:grpSpPr>
          <a:xfrm flipH="1" rot="6209459">
            <a:off x="-2736226" y="1739643"/>
            <a:ext cx="5321833" cy="1664463"/>
            <a:chOff x="603050" y="2134250"/>
            <a:chExt cx="6671375" cy="1887675"/>
          </a:xfrm>
        </p:grpSpPr>
        <p:sp>
          <p:nvSpPr>
            <p:cNvPr id="666" name="Google Shape;666;p25"/>
            <p:cNvSpPr/>
            <p:nvPr/>
          </p:nvSpPr>
          <p:spPr>
            <a:xfrm>
              <a:off x="608100" y="2949275"/>
              <a:ext cx="6665750" cy="1072650"/>
            </a:xfrm>
            <a:custGeom>
              <a:rect b="b" l="l" r="r" t="t"/>
              <a:pathLst>
                <a:path extrusionOk="0" h="42906" w="266630">
                  <a:moveTo>
                    <a:pt x="242926" y="0"/>
                  </a:moveTo>
                  <a:cubicBezTo>
                    <a:pt x="241564" y="0"/>
                    <a:pt x="240185" y="76"/>
                    <a:pt x="238792" y="228"/>
                  </a:cubicBezTo>
                  <a:cubicBezTo>
                    <a:pt x="230005" y="1168"/>
                    <a:pt x="220635" y="5240"/>
                    <a:pt x="211670" y="11979"/>
                  </a:cubicBezTo>
                  <a:cubicBezTo>
                    <a:pt x="208634" y="14265"/>
                    <a:pt x="205645" y="16611"/>
                    <a:pt x="202764" y="18885"/>
                  </a:cubicBezTo>
                  <a:cubicBezTo>
                    <a:pt x="187340" y="31016"/>
                    <a:pt x="172685" y="42543"/>
                    <a:pt x="152232" y="42543"/>
                  </a:cubicBezTo>
                  <a:cubicBezTo>
                    <a:pt x="149902" y="42543"/>
                    <a:pt x="147497" y="42394"/>
                    <a:pt x="145007" y="42078"/>
                  </a:cubicBezTo>
                  <a:cubicBezTo>
                    <a:pt x="130433" y="40233"/>
                    <a:pt x="119873" y="33291"/>
                    <a:pt x="108693" y="25957"/>
                  </a:cubicBezTo>
                  <a:cubicBezTo>
                    <a:pt x="101799" y="21433"/>
                    <a:pt x="94667" y="16754"/>
                    <a:pt x="86476" y="13337"/>
                  </a:cubicBezTo>
                  <a:cubicBezTo>
                    <a:pt x="75578" y="8791"/>
                    <a:pt x="62424" y="6298"/>
                    <a:pt x="50215" y="6298"/>
                  </a:cubicBezTo>
                  <a:cubicBezTo>
                    <a:pt x="46564" y="6298"/>
                    <a:pt x="42997" y="6521"/>
                    <a:pt x="39601" y="6979"/>
                  </a:cubicBezTo>
                  <a:cubicBezTo>
                    <a:pt x="18729" y="9788"/>
                    <a:pt x="5418" y="14003"/>
                    <a:pt x="0" y="19504"/>
                  </a:cubicBezTo>
                  <a:lnTo>
                    <a:pt x="262" y="19766"/>
                  </a:lnTo>
                  <a:cubicBezTo>
                    <a:pt x="3941" y="16015"/>
                    <a:pt x="13764" y="10824"/>
                    <a:pt x="39648" y="7348"/>
                  </a:cubicBezTo>
                  <a:cubicBezTo>
                    <a:pt x="43028" y="6893"/>
                    <a:pt x="46578" y="6672"/>
                    <a:pt x="50211" y="6672"/>
                  </a:cubicBezTo>
                  <a:cubicBezTo>
                    <a:pt x="62374" y="6672"/>
                    <a:pt x="75481" y="9153"/>
                    <a:pt x="86345" y="13682"/>
                  </a:cubicBezTo>
                  <a:cubicBezTo>
                    <a:pt x="94500" y="17075"/>
                    <a:pt x="101620" y="21742"/>
                    <a:pt x="108502" y="26255"/>
                  </a:cubicBezTo>
                  <a:cubicBezTo>
                    <a:pt x="119718" y="33625"/>
                    <a:pt x="130314" y="40578"/>
                    <a:pt x="144959" y="42435"/>
                  </a:cubicBezTo>
                  <a:cubicBezTo>
                    <a:pt x="147474" y="42754"/>
                    <a:pt x="149902" y="42906"/>
                    <a:pt x="152253" y="42906"/>
                  </a:cubicBezTo>
                  <a:cubicBezTo>
                    <a:pt x="172815" y="42906"/>
                    <a:pt x="187519" y="31340"/>
                    <a:pt x="202990" y="19171"/>
                  </a:cubicBezTo>
                  <a:cubicBezTo>
                    <a:pt x="205871" y="16908"/>
                    <a:pt x="208860" y="14563"/>
                    <a:pt x="211896" y="12277"/>
                  </a:cubicBezTo>
                  <a:cubicBezTo>
                    <a:pt x="219006" y="6920"/>
                    <a:pt x="230335" y="312"/>
                    <a:pt x="242921" y="312"/>
                  </a:cubicBezTo>
                  <a:cubicBezTo>
                    <a:pt x="250504" y="312"/>
                    <a:pt x="258543" y="2711"/>
                    <a:pt x="266391" y="9229"/>
                  </a:cubicBezTo>
                  <a:lnTo>
                    <a:pt x="266629" y="8943"/>
                  </a:lnTo>
                  <a:cubicBezTo>
                    <a:pt x="259467" y="3004"/>
                    <a:pt x="251508" y="0"/>
                    <a:pt x="2429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25"/>
            <p:cNvSpPr/>
            <p:nvPr/>
          </p:nvSpPr>
          <p:spPr>
            <a:xfrm>
              <a:off x="604525" y="2938825"/>
              <a:ext cx="6669025" cy="1033425"/>
            </a:xfrm>
            <a:custGeom>
              <a:rect b="b" l="l" r="r" t="t"/>
              <a:pathLst>
                <a:path extrusionOk="0" h="41337" w="266761">
                  <a:moveTo>
                    <a:pt x="242560" y="0"/>
                  </a:moveTo>
                  <a:cubicBezTo>
                    <a:pt x="241419" y="0"/>
                    <a:pt x="240266" y="53"/>
                    <a:pt x="239102" y="158"/>
                  </a:cubicBezTo>
                  <a:cubicBezTo>
                    <a:pt x="230303" y="955"/>
                    <a:pt x="220850" y="4861"/>
                    <a:pt x="211765" y="11445"/>
                  </a:cubicBezTo>
                  <a:cubicBezTo>
                    <a:pt x="208693" y="13683"/>
                    <a:pt x="205669" y="15969"/>
                    <a:pt x="202752" y="18184"/>
                  </a:cubicBezTo>
                  <a:cubicBezTo>
                    <a:pt x="187359" y="29863"/>
                    <a:pt x="172728" y="40966"/>
                    <a:pt x="152762" y="40966"/>
                  </a:cubicBezTo>
                  <a:cubicBezTo>
                    <a:pt x="150135" y="40966"/>
                    <a:pt x="147416" y="40773"/>
                    <a:pt x="144590" y="40365"/>
                  </a:cubicBezTo>
                  <a:cubicBezTo>
                    <a:pt x="130064" y="38269"/>
                    <a:pt x="119623" y="31150"/>
                    <a:pt x="108574" y="23613"/>
                  </a:cubicBezTo>
                  <a:cubicBezTo>
                    <a:pt x="101751" y="18969"/>
                    <a:pt x="94703" y="14171"/>
                    <a:pt x="86571" y="10611"/>
                  </a:cubicBezTo>
                  <a:cubicBezTo>
                    <a:pt x="75309" y="5677"/>
                    <a:pt x="61560" y="2931"/>
                    <a:pt x="48931" y="2931"/>
                  </a:cubicBezTo>
                  <a:cubicBezTo>
                    <a:pt x="45806" y="2931"/>
                    <a:pt x="42749" y="3099"/>
                    <a:pt x="39815" y="3444"/>
                  </a:cubicBezTo>
                  <a:cubicBezTo>
                    <a:pt x="18908" y="5885"/>
                    <a:pt x="5513" y="9861"/>
                    <a:pt x="1" y="15279"/>
                  </a:cubicBezTo>
                  <a:lnTo>
                    <a:pt x="251" y="15529"/>
                  </a:lnTo>
                  <a:cubicBezTo>
                    <a:pt x="4001" y="11850"/>
                    <a:pt x="13919" y="6825"/>
                    <a:pt x="39851" y="3801"/>
                  </a:cubicBezTo>
                  <a:cubicBezTo>
                    <a:pt x="42768" y="3459"/>
                    <a:pt x="45807" y="3292"/>
                    <a:pt x="48914" y="3292"/>
                  </a:cubicBezTo>
                  <a:cubicBezTo>
                    <a:pt x="61497" y="3292"/>
                    <a:pt x="75199" y="6027"/>
                    <a:pt x="86428" y="10945"/>
                  </a:cubicBezTo>
                  <a:cubicBezTo>
                    <a:pt x="94524" y="14493"/>
                    <a:pt x="101561" y="19279"/>
                    <a:pt x="108359" y="23922"/>
                  </a:cubicBezTo>
                  <a:cubicBezTo>
                    <a:pt x="119456" y="31471"/>
                    <a:pt x="129922" y="38615"/>
                    <a:pt x="144542" y="40734"/>
                  </a:cubicBezTo>
                  <a:cubicBezTo>
                    <a:pt x="147384" y="41144"/>
                    <a:pt x="150118" y="41337"/>
                    <a:pt x="152759" y="41337"/>
                  </a:cubicBezTo>
                  <a:cubicBezTo>
                    <a:pt x="172836" y="41337"/>
                    <a:pt x="187520" y="30193"/>
                    <a:pt x="202966" y="18481"/>
                  </a:cubicBezTo>
                  <a:cubicBezTo>
                    <a:pt x="205883" y="16267"/>
                    <a:pt x="208908" y="13969"/>
                    <a:pt x="211979" y="11742"/>
                  </a:cubicBezTo>
                  <a:cubicBezTo>
                    <a:pt x="219066" y="6599"/>
                    <a:pt x="230260" y="308"/>
                    <a:pt x="242600" y="308"/>
                  </a:cubicBezTo>
                  <a:cubicBezTo>
                    <a:pt x="250370" y="308"/>
                    <a:pt x="258594" y="2802"/>
                    <a:pt x="266534" y="9647"/>
                  </a:cubicBezTo>
                  <a:lnTo>
                    <a:pt x="266760" y="9373"/>
                  </a:lnTo>
                  <a:cubicBezTo>
                    <a:pt x="259527" y="3141"/>
                    <a:pt x="251396" y="0"/>
                    <a:pt x="242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25"/>
            <p:cNvSpPr/>
            <p:nvPr/>
          </p:nvSpPr>
          <p:spPr>
            <a:xfrm>
              <a:off x="603050" y="2916775"/>
              <a:ext cx="6670800" cy="1005800"/>
            </a:xfrm>
            <a:custGeom>
              <a:rect b="b" l="l" r="r" t="t"/>
              <a:pathLst>
                <a:path extrusionOk="0" h="40232" w="266832">
                  <a:moveTo>
                    <a:pt x="47581" y="0"/>
                  </a:moveTo>
                  <a:cubicBezTo>
                    <a:pt x="44993" y="0"/>
                    <a:pt x="42457" y="119"/>
                    <a:pt x="40005" y="361"/>
                  </a:cubicBezTo>
                  <a:cubicBezTo>
                    <a:pt x="19062" y="2445"/>
                    <a:pt x="5608" y="6183"/>
                    <a:pt x="0" y="11505"/>
                  </a:cubicBezTo>
                  <a:lnTo>
                    <a:pt x="250" y="11767"/>
                  </a:lnTo>
                  <a:cubicBezTo>
                    <a:pt x="4060" y="8148"/>
                    <a:pt x="14061" y="3302"/>
                    <a:pt x="40041" y="730"/>
                  </a:cubicBezTo>
                  <a:cubicBezTo>
                    <a:pt x="42490" y="487"/>
                    <a:pt x="45023" y="368"/>
                    <a:pt x="47608" y="368"/>
                  </a:cubicBezTo>
                  <a:cubicBezTo>
                    <a:pt x="60603" y="368"/>
                    <a:pt x="74908" y="3370"/>
                    <a:pt x="86487" y="8683"/>
                  </a:cubicBezTo>
                  <a:cubicBezTo>
                    <a:pt x="94524" y="12362"/>
                    <a:pt x="101477" y="17292"/>
                    <a:pt x="108192" y="22042"/>
                  </a:cubicBezTo>
                  <a:cubicBezTo>
                    <a:pt x="119146" y="29793"/>
                    <a:pt x="129504" y="37116"/>
                    <a:pt x="144078" y="39473"/>
                  </a:cubicBezTo>
                  <a:cubicBezTo>
                    <a:pt x="147258" y="39990"/>
                    <a:pt x="150307" y="40232"/>
                    <a:pt x="153246" y="40232"/>
                  </a:cubicBezTo>
                  <a:cubicBezTo>
                    <a:pt x="172829" y="40232"/>
                    <a:pt x="187478" y="29509"/>
                    <a:pt x="202883" y="18256"/>
                  </a:cubicBezTo>
                  <a:cubicBezTo>
                    <a:pt x="205835" y="16089"/>
                    <a:pt x="208895" y="13851"/>
                    <a:pt x="212015" y="11672"/>
                  </a:cubicBezTo>
                  <a:cubicBezTo>
                    <a:pt x="219065" y="6740"/>
                    <a:pt x="230090" y="772"/>
                    <a:pt x="242173" y="772"/>
                  </a:cubicBezTo>
                  <a:cubicBezTo>
                    <a:pt x="250128" y="772"/>
                    <a:pt x="258541" y="3359"/>
                    <a:pt x="266581" y="10529"/>
                  </a:cubicBezTo>
                  <a:lnTo>
                    <a:pt x="266831" y="10255"/>
                  </a:lnTo>
                  <a:cubicBezTo>
                    <a:pt x="259528" y="3740"/>
                    <a:pt x="251234" y="461"/>
                    <a:pt x="242138" y="461"/>
                  </a:cubicBezTo>
                  <a:cubicBezTo>
                    <a:pt x="241209" y="461"/>
                    <a:pt x="240272" y="495"/>
                    <a:pt x="239328" y="563"/>
                  </a:cubicBezTo>
                  <a:cubicBezTo>
                    <a:pt x="230517" y="1206"/>
                    <a:pt x="220992" y="4945"/>
                    <a:pt x="211800" y="11374"/>
                  </a:cubicBezTo>
                  <a:cubicBezTo>
                    <a:pt x="208681" y="13553"/>
                    <a:pt x="205621" y="15791"/>
                    <a:pt x="202668" y="17958"/>
                  </a:cubicBezTo>
                  <a:cubicBezTo>
                    <a:pt x="187317" y="29187"/>
                    <a:pt x="172706" y="39865"/>
                    <a:pt x="153219" y="39865"/>
                  </a:cubicBezTo>
                  <a:cubicBezTo>
                    <a:pt x="150307" y="39865"/>
                    <a:pt x="147286" y="39627"/>
                    <a:pt x="144137" y="39116"/>
                  </a:cubicBezTo>
                  <a:cubicBezTo>
                    <a:pt x="129635" y="36770"/>
                    <a:pt x="119325" y="29472"/>
                    <a:pt x="108406" y="21745"/>
                  </a:cubicBezTo>
                  <a:cubicBezTo>
                    <a:pt x="101679" y="16982"/>
                    <a:pt x="94702" y="12053"/>
                    <a:pt x="86642" y="8350"/>
                  </a:cubicBezTo>
                  <a:cubicBezTo>
                    <a:pt x="75006" y="3014"/>
                    <a:pt x="60634" y="0"/>
                    <a:pt x="475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25"/>
            <p:cNvSpPr/>
            <p:nvPr/>
          </p:nvSpPr>
          <p:spPr>
            <a:xfrm>
              <a:off x="603625" y="2820875"/>
              <a:ext cx="6670225" cy="1052250"/>
            </a:xfrm>
            <a:custGeom>
              <a:rect b="b" l="l" r="r" t="t"/>
              <a:pathLst>
                <a:path extrusionOk="0" h="42090" w="266809">
                  <a:moveTo>
                    <a:pt x="46344" y="0"/>
                  </a:moveTo>
                  <a:cubicBezTo>
                    <a:pt x="44253" y="0"/>
                    <a:pt x="42198" y="80"/>
                    <a:pt x="40196" y="244"/>
                  </a:cubicBezTo>
                  <a:cubicBezTo>
                    <a:pt x="19218" y="1959"/>
                    <a:pt x="5692" y="5471"/>
                    <a:pt x="1" y="10686"/>
                  </a:cubicBezTo>
                  <a:lnTo>
                    <a:pt x="239" y="10948"/>
                  </a:lnTo>
                  <a:cubicBezTo>
                    <a:pt x="4120" y="7400"/>
                    <a:pt x="14193" y="2721"/>
                    <a:pt x="40220" y="601"/>
                  </a:cubicBezTo>
                  <a:cubicBezTo>
                    <a:pt x="42208" y="440"/>
                    <a:pt x="44249" y="360"/>
                    <a:pt x="46327" y="360"/>
                  </a:cubicBezTo>
                  <a:cubicBezTo>
                    <a:pt x="59706" y="360"/>
                    <a:pt x="74600" y="3646"/>
                    <a:pt x="86524" y="9376"/>
                  </a:cubicBezTo>
                  <a:cubicBezTo>
                    <a:pt x="94501" y="13198"/>
                    <a:pt x="101359" y="18234"/>
                    <a:pt x="107991" y="23104"/>
                  </a:cubicBezTo>
                  <a:cubicBezTo>
                    <a:pt x="118813" y="31046"/>
                    <a:pt x="129029" y="38546"/>
                    <a:pt x="143566" y="41166"/>
                  </a:cubicBezTo>
                  <a:cubicBezTo>
                    <a:pt x="147069" y="41797"/>
                    <a:pt x="150419" y="42090"/>
                    <a:pt x="153641" y="42090"/>
                  </a:cubicBezTo>
                  <a:cubicBezTo>
                    <a:pt x="172769" y="42090"/>
                    <a:pt x="187383" y="31783"/>
                    <a:pt x="202729" y="20961"/>
                  </a:cubicBezTo>
                  <a:cubicBezTo>
                    <a:pt x="205729" y="18854"/>
                    <a:pt x="208825" y="16663"/>
                    <a:pt x="211980" y="14543"/>
                  </a:cubicBezTo>
                  <a:cubicBezTo>
                    <a:pt x="218983" y="9825"/>
                    <a:pt x="229850" y="4171"/>
                    <a:pt x="241687" y="4171"/>
                  </a:cubicBezTo>
                  <a:cubicBezTo>
                    <a:pt x="249833" y="4171"/>
                    <a:pt x="258438" y="6849"/>
                    <a:pt x="266558" y="14353"/>
                  </a:cubicBezTo>
                  <a:lnTo>
                    <a:pt x="266808" y="14091"/>
                  </a:lnTo>
                  <a:cubicBezTo>
                    <a:pt x="259457" y="7303"/>
                    <a:pt x="251007" y="3862"/>
                    <a:pt x="241659" y="3862"/>
                  </a:cubicBezTo>
                  <a:cubicBezTo>
                    <a:pt x="240939" y="3862"/>
                    <a:pt x="240214" y="3882"/>
                    <a:pt x="239483" y="3923"/>
                  </a:cubicBezTo>
                  <a:cubicBezTo>
                    <a:pt x="230661" y="4411"/>
                    <a:pt x="221076" y="7971"/>
                    <a:pt x="211777" y="14246"/>
                  </a:cubicBezTo>
                  <a:cubicBezTo>
                    <a:pt x="208622" y="16365"/>
                    <a:pt x="205515" y="18556"/>
                    <a:pt x="202526" y="20663"/>
                  </a:cubicBezTo>
                  <a:cubicBezTo>
                    <a:pt x="187233" y="31450"/>
                    <a:pt x="172655" y="41722"/>
                    <a:pt x="153612" y="41722"/>
                  </a:cubicBezTo>
                  <a:cubicBezTo>
                    <a:pt x="150417" y="41722"/>
                    <a:pt x="147097" y="41433"/>
                    <a:pt x="143626" y="40809"/>
                  </a:cubicBezTo>
                  <a:cubicBezTo>
                    <a:pt x="129172" y="38201"/>
                    <a:pt x="118992" y="30724"/>
                    <a:pt x="108205" y="22806"/>
                  </a:cubicBezTo>
                  <a:cubicBezTo>
                    <a:pt x="101561" y="17925"/>
                    <a:pt x="94679" y="12877"/>
                    <a:pt x="86678" y="9043"/>
                  </a:cubicBezTo>
                  <a:cubicBezTo>
                    <a:pt x="74718" y="3305"/>
                    <a:pt x="59772" y="0"/>
                    <a:pt x="463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25"/>
            <p:cNvSpPr/>
            <p:nvPr/>
          </p:nvSpPr>
          <p:spPr>
            <a:xfrm>
              <a:off x="606025" y="2724425"/>
              <a:ext cx="6667825" cy="1099375"/>
            </a:xfrm>
            <a:custGeom>
              <a:rect b="b" l="l" r="r" t="t"/>
              <a:pathLst>
                <a:path extrusionOk="0" h="43975" w="266713">
                  <a:moveTo>
                    <a:pt x="45120" y="1"/>
                  </a:moveTo>
                  <a:cubicBezTo>
                    <a:pt x="43512" y="1"/>
                    <a:pt x="41927" y="50"/>
                    <a:pt x="40374" y="149"/>
                  </a:cubicBezTo>
                  <a:cubicBezTo>
                    <a:pt x="19372" y="1495"/>
                    <a:pt x="5787" y="4769"/>
                    <a:pt x="0" y="9889"/>
                  </a:cubicBezTo>
                  <a:lnTo>
                    <a:pt x="250" y="10150"/>
                  </a:lnTo>
                  <a:cubicBezTo>
                    <a:pt x="4191" y="6674"/>
                    <a:pt x="14335" y="2185"/>
                    <a:pt x="40410" y="518"/>
                  </a:cubicBezTo>
                  <a:cubicBezTo>
                    <a:pt x="41956" y="419"/>
                    <a:pt x="43534" y="370"/>
                    <a:pt x="45136" y="370"/>
                  </a:cubicBezTo>
                  <a:cubicBezTo>
                    <a:pt x="58853" y="370"/>
                    <a:pt x="74318" y="3961"/>
                    <a:pt x="86547" y="10091"/>
                  </a:cubicBezTo>
                  <a:cubicBezTo>
                    <a:pt x="94441" y="14044"/>
                    <a:pt x="101227" y="19211"/>
                    <a:pt x="107776" y="24188"/>
                  </a:cubicBezTo>
                  <a:cubicBezTo>
                    <a:pt x="118432" y="32332"/>
                    <a:pt x="128528" y="39999"/>
                    <a:pt x="143018" y="42869"/>
                  </a:cubicBezTo>
                  <a:cubicBezTo>
                    <a:pt x="146843" y="43627"/>
                    <a:pt x="150492" y="43975"/>
                    <a:pt x="153996" y="43975"/>
                  </a:cubicBezTo>
                  <a:cubicBezTo>
                    <a:pt x="172677" y="43975"/>
                    <a:pt x="187246" y="34086"/>
                    <a:pt x="202525" y="23700"/>
                  </a:cubicBezTo>
                  <a:cubicBezTo>
                    <a:pt x="205562" y="21640"/>
                    <a:pt x="208693" y="19509"/>
                    <a:pt x="211884" y="17449"/>
                  </a:cubicBezTo>
                  <a:cubicBezTo>
                    <a:pt x="218840" y="12936"/>
                    <a:pt x="229526" y="7594"/>
                    <a:pt x="241107" y="7594"/>
                  </a:cubicBezTo>
                  <a:cubicBezTo>
                    <a:pt x="249447" y="7594"/>
                    <a:pt x="258252" y="10365"/>
                    <a:pt x="266462" y="18211"/>
                  </a:cubicBezTo>
                  <a:lnTo>
                    <a:pt x="266712" y="17949"/>
                  </a:lnTo>
                  <a:cubicBezTo>
                    <a:pt x="259310" y="10864"/>
                    <a:pt x="250693" y="7276"/>
                    <a:pt x="241074" y="7276"/>
                  </a:cubicBezTo>
                  <a:cubicBezTo>
                    <a:pt x="240574" y="7276"/>
                    <a:pt x="240071" y="7285"/>
                    <a:pt x="239566" y="7305"/>
                  </a:cubicBezTo>
                  <a:cubicBezTo>
                    <a:pt x="230731" y="7638"/>
                    <a:pt x="221099" y="11043"/>
                    <a:pt x="211681" y="17139"/>
                  </a:cubicBezTo>
                  <a:cubicBezTo>
                    <a:pt x="208490" y="19211"/>
                    <a:pt x="205359" y="21342"/>
                    <a:pt x="202323" y="23402"/>
                  </a:cubicBezTo>
                  <a:cubicBezTo>
                    <a:pt x="187090" y="33751"/>
                    <a:pt x="172575" y="43610"/>
                    <a:pt x="153990" y="43610"/>
                  </a:cubicBezTo>
                  <a:cubicBezTo>
                    <a:pt x="150510" y="43610"/>
                    <a:pt x="146887" y="43265"/>
                    <a:pt x="143089" y="42512"/>
                  </a:cubicBezTo>
                  <a:cubicBezTo>
                    <a:pt x="128683" y="39654"/>
                    <a:pt x="118622" y="31998"/>
                    <a:pt x="107990" y="23902"/>
                  </a:cubicBezTo>
                  <a:cubicBezTo>
                    <a:pt x="101418" y="18913"/>
                    <a:pt x="94631" y="13734"/>
                    <a:pt x="86701" y="9758"/>
                  </a:cubicBezTo>
                  <a:cubicBezTo>
                    <a:pt x="74419" y="3595"/>
                    <a:pt x="58900" y="1"/>
                    <a:pt x="45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25"/>
            <p:cNvSpPr/>
            <p:nvPr/>
          </p:nvSpPr>
          <p:spPr>
            <a:xfrm>
              <a:off x="610775" y="2627700"/>
              <a:ext cx="6663075" cy="1147100"/>
            </a:xfrm>
            <a:custGeom>
              <a:rect b="b" l="l" r="r" t="t"/>
              <a:pathLst>
                <a:path extrusionOk="0" h="45884" w="266523">
                  <a:moveTo>
                    <a:pt x="43919" y="0"/>
                  </a:moveTo>
                  <a:cubicBezTo>
                    <a:pt x="42779" y="0"/>
                    <a:pt x="41652" y="26"/>
                    <a:pt x="40541" y="77"/>
                  </a:cubicBezTo>
                  <a:cubicBezTo>
                    <a:pt x="19515" y="1054"/>
                    <a:pt x="5870" y="4090"/>
                    <a:pt x="1" y="9102"/>
                  </a:cubicBezTo>
                  <a:lnTo>
                    <a:pt x="239" y="9376"/>
                  </a:lnTo>
                  <a:cubicBezTo>
                    <a:pt x="4227" y="5971"/>
                    <a:pt x="14467" y="1649"/>
                    <a:pt x="40553" y="434"/>
                  </a:cubicBezTo>
                  <a:cubicBezTo>
                    <a:pt x="41663" y="383"/>
                    <a:pt x="42788" y="357"/>
                    <a:pt x="43926" y="357"/>
                  </a:cubicBezTo>
                  <a:cubicBezTo>
                    <a:pt x="57980" y="357"/>
                    <a:pt x="73989" y="4252"/>
                    <a:pt x="86523" y="10817"/>
                  </a:cubicBezTo>
                  <a:cubicBezTo>
                    <a:pt x="94346" y="14912"/>
                    <a:pt x="101037" y="20187"/>
                    <a:pt x="107502" y="25283"/>
                  </a:cubicBezTo>
                  <a:cubicBezTo>
                    <a:pt x="118039" y="33593"/>
                    <a:pt x="127981" y="41451"/>
                    <a:pt x="142411" y="44571"/>
                  </a:cubicBezTo>
                  <a:cubicBezTo>
                    <a:pt x="146566" y="45473"/>
                    <a:pt x="150520" y="45883"/>
                    <a:pt x="154313" y="45883"/>
                  </a:cubicBezTo>
                  <a:cubicBezTo>
                    <a:pt x="172548" y="45883"/>
                    <a:pt x="187052" y="36397"/>
                    <a:pt x="202240" y="26461"/>
                  </a:cubicBezTo>
                  <a:cubicBezTo>
                    <a:pt x="205312" y="24449"/>
                    <a:pt x="208491" y="22378"/>
                    <a:pt x="211706" y="20365"/>
                  </a:cubicBezTo>
                  <a:cubicBezTo>
                    <a:pt x="218611" y="16054"/>
                    <a:pt x="229117" y="11007"/>
                    <a:pt x="240446" y="11007"/>
                  </a:cubicBezTo>
                  <a:cubicBezTo>
                    <a:pt x="248983" y="11007"/>
                    <a:pt x="257988" y="13873"/>
                    <a:pt x="266272" y="22080"/>
                  </a:cubicBezTo>
                  <a:lnTo>
                    <a:pt x="266522" y="21818"/>
                  </a:lnTo>
                  <a:cubicBezTo>
                    <a:pt x="259063" y="14429"/>
                    <a:pt x="250259" y="10690"/>
                    <a:pt x="240352" y="10690"/>
                  </a:cubicBezTo>
                  <a:cubicBezTo>
                    <a:pt x="240091" y="10690"/>
                    <a:pt x="239829" y="10692"/>
                    <a:pt x="239566" y="10698"/>
                  </a:cubicBezTo>
                  <a:cubicBezTo>
                    <a:pt x="230732" y="10876"/>
                    <a:pt x="221040" y="14115"/>
                    <a:pt x="211515" y="20056"/>
                  </a:cubicBezTo>
                  <a:cubicBezTo>
                    <a:pt x="208300" y="22068"/>
                    <a:pt x="205122" y="24152"/>
                    <a:pt x="202050" y="26152"/>
                  </a:cubicBezTo>
                  <a:cubicBezTo>
                    <a:pt x="186888" y="36065"/>
                    <a:pt x="172430" y="45521"/>
                    <a:pt x="154274" y="45521"/>
                  </a:cubicBezTo>
                  <a:cubicBezTo>
                    <a:pt x="150515" y="45521"/>
                    <a:pt x="146598" y="45116"/>
                    <a:pt x="142483" y="44226"/>
                  </a:cubicBezTo>
                  <a:cubicBezTo>
                    <a:pt x="128136" y="41118"/>
                    <a:pt x="118218" y="33284"/>
                    <a:pt x="107716" y="24997"/>
                  </a:cubicBezTo>
                  <a:cubicBezTo>
                    <a:pt x="101239" y="19889"/>
                    <a:pt x="94548" y="14603"/>
                    <a:pt x="86690" y="10495"/>
                  </a:cubicBezTo>
                  <a:cubicBezTo>
                    <a:pt x="74109" y="3907"/>
                    <a:pt x="58032" y="0"/>
                    <a:pt x="439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25"/>
            <p:cNvSpPr/>
            <p:nvPr/>
          </p:nvSpPr>
          <p:spPr>
            <a:xfrm>
              <a:off x="617325" y="2530375"/>
              <a:ext cx="6656525" cy="1195600"/>
            </a:xfrm>
            <a:custGeom>
              <a:rect b="b" l="l" r="r" t="t"/>
              <a:pathLst>
                <a:path extrusionOk="0" h="47824" w="266261">
                  <a:moveTo>
                    <a:pt x="42753" y="0"/>
                  </a:moveTo>
                  <a:cubicBezTo>
                    <a:pt x="42062" y="0"/>
                    <a:pt x="41376" y="10"/>
                    <a:pt x="40696" y="29"/>
                  </a:cubicBezTo>
                  <a:cubicBezTo>
                    <a:pt x="19646" y="637"/>
                    <a:pt x="5966" y="3435"/>
                    <a:pt x="1" y="8352"/>
                  </a:cubicBezTo>
                  <a:lnTo>
                    <a:pt x="227" y="8626"/>
                  </a:lnTo>
                  <a:cubicBezTo>
                    <a:pt x="4287" y="5292"/>
                    <a:pt x="14598" y="1149"/>
                    <a:pt x="40696" y="387"/>
                  </a:cubicBezTo>
                  <a:cubicBezTo>
                    <a:pt x="41375" y="367"/>
                    <a:pt x="42061" y="357"/>
                    <a:pt x="42751" y="357"/>
                  </a:cubicBezTo>
                  <a:cubicBezTo>
                    <a:pt x="57119" y="357"/>
                    <a:pt x="73684" y="4580"/>
                    <a:pt x="86476" y="11566"/>
                  </a:cubicBezTo>
                  <a:cubicBezTo>
                    <a:pt x="94239" y="15805"/>
                    <a:pt x="100823" y="21199"/>
                    <a:pt x="107193" y="26402"/>
                  </a:cubicBezTo>
                  <a:cubicBezTo>
                    <a:pt x="117587" y="34903"/>
                    <a:pt x="127397" y="42927"/>
                    <a:pt x="141768" y="46297"/>
                  </a:cubicBezTo>
                  <a:cubicBezTo>
                    <a:pt x="146242" y="47349"/>
                    <a:pt x="150491" y="47823"/>
                    <a:pt x="154562" y="47823"/>
                  </a:cubicBezTo>
                  <a:cubicBezTo>
                    <a:pt x="172376" y="47823"/>
                    <a:pt x="186800" y="38740"/>
                    <a:pt x="201919" y="29223"/>
                  </a:cubicBezTo>
                  <a:cubicBezTo>
                    <a:pt x="205014" y="27271"/>
                    <a:pt x="208229" y="25259"/>
                    <a:pt x="211479" y="23306"/>
                  </a:cubicBezTo>
                  <a:cubicBezTo>
                    <a:pt x="218321" y="19200"/>
                    <a:pt x="228632" y="14450"/>
                    <a:pt x="239705" y="14450"/>
                  </a:cubicBezTo>
                  <a:cubicBezTo>
                    <a:pt x="248443" y="14450"/>
                    <a:pt x="257655" y="17408"/>
                    <a:pt x="266010" y="25973"/>
                  </a:cubicBezTo>
                  <a:lnTo>
                    <a:pt x="266260" y="25711"/>
                  </a:lnTo>
                  <a:cubicBezTo>
                    <a:pt x="258758" y="18019"/>
                    <a:pt x="249789" y="14126"/>
                    <a:pt x="239600" y="14126"/>
                  </a:cubicBezTo>
                  <a:cubicBezTo>
                    <a:pt x="239569" y="14126"/>
                    <a:pt x="239538" y="14126"/>
                    <a:pt x="239507" y="14126"/>
                  </a:cubicBezTo>
                  <a:cubicBezTo>
                    <a:pt x="230672" y="14150"/>
                    <a:pt x="220921" y="17222"/>
                    <a:pt x="211301" y="22996"/>
                  </a:cubicBezTo>
                  <a:cubicBezTo>
                    <a:pt x="208038" y="24949"/>
                    <a:pt x="204824" y="26973"/>
                    <a:pt x="201728" y="28926"/>
                  </a:cubicBezTo>
                  <a:cubicBezTo>
                    <a:pt x="186657" y="38411"/>
                    <a:pt x="172266" y="47461"/>
                    <a:pt x="154532" y="47461"/>
                  </a:cubicBezTo>
                  <a:cubicBezTo>
                    <a:pt x="150494" y="47461"/>
                    <a:pt x="146283" y="46992"/>
                    <a:pt x="141852" y="45952"/>
                  </a:cubicBezTo>
                  <a:cubicBezTo>
                    <a:pt x="127564" y="42594"/>
                    <a:pt x="117777" y="34593"/>
                    <a:pt x="107431" y="26128"/>
                  </a:cubicBezTo>
                  <a:cubicBezTo>
                    <a:pt x="101037" y="20901"/>
                    <a:pt x="94441" y="15507"/>
                    <a:pt x="86654" y="11245"/>
                  </a:cubicBezTo>
                  <a:cubicBezTo>
                    <a:pt x="73804" y="4235"/>
                    <a:pt x="57180" y="0"/>
                    <a:pt x="427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25"/>
            <p:cNvSpPr/>
            <p:nvPr/>
          </p:nvSpPr>
          <p:spPr>
            <a:xfrm>
              <a:off x="625950" y="2432750"/>
              <a:ext cx="6647900" cy="1244800"/>
            </a:xfrm>
            <a:custGeom>
              <a:rect b="b" l="l" r="r" t="t"/>
              <a:pathLst>
                <a:path extrusionOk="0" h="49792" w="265916">
                  <a:moveTo>
                    <a:pt x="41667" y="0"/>
                  </a:moveTo>
                  <a:cubicBezTo>
                    <a:pt x="41386" y="0"/>
                    <a:pt x="41106" y="2"/>
                    <a:pt x="40827" y="5"/>
                  </a:cubicBezTo>
                  <a:cubicBezTo>
                    <a:pt x="19777" y="243"/>
                    <a:pt x="6049" y="2803"/>
                    <a:pt x="1" y="7613"/>
                  </a:cubicBezTo>
                  <a:lnTo>
                    <a:pt x="227" y="7899"/>
                  </a:lnTo>
                  <a:cubicBezTo>
                    <a:pt x="4335" y="4625"/>
                    <a:pt x="14717" y="672"/>
                    <a:pt x="40827" y="362"/>
                  </a:cubicBezTo>
                  <a:cubicBezTo>
                    <a:pt x="41089" y="360"/>
                    <a:pt x="41350" y="358"/>
                    <a:pt x="41613" y="358"/>
                  </a:cubicBezTo>
                  <a:cubicBezTo>
                    <a:pt x="56276" y="358"/>
                    <a:pt x="73363" y="4913"/>
                    <a:pt x="86405" y="12340"/>
                  </a:cubicBezTo>
                  <a:cubicBezTo>
                    <a:pt x="94096" y="16710"/>
                    <a:pt x="100585" y="22210"/>
                    <a:pt x="106871" y="27532"/>
                  </a:cubicBezTo>
                  <a:cubicBezTo>
                    <a:pt x="117111" y="36212"/>
                    <a:pt x="126779" y="44404"/>
                    <a:pt x="141078" y="48035"/>
                  </a:cubicBezTo>
                  <a:cubicBezTo>
                    <a:pt x="145866" y="49249"/>
                    <a:pt x="150405" y="49792"/>
                    <a:pt x="154753" y="49792"/>
                  </a:cubicBezTo>
                  <a:cubicBezTo>
                    <a:pt x="172149" y="49792"/>
                    <a:pt x="186490" y="41108"/>
                    <a:pt x="201502" y="32021"/>
                  </a:cubicBezTo>
                  <a:cubicBezTo>
                    <a:pt x="204645" y="30116"/>
                    <a:pt x="207884" y="28152"/>
                    <a:pt x="211182" y="26258"/>
                  </a:cubicBezTo>
                  <a:cubicBezTo>
                    <a:pt x="217949" y="22353"/>
                    <a:pt x="228064" y="17884"/>
                    <a:pt x="238884" y="17884"/>
                  </a:cubicBezTo>
                  <a:cubicBezTo>
                    <a:pt x="247824" y="17884"/>
                    <a:pt x="257244" y="20936"/>
                    <a:pt x="265653" y="29878"/>
                  </a:cubicBezTo>
                  <a:lnTo>
                    <a:pt x="265915" y="29628"/>
                  </a:lnTo>
                  <a:cubicBezTo>
                    <a:pt x="258521" y="21770"/>
                    <a:pt x="249592" y="17722"/>
                    <a:pt x="239364" y="17567"/>
                  </a:cubicBezTo>
                  <a:cubicBezTo>
                    <a:pt x="239173" y="17564"/>
                    <a:pt x="238981" y="17563"/>
                    <a:pt x="238788" y="17563"/>
                  </a:cubicBezTo>
                  <a:cubicBezTo>
                    <a:pt x="230104" y="17563"/>
                    <a:pt x="220508" y="20451"/>
                    <a:pt x="211003" y="25937"/>
                  </a:cubicBezTo>
                  <a:cubicBezTo>
                    <a:pt x="207717" y="27842"/>
                    <a:pt x="204467" y="29807"/>
                    <a:pt x="201336" y="31700"/>
                  </a:cubicBezTo>
                  <a:cubicBezTo>
                    <a:pt x="186364" y="40762"/>
                    <a:pt x="172056" y="49421"/>
                    <a:pt x="154743" y="49421"/>
                  </a:cubicBezTo>
                  <a:cubicBezTo>
                    <a:pt x="150426" y="49421"/>
                    <a:pt x="145921" y="48883"/>
                    <a:pt x="141173" y="47678"/>
                  </a:cubicBezTo>
                  <a:cubicBezTo>
                    <a:pt x="126945" y="44082"/>
                    <a:pt x="117301" y="35903"/>
                    <a:pt x="107098" y="27259"/>
                  </a:cubicBezTo>
                  <a:cubicBezTo>
                    <a:pt x="100799" y="21925"/>
                    <a:pt x="94298" y="16412"/>
                    <a:pt x="86583" y="12031"/>
                  </a:cubicBezTo>
                  <a:cubicBezTo>
                    <a:pt x="73509" y="4577"/>
                    <a:pt x="56377" y="0"/>
                    <a:pt x="416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25"/>
            <p:cNvSpPr/>
            <p:nvPr/>
          </p:nvSpPr>
          <p:spPr>
            <a:xfrm>
              <a:off x="636675" y="2334800"/>
              <a:ext cx="6637450" cy="1294425"/>
            </a:xfrm>
            <a:custGeom>
              <a:rect b="b" l="l" r="r" t="t"/>
              <a:pathLst>
                <a:path extrusionOk="0" h="51777" w="265498">
                  <a:moveTo>
                    <a:pt x="39287" y="1"/>
                  </a:moveTo>
                  <a:cubicBezTo>
                    <a:pt x="19177" y="1"/>
                    <a:pt x="5968" y="2322"/>
                    <a:pt x="0" y="6900"/>
                  </a:cubicBezTo>
                  <a:lnTo>
                    <a:pt x="227" y="7186"/>
                  </a:lnTo>
                  <a:cubicBezTo>
                    <a:pt x="4311" y="4047"/>
                    <a:pt x="14422" y="359"/>
                    <a:pt x="39404" y="359"/>
                  </a:cubicBezTo>
                  <a:cubicBezTo>
                    <a:pt x="39912" y="359"/>
                    <a:pt x="40426" y="360"/>
                    <a:pt x="40946" y="363"/>
                  </a:cubicBezTo>
                  <a:cubicBezTo>
                    <a:pt x="55781" y="447"/>
                    <a:pt x="73164" y="5340"/>
                    <a:pt x="86309" y="13127"/>
                  </a:cubicBezTo>
                  <a:cubicBezTo>
                    <a:pt x="93917" y="17639"/>
                    <a:pt x="100311" y="23247"/>
                    <a:pt x="106502" y="28676"/>
                  </a:cubicBezTo>
                  <a:cubicBezTo>
                    <a:pt x="116586" y="37535"/>
                    <a:pt x="126111" y="45905"/>
                    <a:pt x="140363" y="49774"/>
                  </a:cubicBezTo>
                  <a:cubicBezTo>
                    <a:pt x="145461" y="51162"/>
                    <a:pt x="150287" y="51777"/>
                    <a:pt x="154911" y="51777"/>
                  </a:cubicBezTo>
                  <a:cubicBezTo>
                    <a:pt x="171899" y="51777"/>
                    <a:pt x="186153" y="43484"/>
                    <a:pt x="201061" y="34808"/>
                  </a:cubicBezTo>
                  <a:cubicBezTo>
                    <a:pt x="204228" y="32963"/>
                    <a:pt x="207503" y="31058"/>
                    <a:pt x="210836" y="29212"/>
                  </a:cubicBezTo>
                  <a:cubicBezTo>
                    <a:pt x="217522" y="25512"/>
                    <a:pt x="227422" y="21326"/>
                    <a:pt x="237978" y="21326"/>
                  </a:cubicBezTo>
                  <a:cubicBezTo>
                    <a:pt x="247122" y="21326"/>
                    <a:pt x="256758" y="24467"/>
                    <a:pt x="265224" y="33784"/>
                  </a:cubicBezTo>
                  <a:lnTo>
                    <a:pt x="265498" y="33546"/>
                  </a:lnTo>
                  <a:cubicBezTo>
                    <a:pt x="258247" y="25569"/>
                    <a:pt x="249377" y="21354"/>
                    <a:pt x="239149" y="21033"/>
                  </a:cubicBezTo>
                  <a:cubicBezTo>
                    <a:pt x="238730" y="21019"/>
                    <a:pt x="238308" y="21012"/>
                    <a:pt x="237884" y="21012"/>
                  </a:cubicBezTo>
                  <a:cubicBezTo>
                    <a:pt x="229391" y="21012"/>
                    <a:pt x="220013" y="23731"/>
                    <a:pt x="210658" y="28903"/>
                  </a:cubicBezTo>
                  <a:cubicBezTo>
                    <a:pt x="207324" y="30748"/>
                    <a:pt x="204050" y="32653"/>
                    <a:pt x="200871" y="34498"/>
                  </a:cubicBezTo>
                  <a:cubicBezTo>
                    <a:pt x="186013" y="43140"/>
                    <a:pt x="171810" y="51406"/>
                    <a:pt x="154899" y="51406"/>
                  </a:cubicBezTo>
                  <a:cubicBezTo>
                    <a:pt x="150304" y="51406"/>
                    <a:pt x="145509" y="50796"/>
                    <a:pt x="140447" y="49417"/>
                  </a:cubicBezTo>
                  <a:cubicBezTo>
                    <a:pt x="126290" y="45571"/>
                    <a:pt x="116789" y="37237"/>
                    <a:pt x="106740" y="28402"/>
                  </a:cubicBezTo>
                  <a:cubicBezTo>
                    <a:pt x="100537" y="22961"/>
                    <a:pt x="94131" y="17342"/>
                    <a:pt x="86499" y="12817"/>
                  </a:cubicBezTo>
                  <a:cubicBezTo>
                    <a:pt x="73295" y="4995"/>
                    <a:pt x="55841" y="89"/>
                    <a:pt x="40958" y="6"/>
                  </a:cubicBezTo>
                  <a:cubicBezTo>
                    <a:pt x="40396" y="3"/>
                    <a:pt x="39839" y="1"/>
                    <a:pt x="392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25"/>
            <p:cNvSpPr/>
            <p:nvPr/>
          </p:nvSpPr>
          <p:spPr>
            <a:xfrm>
              <a:off x="649475" y="2235200"/>
              <a:ext cx="6624950" cy="1345700"/>
            </a:xfrm>
            <a:custGeom>
              <a:rect b="b" l="l" r="r" t="t"/>
              <a:pathLst>
                <a:path extrusionOk="0" h="53828" w="264998">
                  <a:moveTo>
                    <a:pt x="35160" y="0"/>
                  </a:moveTo>
                  <a:cubicBezTo>
                    <a:pt x="17419" y="0"/>
                    <a:pt x="5602" y="2101"/>
                    <a:pt x="0" y="6240"/>
                  </a:cubicBezTo>
                  <a:lnTo>
                    <a:pt x="215" y="6538"/>
                  </a:lnTo>
                  <a:cubicBezTo>
                    <a:pt x="4112" y="3654"/>
                    <a:pt x="13403" y="362"/>
                    <a:pt x="35411" y="362"/>
                  </a:cubicBezTo>
                  <a:cubicBezTo>
                    <a:pt x="37206" y="362"/>
                    <a:pt x="39085" y="384"/>
                    <a:pt x="41053" y="430"/>
                  </a:cubicBezTo>
                  <a:cubicBezTo>
                    <a:pt x="55876" y="787"/>
                    <a:pt x="73176" y="5978"/>
                    <a:pt x="86202" y="13979"/>
                  </a:cubicBezTo>
                  <a:cubicBezTo>
                    <a:pt x="93726" y="18623"/>
                    <a:pt x="100025" y="24350"/>
                    <a:pt x="106109" y="29886"/>
                  </a:cubicBezTo>
                  <a:cubicBezTo>
                    <a:pt x="116039" y="38911"/>
                    <a:pt x="125421" y="47436"/>
                    <a:pt x="139601" y="51567"/>
                  </a:cubicBezTo>
                  <a:cubicBezTo>
                    <a:pt x="145004" y="53139"/>
                    <a:pt x="150116" y="53827"/>
                    <a:pt x="155015" y="53827"/>
                  </a:cubicBezTo>
                  <a:cubicBezTo>
                    <a:pt x="171610" y="53827"/>
                    <a:pt x="185768" y="45925"/>
                    <a:pt x="200549" y="37661"/>
                  </a:cubicBezTo>
                  <a:cubicBezTo>
                    <a:pt x="203752" y="35875"/>
                    <a:pt x="207062" y="34030"/>
                    <a:pt x="210420" y="32244"/>
                  </a:cubicBezTo>
                  <a:cubicBezTo>
                    <a:pt x="217020" y="28737"/>
                    <a:pt x="226700" y="24823"/>
                    <a:pt x="236995" y="24823"/>
                  </a:cubicBezTo>
                  <a:cubicBezTo>
                    <a:pt x="246347" y="24823"/>
                    <a:pt x="256206" y="28053"/>
                    <a:pt x="264724" y="37756"/>
                  </a:cubicBezTo>
                  <a:lnTo>
                    <a:pt x="264998" y="37518"/>
                  </a:lnTo>
                  <a:cubicBezTo>
                    <a:pt x="257890" y="29422"/>
                    <a:pt x="249103" y="25052"/>
                    <a:pt x="238887" y="24552"/>
                  </a:cubicBezTo>
                  <a:cubicBezTo>
                    <a:pt x="238234" y="24520"/>
                    <a:pt x="237575" y="24503"/>
                    <a:pt x="236910" y="24503"/>
                  </a:cubicBezTo>
                  <a:cubicBezTo>
                    <a:pt x="228589" y="24503"/>
                    <a:pt x="219426" y="27049"/>
                    <a:pt x="210253" y="31922"/>
                  </a:cubicBezTo>
                  <a:cubicBezTo>
                    <a:pt x="206883" y="33708"/>
                    <a:pt x="203574" y="35565"/>
                    <a:pt x="200371" y="37351"/>
                  </a:cubicBezTo>
                  <a:cubicBezTo>
                    <a:pt x="185637" y="45583"/>
                    <a:pt x="171528" y="53466"/>
                    <a:pt x="155004" y="53466"/>
                  </a:cubicBezTo>
                  <a:cubicBezTo>
                    <a:pt x="150137" y="53466"/>
                    <a:pt x="145060" y="52782"/>
                    <a:pt x="139696" y="51222"/>
                  </a:cubicBezTo>
                  <a:cubicBezTo>
                    <a:pt x="125599" y="47114"/>
                    <a:pt x="116253" y="38613"/>
                    <a:pt x="106359" y="29612"/>
                  </a:cubicBezTo>
                  <a:cubicBezTo>
                    <a:pt x="100251" y="24064"/>
                    <a:pt x="93941" y="18325"/>
                    <a:pt x="86392" y="13682"/>
                  </a:cubicBezTo>
                  <a:cubicBezTo>
                    <a:pt x="73331" y="5633"/>
                    <a:pt x="55960" y="418"/>
                    <a:pt x="41077" y="73"/>
                  </a:cubicBezTo>
                  <a:cubicBezTo>
                    <a:pt x="39037" y="25"/>
                    <a:pt x="37064" y="0"/>
                    <a:pt x="35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25"/>
            <p:cNvSpPr/>
            <p:nvPr/>
          </p:nvSpPr>
          <p:spPr>
            <a:xfrm>
              <a:off x="664050" y="2134250"/>
              <a:ext cx="6610375" cy="1399125"/>
            </a:xfrm>
            <a:custGeom>
              <a:rect b="b" l="l" r="r" t="t"/>
              <a:pathLst>
                <a:path extrusionOk="0" h="55965" w="264415">
                  <a:moveTo>
                    <a:pt x="31658" y="1"/>
                  </a:moveTo>
                  <a:cubicBezTo>
                    <a:pt x="15910" y="1"/>
                    <a:pt x="5285" y="1898"/>
                    <a:pt x="1" y="5671"/>
                  </a:cubicBezTo>
                  <a:lnTo>
                    <a:pt x="215" y="5968"/>
                  </a:lnTo>
                  <a:cubicBezTo>
                    <a:pt x="3941" y="3311"/>
                    <a:pt x="12454" y="374"/>
                    <a:pt x="31865" y="374"/>
                  </a:cubicBezTo>
                  <a:cubicBezTo>
                    <a:pt x="34721" y="374"/>
                    <a:pt x="37813" y="437"/>
                    <a:pt x="41161" y="575"/>
                  </a:cubicBezTo>
                  <a:cubicBezTo>
                    <a:pt x="55972" y="1182"/>
                    <a:pt x="73177" y="6671"/>
                    <a:pt x="86047" y="14910"/>
                  </a:cubicBezTo>
                  <a:cubicBezTo>
                    <a:pt x="93489" y="19684"/>
                    <a:pt x="99692" y="25518"/>
                    <a:pt x="105681" y="31162"/>
                  </a:cubicBezTo>
                  <a:cubicBezTo>
                    <a:pt x="115456" y="40365"/>
                    <a:pt x="124683" y="49045"/>
                    <a:pt x="138792" y="53427"/>
                  </a:cubicBezTo>
                  <a:cubicBezTo>
                    <a:pt x="144499" y="55196"/>
                    <a:pt x="149895" y="55964"/>
                    <a:pt x="155070" y="55964"/>
                  </a:cubicBezTo>
                  <a:cubicBezTo>
                    <a:pt x="171272" y="55964"/>
                    <a:pt x="185312" y="48439"/>
                    <a:pt x="199966" y="40580"/>
                  </a:cubicBezTo>
                  <a:cubicBezTo>
                    <a:pt x="203205" y="38853"/>
                    <a:pt x="206539" y="37056"/>
                    <a:pt x="209932" y="35329"/>
                  </a:cubicBezTo>
                  <a:cubicBezTo>
                    <a:pt x="216438" y="32021"/>
                    <a:pt x="225885" y="28376"/>
                    <a:pt x="235908" y="28376"/>
                  </a:cubicBezTo>
                  <a:cubicBezTo>
                    <a:pt x="245474" y="28376"/>
                    <a:pt x="255565" y="31695"/>
                    <a:pt x="264129" y="41794"/>
                  </a:cubicBezTo>
                  <a:lnTo>
                    <a:pt x="264415" y="41568"/>
                  </a:lnTo>
                  <a:cubicBezTo>
                    <a:pt x="257438" y="33341"/>
                    <a:pt x="248734" y="28828"/>
                    <a:pt x="238519" y="28138"/>
                  </a:cubicBezTo>
                  <a:cubicBezTo>
                    <a:pt x="237634" y="28078"/>
                    <a:pt x="236737" y="28048"/>
                    <a:pt x="235830" y="28048"/>
                  </a:cubicBezTo>
                  <a:cubicBezTo>
                    <a:pt x="227710" y="28048"/>
                    <a:pt x="218762" y="30434"/>
                    <a:pt x="209765" y="35008"/>
                  </a:cubicBezTo>
                  <a:cubicBezTo>
                    <a:pt x="206372" y="36734"/>
                    <a:pt x="203026" y="38532"/>
                    <a:pt x="199800" y="40258"/>
                  </a:cubicBezTo>
                  <a:cubicBezTo>
                    <a:pt x="185191" y="48086"/>
                    <a:pt x="171191" y="55586"/>
                    <a:pt x="155054" y="55586"/>
                  </a:cubicBezTo>
                  <a:cubicBezTo>
                    <a:pt x="149912" y="55586"/>
                    <a:pt x="144552" y="54824"/>
                    <a:pt x="138887" y="53069"/>
                  </a:cubicBezTo>
                  <a:cubicBezTo>
                    <a:pt x="124862" y="48724"/>
                    <a:pt x="115658" y="40068"/>
                    <a:pt x="105931" y="30900"/>
                  </a:cubicBezTo>
                  <a:cubicBezTo>
                    <a:pt x="99918" y="25245"/>
                    <a:pt x="93715" y="19387"/>
                    <a:pt x="86238" y="14612"/>
                  </a:cubicBezTo>
                  <a:cubicBezTo>
                    <a:pt x="73320" y="6337"/>
                    <a:pt x="56055" y="813"/>
                    <a:pt x="41173" y="206"/>
                  </a:cubicBezTo>
                  <a:cubicBezTo>
                    <a:pt x="37818" y="69"/>
                    <a:pt x="34646" y="1"/>
                    <a:pt x="316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677" name="Google Shape;677;p25"/>
          <p:cNvPicPr preferRelativeResize="0"/>
          <p:nvPr/>
        </p:nvPicPr>
        <p:blipFill rotWithShape="1">
          <a:blip r:embed="rId3">
            <a:alphaModFix/>
          </a:blip>
          <a:srcRect b="709" l="0" r="0" t="699"/>
          <a:stretch/>
        </p:blipFill>
        <p:spPr>
          <a:xfrm flipH="1">
            <a:off x="139012" y="2062050"/>
            <a:ext cx="470732" cy="445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78" name="Google Shape;678;p25"/>
          <p:cNvPicPr preferRelativeResize="0"/>
          <p:nvPr/>
        </p:nvPicPr>
        <p:blipFill rotWithShape="1">
          <a:blip r:embed="rId4">
            <a:alphaModFix/>
          </a:blip>
          <a:srcRect b="709" l="0" r="0" t="699"/>
          <a:stretch/>
        </p:blipFill>
        <p:spPr>
          <a:xfrm flipH="1">
            <a:off x="7315589" y="136025"/>
            <a:ext cx="345405" cy="32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9" name="Google Shape;679;p25"/>
          <p:cNvPicPr preferRelativeResize="0"/>
          <p:nvPr/>
        </p:nvPicPr>
        <p:blipFill rotWithShape="1">
          <a:blip r:embed="rId4">
            <a:alphaModFix/>
          </a:blip>
          <a:srcRect b="2856" l="0" r="0" t="2856"/>
          <a:stretch/>
        </p:blipFill>
        <p:spPr>
          <a:xfrm flipH="1">
            <a:off x="8125946" y="4366958"/>
            <a:ext cx="783549" cy="708818"/>
          </a:xfrm>
          <a:prstGeom prst="rect">
            <a:avLst/>
          </a:prstGeom>
          <a:noFill/>
          <a:ln>
            <a:noFill/>
          </a:ln>
        </p:spPr>
      </p:pic>
      <p:pic>
        <p:nvPicPr>
          <p:cNvPr id="680" name="Google Shape;680;p25"/>
          <p:cNvPicPr preferRelativeResize="0"/>
          <p:nvPr/>
        </p:nvPicPr>
        <p:blipFill rotWithShape="1">
          <a:blip r:embed="rId5">
            <a:alphaModFix/>
          </a:blip>
          <a:srcRect b="7653" l="3721" r="45158" t="10143"/>
          <a:stretch/>
        </p:blipFill>
        <p:spPr>
          <a:xfrm flipH="1">
            <a:off x="8540544" y="1921153"/>
            <a:ext cx="507100" cy="458738"/>
          </a:xfrm>
          <a:prstGeom prst="rect">
            <a:avLst/>
          </a:prstGeom>
          <a:noFill/>
          <a:ln>
            <a:noFill/>
          </a:ln>
        </p:spPr>
      </p:pic>
      <p:sp>
        <p:nvSpPr>
          <p:cNvPr id="681" name="Google Shape;681;p25"/>
          <p:cNvSpPr txBox="1"/>
          <p:nvPr>
            <p:ph hasCustomPrompt="1" type="title"/>
          </p:nvPr>
        </p:nvSpPr>
        <p:spPr>
          <a:xfrm>
            <a:off x="6096025" y="2977950"/>
            <a:ext cx="2301000" cy="56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t>xx%</a:t>
            </a:r>
          </a:p>
        </p:txBody>
      </p:sp>
      <p:sp>
        <p:nvSpPr>
          <p:cNvPr id="682" name="Google Shape;682;p25"/>
          <p:cNvSpPr txBox="1"/>
          <p:nvPr>
            <p:ph idx="1" type="subTitle"/>
          </p:nvPr>
        </p:nvSpPr>
        <p:spPr>
          <a:xfrm>
            <a:off x="6096025" y="3447725"/>
            <a:ext cx="2301000" cy="51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3" name="Google Shape;683;p25"/>
          <p:cNvSpPr txBox="1"/>
          <p:nvPr>
            <p:ph hasCustomPrompt="1" idx="2" type="title"/>
          </p:nvPr>
        </p:nvSpPr>
        <p:spPr>
          <a:xfrm>
            <a:off x="746975" y="2977950"/>
            <a:ext cx="2322900" cy="56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t>xx%</a:t>
            </a:r>
          </a:p>
        </p:txBody>
      </p:sp>
      <p:sp>
        <p:nvSpPr>
          <p:cNvPr id="684" name="Google Shape;684;p25"/>
          <p:cNvSpPr txBox="1"/>
          <p:nvPr>
            <p:ph idx="3" type="subTitle"/>
          </p:nvPr>
        </p:nvSpPr>
        <p:spPr>
          <a:xfrm>
            <a:off x="746975" y="3447725"/>
            <a:ext cx="2322900" cy="51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5" name="Google Shape;685;p25"/>
          <p:cNvSpPr txBox="1"/>
          <p:nvPr>
            <p:ph hasCustomPrompt="1" idx="4" type="title"/>
          </p:nvPr>
        </p:nvSpPr>
        <p:spPr>
          <a:xfrm>
            <a:off x="3421500" y="2982025"/>
            <a:ext cx="2301000" cy="56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t>xx%</a:t>
            </a:r>
          </a:p>
        </p:txBody>
      </p:sp>
      <p:sp>
        <p:nvSpPr>
          <p:cNvPr id="686" name="Google Shape;686;p25"/>
          <p:cNvSpPr txBox="1"/>
          <p:nvPr>
            <p:ph idx="5" type="subTitle"/>
          </p:nvPr>
        </p:nvSpPr>
        <p:spPr>
          <a:xfrm>
            <a:off x="3421500" y="3448398"/>
            <a:ext cx="2301000" cy="51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7" name="Google Shape;687;p25"/>
          <p:cNvSpPr txBox="1"/>
          <p:nvPr>
            <p:ph idx="6" type="title"/>
          </p:nvPr>
        </p:nvSpPr>
        <p:spPr>
          <a:xfrm>
            <a:off x="720000" y="45421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BLANK_1_1_1_2_2_1_1"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9" name="Google Shape;689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1331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26"/>
          <p:cNvSpPr txBox="1"/>
          <p:nvPr>
            <p:ph type="title"/>
          </p:nvPr>
        </p:nvSpPr>
        <p:spPr>
          <a:xfrm>
            <a:off x="720000" y="45421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691" name="Google Shape;691;p26"/>
          <p:cNvSpPr txBox="1"/>
          <p:nvPr>
            <p:ph idx="1" type="subTitle"/>
          </p:nvPr>
        </p:nvSpPr>
        <p:spPr>
          <a:xfrm>
            <a:off x="2105523" y="1331550"/>
            <a:ext cx="3364500" cy="412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800">
                <a:latin typeface="Coda"/>
                <a:ea typeface="Coda"/>
                <a:cs typeface="Coda"/>
                <a:sym typeface="Cod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92" name="Google Shape;692;p26"/>
          <p:cNvSpPr txBox="1"/>
          <p:nvPr>
            <p:ph idx="2" type="subTitle"/>
          </p:nvPr>
        </p:nvSpPr>
        <p:spPr>
          <a:xfrm>
            <a:off x="2105523" y="1678000"/>
            <a:ext cx="336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3" name="Google Shape;693;p26"/>
          <p:cNvSpPr txBox="1"/>
          <p:nvPr>
            <p:ph idx="3" type="subTitle"/>
          </p:nvPr>
        </p:nvSpPr>
        <p:spPr>
          <a:xfrm>
            <a:off x="2105523" y="2773300"/>
            <a:ext cx="336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4" name="Google Shape;694;p26"/>
          <p:cNvSpPr txBox="1"/>
          <p:nvPr>
            <p:ph idx="4" type="subTitle"/>
          </p:nvPr>
        </p:nvSpPr>
        <p:spPr>
          <a:xfrm>
            <a:off x="2105523" y="3868600"/>
            <a:ext cx="336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5" name="Google Shape;695;p26"/>
          <p:cNvSpPr txBox="1"/>
          <p:nvPr>
            <p:ph idx="5" type="subTitle"/>
          </p:nvPr>
        </p:nvSpPr>
        <p:spPr>
          <a:xfrm>
            <a:off x="2105523" y="2426850"/>
            <a:ext cx="3364500" cy="412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800">
                <a:latin typeface="Coda"/>
                <a:ea typeface="Coda"/>
                <a:cs typeface="Coda"/>
                <a:sym typeface="Cod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96" name="Google Shape;696;p26"/>
          <p:cNvSpPr txBox="1"/>
          <p:nvPr>
            <p:ph idx="6" type="subTitle"/>
          </p:nvPr>
        </p:nvSpPr>
        <p:spPr>
          <a:xfrm>
            <a:off x="2105523" y="3522150"/>
            <a:ext cx="3364500" cy="412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800">
                <a:latin typeface="Coda"/>
                <a:ea typeface="Coda"/>
                <a:cs typeface="Coda"/>
                <a:sym typeface="Cod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97" name="Google Shape;697;p26"/>
          <p:cNvSpPr txBox="1"/>
          <p:nvPr>
            <p:ph hasCustomPrompt="1" idx="7" type="title"/>
          </p:nvPr>
        </p:nvSpPr>
        <p:spPr>
          <a:xfrm>
            <a:off x="975423" y="1331550"/>
            <a:ext cx="979800" cy="8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4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t>xx%</a:t>
            </a:r>
          </a:p>
        </p:txBody>
      </p:sp>
      <p:sp>
        <p:nvSpPr>
          <p:cNvPr id="698" name="Google Shape;698;p26"/>
          <p:cNvSpPr txBox="1"/>
          <p:nvPr>
            <p:ph hasCustomPrompt="1" idx="8" type="title"/>
          </p:nvPr>
        </p:nvSpPr>
        <p:spPr>
          <a:xfrm>
            <a:off x="975423" y="2445094"/>
            <a:ext cx="979800" cy="8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4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t>xx%</a:t>
            </a:r>
          </a:p>
        </p:txBody>
      </p:sp>
      <p:sp>
        <p:nvSpPr>
          <p:cNvPr id="699" name="Google Shape;699;p26"/>
          <p:cNvSpPr txBox="1"/>
          <p:nvPr>
            <p:ph hasCustomPrompt="1" idx="9" type="title"/>
          </p:nvPr>
        </p:nvSpPr>
        <p:spPr>
          <a:xfrm>
            <a:off x="975423" y="3558639"/>
            <a:ext cx="979800" cy="88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b="1" sz="4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t>xx%</a:t>
            </a:r>
          </a:p>
        </p:txBody>
      </p:sp>
      <p:pic>
        <p:nvPicPr>
          <p:cNvPr id="700" name="Google Shape;700;p26"/>
          <p:cNvPicPr preferRelativeResize="0"/>
          <p:nvPr/>
        </p:nvPicPr>
        <p:blipFill rotWithShape="1">
          <a:blip r:embed="rId3">
            <a:alphaModFix/>
          </a:blip>
          <a:srcRect b="709" l="0" r="0" t="699"/>
          <a:stretch/>
        </p:blipFill>
        <p:spPr>
          <a:xfrm flipH="1" rot="10800000">
            <a:off x="3941575" y="124153"/>
            <a:ext cx="345405" cy="326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01" name="Google Shape;701;p26"/>
          <p:cNvGrpSpPr/>
          <p:nvPr/>
        </p:nvGrpSpPr>
        <p:grpSpPr>
          <a:xfrm flipH="1" rot="-5400431">
            <a:off x="6329756" y="1772226"/>
            <a:ext cx="5321756" cy="1664552"/>
            <a:chOff x="603050" y="2134250"/>
            <a:chExt cx="6671375" cy="1887675"/>
          </a:xfrm>
        </p:grpSpPr>
        <p:sp>
          <p:nvSpPr>
            <p:cNvPr id="702" name="Google Shape;702;p26"/>
            <p:cNvSpPr/>
            <p:nvPr/>
          </p:nvSpPr>
          <p:spPr>
            <a:xfrm>
              <a:off x="608100" y="2949275"/>
              <a:ext cx="6665750" cy="1072650"/>
            </a:xfrm>
            <a:custGeom>
              <a:rect b="b" l="l" r="r" t="t"/>
              <a:pathLst>
                <a:path extrusionOk="0" h="42906" w="266630">
                  <a:moveTo>
                    <a:pt x="242926" y="0"/>
                  </a:moveTo>
                  <a:cubicBezTo>
                    <a:pt x="241564" y="0"/>
                    <a:pt x="240185" y="76"/>
                    <a:pt x="238792" y="228"/>
                  </a:cubicBezTo>
                  <a:cubicBezTo>
                    <a:pt x="230005" y="1168"/>
                    <a:pt x="220635" y="5240"/>
                    <a:pt x="211670" y="11979"/>
                  </a:cubicBezTo>
                  <a:cubicBezTo>
                    <a:pt x="208634" y="14265"/>
                    <a:pt x="205645" y="16611"/>
                    <a:pt x="202764" y="18885"/>
                  </a:cubicBezTo>
                  <a:cubicBezTo>
                    <a:pt x="187340" y="31016"/>
                    <a:pt x="172685" y="42543"/>
                    <a:pt x="152232" y="42543"/>
                  </a:cubicBezTo>
                  <a:cubicBezTo>
                    <a:pt x="149902" y="42543"/>
                    <a:pt x="147497" y="42394"/>
                    <a:pt x="145007" y="42078"/>
                  </a:cubicBezTo>
                  <a:cubicBezTo>
                    <a:pt x="130433" y="40233"/>
                    <a:pt x="119873" y="33291"/>
                    <a:pt x="108693" y="25957"/>
                  </a:cubicBezTo>
                  <a:cubicBezTo>
                    <a:pt x="101799" y="21433"/>
                    <a:pt x="94667" y="16754"/>
                    <a:pt x="86476" y="13337"/>
                  </a:cubicBezTo>
                  <a:cubicBezTo>
                    <a:pt x="75578" y="8791"/>
                    <a:pt x="62424" y="6298"/>
                    <a:pt x="50215" y="6298"/>
                  </a:cubicBezTo>
                  <a:cubicBezTo>
                    <a:pt x="46564" y="6298"/>
                    <a:pt x="42997" y="6521"/>
                    <a:pt x="39601" y="6979"/>
                  </a:cubicBezTo>
                  <a:cubicBezTo>
                    <a:pt x="18729" y="9788"/>
                    <a:pt x="5418" y="14003"/>
                    <a:pt x="0" y="19504"/>
                  </a:cubicBezTo>
                  <a:lnTo>
                    <a:pt x="262" y="19766"/>
                  </a:lnTo>
                  <a:cubicBezTo>
                    <a:pt x="3941" y="16015"/>
                    <a:pt x="13764" y="10824"/>
                    <a:pt x="39648" y="7348"/>
                  </a:cubicBezTo>
                  <a:cubicBezTo>
                    <a:pt x="43028" y="6893"/>
                    <a:pt x="46578" y="6672"/>
                    <a:pt x="50211" y="6672"/>
                  </a:cubicBezTo>
                  <a:cubicBezTo>
                    <a:pt x="62374" y="6672"/>
                    <a:pt x="75481" y="9153"/>
                    <a:pt x="86345" y="13682"/>
                  </a:cubicBezTo>
                  <a:cubicBezTo>
                    <a:pt x="94500" y="17075"/>
                    <a:pt x="101620" y="21742"/>
                    <a:pt x="108502" y="26255"/>
                  </a:cubicBezTo>
                  <a:cubicBezTo>
                    <a:pt x="119718" y="33625"/>
                    <a:pt x="130314" y="40578"/>
                    <a:pt x="144959" y="42435"/>
                  </a:cubicBezTo>
                  <a:cubicBezTo>
                    <a:pt x="147474" y="42754"/>
                    <a:pt x="149902" y="42906"/>
                    <a:pt x="152253" y="42906"/>
                  </a:cubicBezTo>
                  <a:cubicBezTo>
                    <a:pt x="172815" y="42906"/>
                    <a:pt x="187519" y="31340"/>
                    <a:pt x="202990" y="19171"/>
                  </a:cubicBezTo>
                  <a:cubicBezTo>
                    <a:pt x="205871" y="16908"/>
                    <a:pt x="208860" y="14563"/>
                    <a:pt x="211896" y="12277"/>
                  </a:cubicBezTo>
                  <a:cubicBezTo>
                    <a:pt x="219006" y="6920"/>
                    <a:pt x="230335" y="312"/>
                    <a:pt x="242921" y="312"/>
                  </a:cubicBezTo>
                  <a:cubicBezTo>
                    <a:pt x="250504" y="312"/>
                    <a:pt x="258543" y="2711"/>
                    <a:pt x="266391" y="9229"/>
                  </a:cubicBezTo>
                  <a:lnTo>
                    <a:pt x="266629" y="8943"/>
                  </a:lnTo>
                  <a:cubicBezTo>
                    <a:pt x="259467" y="3004"/>
                    <a:pt x="251508" y="0"/>
                    <a:pt x="2429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26"/>
            <p:cNvSpPr/>
            <p:nvPr/>
          </p:nvSpPr>
          <p:spPr>
            <a:xfrm>
              <a:off x="604525" y="2938825"/>
              <a:ext cx="6669025" cy="1033425"/>
            </a:xfrm>
            <a:custGeom>
              <a:rect b="b" l="l" r="r" t="t"/>
              <a:pathLst>
                <a:path extrusionOk="0" h="41337" w="266761">
                  <a:moveTo>
                    <a:pt x="242560" y="0"/>
                  </a:moveTo>
                  <a:cubicBezTo>
                    <a:pt x="241419" y="0"/>
                    <a:pt x="240266" y="53"/>
                    <a:pt x="239102" y="158"/>
                  </a:cubicBezTo>
                  <a:cubicBezTo>
                    <a:pt x="230303" y="955"/>
                    <a:pt x="220850" y="4861"/>
                    <a:pt x="211765" y="11445"/>
                  </a:cubicBezTo>
                  <a:cubicBezTo>
                    <a:pt x="208693" y="13683"/>
                    <a:pt x="205669" y="15969"/>
                    <a:pt x="202752" y="18184"/>
                  </a:cubicBezTo>
                  <a:cubicBezTo>
                    <a:pt x="187359" y="29863"/>
                    <a:pt x="172728" y="40966"/>
                    <a:pt x="152762" y="40966"/>
                  </a:cubicBezTo>
                  <a:cubicBezTo>
                    <a:pt x="150135" y="40966"/>
                    <a:pt x="147416" y="40773"/>
                    <a:pt x="144590" y="40365"/>
                  </a:cubicBezTo>
                  <a:cubicBezTo>
                    <a:pt x="130064" y="38269"/>
                    <a:pt x="119623" y="31150"/>
                    <a:pt x="108574" y="23613"/>
                  </a:cubicBezTo>
                  <a:cubicBezTo>
                    <a:pt x="101751" y="18969"/>
                    <a:pt x="94703" y="14171"/>
                    <a:pt x="86571" y="10611"/>
                  </a:cubicBezTo>
                  <a:cubicBezTo>
                    <a:pt x="75309" y="5677"/>
                    <a:pt x="61560" y="2931"/>
                    <a:pt x="48931" y="2931"/>
                  </a:cubicBezTo>
                  <a:cubicBezTo>
                    <a:pt x="45806" y="2931"/>
                    <a:pt x="42749" y="3099"/>
                    <a:pt x="39815" y="3444"/>
                  </a:cubicBezTo>
                  <a:cubicBezTo>
                    <a:pt x="18908" y="5885"/>
                    <a:pt x="5513" y="9861"/>
                    <a:pt x="1" y="15279"/>
                  </a:cubicBezTo>
                  <a:lnTo>
                    <a:pt x="251" y="15529"/>
                  </a:lnTo>
                  <a:cubicBezTo>
                    <a:pt x="4001" y="11850"/>
                    <a:pt x="13919" y="6825"/>
                    <a:pt x="39851" y="3801"/>
                  </a:cubicBezTo>
                  <a:cubicBezTo>
                    <a:pt x="42768" y="3459"/>
                    <a:pt x="45807" y="3292"/>
                    <a:pt x="48914" y="3292"/>
                  </a:cubicBezTo>
                  <a:cubicBezTo>
                    <a:pt x="61497" y="3292"/>
                    <a:pt x="75199" y="6027"/>
                    <a:pt x="86428" y="10945"/>
                  </a:cubicBezTo>
                  <a:cubicBezTo>
                    <a:pt x="94524" y="14493"/>
                    <a:pt x="101561" y="19279"/>
                    <a:pt x="108359" y="23922"/>
                  </a:cubicBezTo>
                  <a:cubicBezTo>
                    <a:pt x="119456" y="31471"/>
                    <a:pt x="129922" y="38615"/>
                    <a:pt x="144542" y="40734"/>
                  </a:cubicBezTo>
                  <a:cubicBezTo>
                    <a:pt x="147384" y="41144"/>
                    <a:pt x="150118" y="41337"/>
                    <a:pt x="152759" y="41337"/>
                  </a:cubicBezTo>
                  <a:cubicBezTo>
                    <a:pt x="172836" y="41337"/>
                    <a:pt x="187520" y="30193"/>
                    <a:pt x="202966" y="18481"/>
                  </a:cubicBezTo>
                  <a:cubicBezTo>
                    <a:pt x="205883" y="16267"/>
                    <a:pt x="208908" y="13969"/>
                    <a:pt x="211979" y="11742"/>
                  </a:cubicBezTo>
                  <a:cubicBezTo>
                    <a:pt x="219066" y="6599"/>
                    <a:pt x="230260" y="308"/>
                    <a:pt x="242600" y="308"/>
                  </a:cubicBezTo>
                  <a:cubicBezTo>
                    <a:pt x="250370" y="308"/>
                    <a:pt x="258594" y="2802"/>
                    <a:pt x="266534" y="9647"/>
                  </a:cubicBezTo>
                  <a:lnTo>
                    <a:pt x="266760" y="9373"/>
                  </a:lnTo>
                  <a:cubicBezTo>
                    <a:pt x="259527" y="3141"/>
                    <a:pt x="251396" y="0"/>
                    <a:pt x="242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26"/>
            <p:cNvSpPr/>
            <p:nvPr/>
          </p:nvSpPr>
          <p:spPr>
            <a:xfrm>
              <a:off x="603050" y="2916775"/>
              <a:ext cx="6670800" cy="1005800"/>
            </a:xfrm>
            <a:custGeom>
              <a:rect b="b" l="l" r="r" t="t"/>
              <a:pathLst>
                <a:path extrusionOk="0" h="40232" w="266832">
                  <a:moveTo>
                    <a:pt x="47581" y="0"/>
                  </a:moveTo>
                  <a:cubicBezTo>
                    <a:pt x="44993" y="0"/>
                    <a:pt x="42457" y="119"/>
                    <a:pt x="40005" y="361"/>
                  </a:cubicBezTo>
                  <a:cubicBezTo>
                    <a:pt x="19062" y="2445"/>
                    <a:pt x="5608" y="6183"/>
                    <a:pt x="0" y="11505"/>
                  </a:cubicBezTo>
                  <a:lnTo>
                    <a:pt x="250" y="11767"/>
                  </a:lnTo>
                  <a:cubicBezTo>
                    <a:pt x="4060" y="8148"/>
                    <a:pt x="14061" y="3302"/>
                    <a:pt x="40041" y="730"/>
                  </a:cubicBezTo>
                  <a:cubicBezTo>
                    <a:pt x="42490" y="487"/>
                    <a:pt x="45023" y="368"/>
                    <a:pt x="47608" y="368"/>
                  </a:cubicBezTo>
                  <a:cubicBezTo>
                    <a:pt x="60603" y="368"/>
                    <a:pt x="74908" y="3370"/>
                    <a:pt x="86487" y="8683"/>
                  </a:cubicBezTo>
                  <a:cubicBezTo>
                    <a:pt x="94524" y="12362"/>
                    <a:pt x="101477" y="17292"/>
                    <a:pt x="108192" y="22042"/>
                  </a:cubicBezTo>
                  <a:cubicBezTo>
                    <a:pt x="119146" y="29793"/>
                    <a:pt x="129504" y="37116"/>
                    <a:pt x="144078" y="39473"/>
                  </a:cubicBezTo>
                  <a:cubicBezTo>
                    <a:pt x="147258" y="39990"/>
                    <a:pt x="150307" y="40232"/>
                    <a:pt x="153246" y="40232"/>
                  </a:cubicBezTo>
                  <a:cubicBezTo>
                    <a:pt x="172829" y="40232"/>
                    <a:pt x="187478" y="29509"/>
                    <a:pt x="202883" y="18256"/>
                  </a:cubicBezTo>
                  <a:cubicBezTo>
                    <a:pt x="205835" y="16089"/>
                    <a:pt x="208895" y="13851"/>
                    <a:pt x="212015" y="11672"/>
                  </a:cubicBezTo>
                  <a:cubicBezTo>
                    <a:pt x="219065" y="6740"/>
                    <a:pt x="230090" y="772"/>
                    <a:pt x="242173" y="772"/>
                  </a:cubicBezTo>
                  <a:cubicBezTo>
                    <a:pt x="250128" y="772"/>
                    <a:pt x="258541" y="3359"/>
                    <a:pt x="266581" y="10529"/>
                  </a:cubicBezTo>
                  <a:lnTo>
                    <a:pt x="266831" y="10255"/>
                  </a:lnTo>
                  <a:cubicBezTo>
                    <a:pt x="259528" y="3740"/>
                    <a:pt x="251234" y="461"/>
                    <a:pt x="242138" y="461"/>
                  </a:cubicBezTo>
                  <a:cubicBezTo>
                    <a:pt x="241209" y="461"/>
                    <a:pt x="240272" y="495"/>
                    <a:pt x="239328" y="563"/>
                  </a:cubicBezTo>
                  <a:cubicBezTo>
                    <a:pt x="230517" y="1206"/>
                    <a:pt x="220992" y="4945"/>
                    <a:pt x="211800" y="11374"/>
                  </a:cubicBezTo>
                  <a:cubicBezTo>
                    <a:pt x="208681" y="13553"/>
                    <a:pt x="205621" y="15791"/>
                    <a:pt x="202668" y="17958"/>
                  </a:cubicBezTo>
                  <a:cubicBezTo>
                    <a:pt x="187317" y="29187"/>
                    <a:pt x="172706" y="39865"/>
                    <a:pt x="153219" y="39865"/>
                  </a:cubicBezTo>
                  <a:cubicBezTo>
                    <a:pt x="150307" y="39865"/>
                    <a:pt x="147286" y="39627"/>
                    <a:pt x="144137" y="39116"/>
                  </a:cubicBezTo>
                  <a:cubicBezTo>
                    <a:pt x="129635" y="36770"/>
                    <a:pt x="119325" y="29472"/>
                    <a:pt x="108406" y="21745"/>
                  </a:cubicBezTo>
                  <a:cubicBezTo>
                    <a:pt x="101679" y="16982"/>
                    <a:pt x="94702" y="12053"/>
                    <a:pt x="86642" y="8350"/>
                  </a:cubicBezTo>
                  <a:cubicBezTo>
                    <a:pt x="75006" y="3014"/>
                    <a:pt x="60634" y="0"/>
                    <a:pt x="475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26"/>
            <p:cNvSpPr/>
            <p:nvPr/>
          </p:nvSpPr>
          <p:spPr>
            <a:xfrm>
              <a:off x="603625" y="2820875"/>
              <a:ext cx="6670225" cy="1052250"/>
            </a:xfrm>
            <a:custGeom>
              <a:rect b="b" l="l" r="r" t="t"/>
              <a:pathLst>
                <a:path extrusionOk="0" h="42090" w="266809">
                  <a:moveTo>
                    <a:pt x="46344" y="0"/>
                  </a:moveTo>
                  <a:cubicBezTo>
                    <a:pt x="44253" y="0"/>
                    <a:pt x="42198" y="80"/>
                    <a:pt x="40196" y="244"/>
                  </a:cubicBezTo>
                  <a:cubicBezTo>
                    <a:pt x="19218" y="1959"/>
                    <a:pt x="5692" y="5471"/>
                    <a:pt x="1" y="10686"/>
                  </a:cubicBezTo>
                  <a:lnTo>
                    <a:pt x="239" y="10948"/>
                  </a:lnTo>
                  <a:cubicBezTo>
                    <a:pt x="4120" y="7400"/>
                    <a:pt x="14193" y="2721"/>
                    <a:pt x="40220" y="601"/>
                  </a:cubicBezTo>
                  <a:cubicBezTo>
                    <a:pt x="42208" y="440"/>
                    <a:pt x="44249" y="360"/>
                    <a:pt x="46327" y="360"/>
                  </a:cubicBezTo>
                  <a:cubicBezTo>
                    <a:pt x="59706" y="360"/>
                    <a:pt x="74600" y="3646"/>
                    <a:pt x="86524" y="9376"/>
                  </a:cubicBezTo>
                  <a:cubicBezTo>
                    <a:pt x="94501" y="13198"/>
                    <a:pt x="101359" y="18234"/>
                    <a:pt x="107991" y="23104"/>
                  </a:cubicBezTo>
                  <a:cubicBezTo>
                    <a:pt x="118813" y="31046"/>
                    <a:pt x="129029" y="38546"/>
                    <a:pt x="143566" y="41166"/>
                  </a:cubicBezTo>
                  <a:cubicBezTo>
                    <a:pt x="147069" y="41797"/>
                    <a:pt x="150419" y="42090"/>
                    <a:pt x="153641" y="42090"/>
                  </a:cubicBezTo>
                  <a:cubicBezTo>
                    <a:pt x="172769" y="42090"/>
                    <a:pt x="187383" y="31783"/>
                    <a:pt x="202729" y="20961"/>
                  </a:cubicBezTo>
                  <a:cubicBezTo>
                    <a:pt x="205729" y="18854"/>
                    <a:pt x="208825" y="16663"/>
                    <a:pt x="211980" y="14543"/>
                  </a:cubicBezTo>
                  <a:cubicBezTo>
                    <a:pt x="218983" y="9825"/>
                    <a:pt x="229850" y="4171"/>
                    <a:pt x="241687" y="4171"/>
                  </a:cubicBezTo>
                  <a:cubicBezTo>
                    <a:pt x="249833" y="4171"/>
                    <a:pt x="258438" y="6849"/>
                    <a:pt x="266558" y="14353"/>
                  </a:cubicBezTo>
                  <a:lnTo>
                    <a:pt x="266808" y="14091"/>
                  </a:lnTo>
                  <a:cubicBezTo>
                    <a:pt x="259457" y="7303"/>
                    <a:pt x="251007" y="3862"/>
                    <a:pt x="241659" y="3862"/>
                  </a:cubicBezTo>
                  <a:cubicBezTo>
                    <a:pt x="240939" y="3862"/>
                    <a:pt x="240214" y="3882"/>
                    <a:pt x="239483" y="3923"/>
                  </a:cubicBezTo>
                  <a:cubicBezTo>
                    <a:pt x="230661" y="4411"/>
                    <a:pt x="221076" y="7971"/>
                    <a:pt x="211777" y="14246"/>
                  </a:cubicBezTo>
                  <a:cubicBezTo>
                    <a:pt x="208622" y="16365"/>
                    <a:pt x="205515" y="18556"/>
                    <a:pt x="202526" y="20663"/>
                  </a:cubicBezTo>
                  <a:cubicBezTo>
                    <a:pt x="187233" y="31450"/>
                    <a:pt x="172655" y="41722"/>
                    <a:pt x="153612" y="41722"/>
                  </a:cubicBezTo>
                  <a:cubicBezTo>
                    <a:pt x="150417" y="41722"/>
                    <a:pt x="147097" y="41433"/>
                    <a:pt x="143626" y="40809"/>
                  </a:cubicBezTo>
                  <a:cubicBezTo>
                    <a:pt x="129172" y="38201"/>
                    <a:pt x="118992" y="30724"/>
                    <a:pt x="108205" y="22806"/>
                  </a:cubicBezTo>
                  <a:cubicBezTo>
                    <a:pt x="101561" y="17925"/>
                    <a:pt x="94679" y="12877"/>
                    <a:pt x="86678" y="9043"/>
                  </a:cubicBezTo>
                  <a:cubicBezTo>
                    <a:pt x="74718" y="3305"/>
                    <a:pt x="59772" y="0"/>
                    <a:pt x="463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26"/>
            <p:cNvSpPr/>
            <p:nvPr/>
          </p:nvSpPr>
          <p:spPr>
            <a:xfrm>
              <a:off x="606025" y="2724425"/>
              <a:ext cx="6667825" cy="1099375"/>
            </a:xfrm>
            <a:custGeom>
              <a:rect b="b" l="l" r="r" t="t"/>
              <a:pathLst>
                <a:path extrusionOk="0" h="43975" w="266713">
                  <a:moveTo>
                    <a:pt x="45120" y="1"/>
                  </a:moveTo>
                  <a:cubicBezTo>
                    <a:pt x="43512" y="1"/>
                    <a:pt x="41927" y="50"/>
                    <a:pt x="40374" y="149"/>
                  </a:cubicBezTo>
                  <a:cubicBezTo>
                    <a:pt x="19372" y="1495"/>
                    <a:pt x="5787" y="4769"/>
                    <a:pt x="0" y="9889"/>
                  </a:cubicBezTo>
                  <a:lnTo>
                    <a:pt x="250" y="10150"/>
                  </a:lnTo>
                  <a:cubicBezTo>
                    <a:pt x="4191" y="6674"/>
                    <a:pt x="14335" y="2185"/>
                    <a:pt x="40410" y="518"/>
                  </a:cubicBezTo>
                  <a:cubicBezTo>
                    <a:pt x="41956" y="419"/>
                    <a:pt x="43534" y="370"/>
                    <a:pt x="45136" y="370"/>
                  </a:cubicBezTo>
                  <a:cubicBezTo>
                    <a:pt x="58853" y="370"/>
                    <a:pt x="74318" y="3961"/>
                    <a:pt x="86547" y="10091"/>
                  </a:cubicBezTo>
                  <a:cubicBezTo>
                    <a:pt x="94441" y="14044"/>
                    <a:pt x="101227" y="19211"/>
                    <a:pt x="107776" y="24188"/>
                  </a:cubicBezTo>
                  <a:cubicBezTo>
                    <a:pt x="118432" y="32332"/>
                    <a:pt x="128528" y="39999"/>
                    <a:pt x="143018" y="42869"/>
                  </a:cubicBezTo>
                  <a:cubicBezTo>
                    <a:pt x="146843" y="43627"/>
                    <a:pt x="150492" y="43975"/>
                    <a:pt x="153996" y="43975"/>
                  </a:cubicBezTo>
                  <a:cubicBezTo>
                    <a:pt x="172677" y="43975"/>
                    <a:pt x="187246" y="34086"/>
                    <a:pt x="202525" y="23700"/>
                  </a:cubicBezTo>
                  <a:cubicBezTo>
                    <a:pt x="205562" y="21640"/>
                    <a:pt x="208693" y="19509"/>
                    <a:pt x="211884" y="17449"/>
                  </a:cubicBezTo>
                  <a:cubicBezTo>
                    <a:pt x="218840" y="12936"/>
                    <a:pt x="229526" y="7594"/>
                    <a:pt x="241107" y="7594"/>
                  </a:cubicBezTo>
                  <a:cubicBezTo>
                    <a:pt x="249447" y="7594"/>
                    <a:pt x="258252" y="10365"/>
                    <a:pt x="266462" y="18211"/>
                  </a:cubicBezTo>
                  <a:lnTo>
                    <a:pt x="266712" y="17949"/>
                  </a:lnTo>
                  <a:cubicBezTo>
                    <a:pt x="259310" y="10864"/>
                    <a:pt x="250693" y="7276"/>
                    <a:pt x="241074" y="7276"/>
                  </a:cubicBezTo>
                  <a:cubicBezTo>
                    <a:pt x="240574" y="7276"/>
                    <a:pt x="240071" y="7285"/>
                    <a:pt x="239566" y="7305"/>
                  </a:cubicBezTo>
                  <a:cubicBezTo>
                    <a:pt x="230731" y="7638"/>
                    <a:pt x="221099" y="11043"/>
                    <a:pt x="211681" y="17139"/>
                  </a:cubicBezTo>
                  <a:cubicBezTo>
                    <a:pt x="208490" y="19211"/>
                    <a:pt x="205359" y="21342"/>
                    <a:pt x="202323" y="23402"/>
                  </a:cubicBezTo>
                  <a:cubicBezTo>
                    <a:pt x="187090" y="33751"/>
                    <a:pt x="172575" y="43610"/>
                    <a:pt x="153990" y="43610"/>
                  </a:cubicBezTo>
                  <a:cubicBezTo>
                    <a:pt x="150510" y="43610"/>
                    <a:pt x="146887" y="43265"/>
                    <a:pt x="143089" y="42512"/>
                  </a:cubicBezTo>
                  <a:cubicBezTo>
                    <a:pt x="128683" y="39654"/>
                    <a:pt x="118622" y="31998"/>
                    <a:pt x="107990" y="23902"/>
                  </a:cubicBezTo>
                  <a:cubicBezTo>
                    <a:pt x="101418" y="18913"/>
                    <a:pt x="94631" y="13734"/>
                    <a:pt x="86701" y="9758"/>
                  </a:cubicBezTo>
                  <a:cubicBezTo>
                    <a:pt x="74419" y="3595"/>
                    <a:pt x="58900" y="1"/>
                    <a:pt x="45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26"/>
            <p:cNvSpPr/>
            <p:nvPr/>
          </p:nvSpPr>
          <p:spPr>
            <a:xfrm>
              <a:off x="610775" y="2627700"/>
              <a:ext cx="6663075" cy="1147100"/>
            </a:xfrm>
            <a:custGeom>
              <a:rect b="b" l="l" r="r" t="t"/>
              <a:pathLst>
                <a:path extrusionOk="0" h="45884" w="266523">
                  <a:moveTo>
                    <a:pt x="43919" y="0"/>
                  </a:moveTo>
                  <a:cubicBezTo>
                    <a:pt x="42779" y="0"/>
                    <a:pt x="41652" y="26"/>
                    <a:pt x="40541" y="77"/>
                  </a:cubicBezTo>
                  <a:cubicBezTo>
                    <a:pt x="19515" y="1054"/>
                    <a:pt x="5870" y="4090"/>
                    <a:pt x="1" y="9102"/>
                  </a:cubicBezTo>
                  <a:lnTo>
                    <a:pt x="239" y="9376"/>
                  </a:lnTo>
                  <a:cubicBezTo>
                    <a:pt x="4227" y="5971"/>
                    <a:pt x="14467" y="1649"/>
                    <a:pt x="40553" y="434"/>
                  </a:cubicBezTo>
                  <a:cubicBezTo>
                    <a:pt x="41663" y="383"/>
                    <a:pt x="42788" y="357"/>
                    <a:pt x="43926" y="357"/>
                  </a:cubicBezTo>
                  <a:cubicBezTo>
                    <a:pt x="57980" y="357"/>
                    <a:pt x="73989" y="4252"/>
                    <a:pt x="86523" y="10817"/>
                  </a:cubicBezTo>
                  <a:cubicBezTo>
                    <a:pt x="94346" y="14912"/>
                    <a:pt x="101037" y="20187"/>
                    <a:pt x="107502" y="25283"/>
                  </a:cubicBezTo>
                  <a:cubicBezTo>
                    <a:pt x="118039" y="33593"/>
                    <a:pt x="127981" y="41451"/>
                    <a:pt x="142411" y="44571"/>
                  </a:cubicBezTo>
                  <a:cubicBezTo>
                    <a:pt x="146566" y="45473"/>
                    <a:pt x="150520" y="45883"/>
                    <a:pt x="154313" y="45883"/>
                  </a:cubicBezTo>
                  <a:cubicBezTo>
                    <a:pt x="172548" y="45883"/>
                    <a:pt x="187052" y="36397"/>
                    <a:pt x="202240" y="26461"/>
                  </a:cubicBezTo>
                  <a:cubicBezTo>
                    <a:pt x="205312" y="24449"/>
                    <a:pt x="208491" y="22378"/>
                    <a:pt x="211706" y="20365"/>
                  </a:cubicBezTo>
                  <a:cubicBezTo>
                    <a:pt x="218611" y="16054"/>
                    <a:pt x="229117" y="11007"/>
                    <a:pt x="240446" y="11007"/>
                  </a:cubicBezTo>
                  <a:cubicBezTo>
                    <a:pt x="248983" y="11007"/>
                    <a:pt x="257988" y="13873"/>
                    <a:pt x="266272" y="22080"/>
                  </a:cubicBezTo>
                  <a:lnTo>
                    <a:pt x="266522" y="21818"/>
                  </a:lnTo>
                  <a:cubicBezTo>
                    <a:pt x="259063" y="14429"/>
                    <a:pt x="250259" y="10690"/>
                    <a:pt x="240352" y="10690"/>
                  </a:cubicBezTo>
                  <a:cubicBezTo>
                    <a:pt x="240091" y="10690"/>
                    <a:pt x="239829" y="10692"/>
                    <a:pt x="239566" y="10698"/>
                  </a:cubicBezTo>
                  <a:cubicBezTo>
                    <a:pt x="230732" y="10876"/>
                    <a:pt x="221040" y="14115"/>
                    <a:pt x="211515" y="20056"/>
                  </a:cubicBezTo>
                  <a:cubicBezTo>
                    <a:pt x="208300" y="22068"/>
                    <a:pt x="205122" y="24152"/>
                    <a:pt x="202050" y="26152"/>
                  </a:cubicBezTo>
                  <a:cubicBezTo>
                    <a:pt x="186888" y="36065"/>
                    <a:pt x="172430" y="45521"/>
                    <a:pt x="154274" y="45521"/>
                  </a:cubicBezTo>
                  <a:cubicBezTo>
                    <a:pt x="150515" y="45521"/>
                    <a:pt x="146598" y="45116"/>
                    <a:pt x="142483" y="44226"/>
                  </a:cubicBezTo>
                  <a:cubicBezTo>
                    <a:pt x="128136" y="41118"/>
                    <a:pt x="118218" y="33284"/>
                    <a:pt x="107716" y="24997"/>
                  </a:cubicBezTo>
                  <a:cubicBezTo>
                    <a:pt x="101239" y="19889"/>
                    <a:pt x="94548" y="14603"/>
                    <a:pt x="86690" y="10495"/>
                  </a:cubicBezTo>
                  <a:cubicBezTo>
                    <a:pt x="74109" y="3907"/>
                    <a:pt x="58032" y="0"/>
                    <a:pt x="439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26"/>
            <p:cNvSpPr/>
            <p:nvPr/>
          </p:nvSpPr>
          <p:spPr>
            <a:xfrm>
              <a:off x="617325" y="2530375"/>
              <a:ext cx="6656525" cy="1195600"/>
            </a:xfrm>
            <a:custGeom>
              <a:rect b="b" l="l" r="r" t="t"/>
              <a:pathLst>
                <a:path extrusionOk="0" h="47824" w="266261">
                  <a:moveTo>
                    <a:pt x="42753" y="0"/>
                  </a:moveTo>
                  <a:cubicBezTo>
                    <a:pt x="42062" y="0"/>
                    <a:pt x="41376" y="10"/>
                    <a:pt x="40696" y="29"/>
                  </a:cubicBezTo>
                  <a:cubicBezTo>
                    <a:pt x="19646" y="637"/>
                    <a:pt x="5966" y="3435"/>
                    <a:pt x="1" y="8352"/>
                  </a:cubicBezTo>
                  <a:lnTo>
                    <a:pt x="227" y="8626"/>
                  </a:lnTo>
                  <a:cubicBezTo>
                    <a:pt x="4287" y="5292"/>
                    <a:pt x="14598" y="1149"/>
                    <a:pt x="40696" y="387"/>
                  </a:cubicBezTo>
                  <a:cubicBezTo>
                    <a:pt x="41375" y="367"/>
                    <a:pt x="42061" y="357"/>
                    <a:pt x="42751" y="357"/>
                  </a:cubicBezTo>
                  <a:cubicBezTo>
                    <a:pt x="57119" y="357"/>
                    <a:pt x="73684" y="4580"/>
                    <a:pt x="86476" y="11566"/>
                  </a:cubicBezTo>
                  <a:cubicBezTo>
                    <a:pt x="94239" y="15805"/>
                    <a:pt x="100823" y="21199"/>
                    <a:pt x="107193" y="26402"/>
                  </a:cubicBezTo>
                  <a:cubicBezTo>
                    <a:pt x="117587" y="34903"/>
                    <a:pt x="127397" y="42927"/>
                    <a:pt x="141768" y="46297"/>
                  </a:cubicBezTo>
                  <a:cubicBezTo>
                    <a:pt x="146242" y="47349"/>
                    <a:pt x="150491" y="47823"/>
                    <a:pt x="154562" y="47823"/>
                  </a:cubicBezTo>
                  <a:cubicBezTo>
                    <a:pt x="172376" y="47823"/>
                    <a:pt x="186800" y="38740"/>
                    <a:pt x="201919" y="29223"/>
                  </a:cubicBezTo>
                  <a:cubicBezTo>
                    <a:pt x="205014" y="27271"/>
                    <a:pt x="208229" y="25259"/>
                    <a:pt x="211479" y="23306"/>
                  </a:cubicBezTo>
                  <a:cubicBezTo>
                    <a:pt x="218321" y="19200"/>
                    <a:pt x="228632" y="14450"/>
                    <a:pt x="239705" y="14450"/>
                  </a:cubicBezTo>
                  <a:cubicBezTo>
                    <a:pt x="248443" y="14450"/>
                    <a:pt x="257655" y="17408"/>
                    <a:pt x="266010" y="25973"/>
                  </a:cubicBezTo>
                  <a:lnTo>
                    <a:pt x="266260" y="25711"/>
                  </a:lnTo>
                  <a:cubicBezTo>
                    <a:pt x="258758" y="18019"/>
                    <a:pt x="249789" y="14126"/>
                    <a:pt x="239600" y="14126"/>
                  </a:cubicBezTo>
                  <a:cubicBezTo>
                    <a:pt x="239569" y="14126"/>
                    <a:pt x="239538" y="14126"/>
                    <a:pt x="239507" y="14126"/>
                  </a:cubicBezTo>
                  <a:cubicBezTo>
                    <a:pt x="230672" y="14150"/>
                    <a:pt x="220921" y="17222"/>
                    <a:pt x="211301" y="22996"/>
                  </a:cubicBezTo>
                  <a:cubicBezTo>
                    <a:pt x="208038" y="24949"/>
                    <a:pt x="204824" y="26973"/>
                    <a:pt x="201728" y="28926"/>
                  </a:cubicBezTo>
                  <a:cubicBezTo>
                    <a:pt x="186657" y="38411"/>
                    <a:pt x="172266" y="47461"/>
                    <a:pt x="154532" y="47461"/>
                  </a:cubicBezTo>
                  <a:cubicBezTo>
                    <a:pt x="150494" y="47461"/>
                    <a:pt x="146283" y="46992"/>
                    <a:pt x="141852" y="45952"/>
                  </a:cubicBezTo>
                  <a:cubicBezTo>
                    <a:pt x="127564" y="42594"/>
                    <a:pt x="117777" y="34593"/>
                    <a:pt x="107431" y="26128"/>
                  </a:cubicBezTo>
                  <a:cubicBezTo>
                    <a:pt x="101037" y="20901"/>
                    <a:pt x="94441" y="15507"/>
                    <a:pt x="86654" y="11245"/>
                  </a:cubicBezTo>
                  <a:cubicBezTo>
                    <a:pt x="73804" y="4235"/>
                    <a:pt x="57180" y="0"/>
                    <a:pt x="427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26"/>
            <p:cNvSpPr/>
            <p:nvPr/>
          </p:nvSpPr>
          <p:spPr>
            <a:xfrm>
              <a:off x="625950" y="2432750"/>
              <a:ext cx="6647900" cy="1244800"/>
            </a:xfrm>
            <a:custGeom>
              <a:rect b="b" l="l" r="r" t="t"/>
              <a:pathLst>
                <a:path extrusionOk="0" h="49792" w="265916">
                  <a:moveTo>
                    <a:pt x="41667" y="0"/>
                  </a:moveTo>
                  <a:cubicBezTo>
                    <a:pt x="41386" y="0"/>
                    <a:pt x="41106" y="2"/>
                    <a:pt x="40827" y="5"/>
                  </a:cubicBezTo>
                  <a:cubicBezTo>
                    <a:pt x="19777" y="243"/>
                    <a:pt x="6049" y="2803"/>
                    <a:pt x="1" y="7613"/>
                  </a:cubicBezTo>
                  <a:lnTo>
                    <a:pt x="227" y="7899"/>
                  </a:lnTo>
                  <a:cubicBezTo>
                    <a:pt x="4335" y="4625"/>
                    <a:pt x="14717" y="672"/>
                    <a:pt x="40827" y="362"/>
                  </a:cubicBezTo>
                  <a:cubicBezTo>
                    <a:pt x="41089" y="360"/>
                    <a:pt x="41350" y="358"/>
                    <a:pt x="41613" y="358"/>
                  </a:cubicBezTo>
                  <a:cubicBezTo>
                    <a:pt x="56276" y="358"/>
                    <a:pt x="73363" y="4913"/>
                    <a:pt x="86405" y="12340"/>
                  </a:cubicBezTo>
                  <a:cubicBezTo>
                    <a:pt x="94096" y="16710"/>
                    <a:pt x="100585" y="22210"/>
                    <a:pt x="106871" y="27532"/>
                  </a:cubicBezTo>
                  <a:cubicBezTo>
                    <a:pt x="117111" y="36212"/>
                    <a:pt x="126779" y="44404"/>
                    <a:pt x="141078" y="48035"/>
                  </a:cubicBezTo>
                  <a:cubicBezTo>
                    <a:pt x="145866" y="49249"/>
                    <a:pt x="150405" y="49792"/>
                    <a:pt x="154753" y="49792"/>
                  </a:cubicBezTo>
                  <a:cubicBezTo>
                    <a:pt x="172149" y="49792"/>
                    <a:pt x="186490" y="41108"/>
                    <a:pt x="201502" y="32021"/>
                  </a:cubicBezTo>
                  <a:cubicBezTo>
                    <a:pt x="204645" y="30116"/>
                    <a:pt x="207884" y="28152"/>
                    <a:pt x="211182" y="26258"/>
                  </a:cubicBezTo>
                  <a:cubicBezTo>
                    <a:pt x="217949" y="22353"/>
                    <a:pt x="228064" y="17884"/>
                    <a:pt x="238884" y="17884"/>
                  </a:cubicBezTo>
                  <a:cubicBezTo>
                    <a:pt x="247824" y="17884"/>
                    <a:pt x="257244" y="20936"/>
                    <a:pt x="265653" y="29878"/>
                  </a:cubicBezTo>
                  <a:lnTo>
                    <a:pt x="265915" y="29628"/>
                  </a:lnTo>
                  <a:cubicBezTo>
                    <a:pt x="258521" y="21770"/>
                    <a:pt x="249592" y="17722"/>
                    <a:pt x="239364" y="17567"/>
                  </a:cubicBezTo>
                  <a:cubicBezTo>
                    <a:pt x="239173" y="17564"/>
                    <a:pt x="238981" y="17563"/>
                    <a:pt x="238788" y="17563"/>
                  </a:cubicBezTo>
                  <a:cubicBezTo>
                    <a:pt x="230104" y="17563"/>
                    <a:pt x="220508" y="20451"/>
                    <a:pt x="211003" y="25937"/>
                  </a:cubicBezTo>
                  <a:cubicBezTo>
                    <a:pt x="207717" y="27842"/>
                    <a:pt x="204467" y="29807"/>
                    <a:pt x="201336" y="31700"/>
                  </a:cubicBezTo>
                  <a:cubicBezTo>
                    <a:pt x="186364" y="40762"/>
                    <a:pt x="172056" y="49421"/>
                    <a:pt x="154743" y="49421"/>
                  </a:cubicBezTo>
                  <a:cubicBezTo>
                    <a:pt x="150426" y="49421"/>
                    <a:pt x="145921" y="48883"/>
                    <a:pt x="141173" y="47678"/>
                  </a:cubicBezTo>
                  <a:cubicBezTo>
                    <a:pt x="126945" y="44082"/>
                    <a:pt x="117301" y="35903"/>
                    <a:pt x="107098" y="27259"/>
                  </a:cubicBezTo>
                  <a:cubicBezTo>
                    <a:pt x="100799" y="21925"/>
                    <a:pt x="94298" y="16412"/>
                    <a:pt x="86583" y="12031"/>
                  </a:cubicBezTo>
                  <a:cubicBezTo>
                    <a:pt x="73509" y="4577"/>
                    <a:pt x="56377" y="0"/>
                    <a:pt x="416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26"/>
            <p:cNvSpPr/>
            <p:nvPr/>
          </p:nvSpPr>
          <p:spPr>
            <a:xfrm>
              <a:off x="636675" y="2334800"/>
              <a:ext cx="6637450" cy="1294425"/>
            </a:xfrm>
            <a:custGeom>
              <a:rect b="b" l="l" r="r" t="t"/>
              <a:pathLst>
                <a:path extrusionOk="0" h="51777" w="265498">
                  <a:moveTo>
                    <a:pt x="39287" y="1"/>
                  </a:moveTo>
                  <a:cubicBezTo>
                    <a:pt x="19177" y="1"/>
                    <a:pt x="5968" y="2322"/>
                    <a:pt x="0" y="6900"/>
                  </a:cubicBezTo>
                  <a:lnTo>
                    <a:pt x="227" y="7186"/>
                  </a:lnTo>
                  <a:cubicBezTo>
                    <a:pt x="4311" y="4047"/>
                    <a:pt x="14422" y="359"/>
                    <a:pt x="39404" y="359"/>
                  </a:cubicBezTo>
                  <a:cubicBezTo>
                    <a:pt x="39912" y="359"/>
                    <a:pt x="40426" y="360"/>
                    <a:pt x="40946" y="363"/>
                  </a:cubicBezTo>
                  <a:cubicBezTo>
                    <a:pt x="55781" y="447"/>
                    <a:pt x="73164" y="5340"/>
                    <a:pt x="86309" y="13127"/>
                  </a:cubicBezTo>
                  <a:cubicBezTo>
                    <a:pt x="93917" y="17639"/>
                    <a:pt x="100311" y="23247"/>
                    <a:pt x="106502" y="28676"/>
                  </a:cubicBezTo>
                  <a:cubicBezTo>
                    <a:pt x="116586" y="37535"/>
                    <a:pt x="126111" y="45905"/>
                    <a:pt x="140363" y="49774"/>
                  </a:cubicBezTo>
                  <a:cubicBezTo>
                    <a:pt x="145461" y="51162"/>
                    <a:pt x="150287" y="51777"/>
                    <a:pt x="154911" y="51777"/>
                  </a:cubicBezTo>
                  <a:cubicBezTo>
                    <a:pt x="171899" y="51777"/>
                    <a:pt x="186153" y="43484"/>
                    <a:pt x="201061" y="34808"/>
                  </a:cubicBezTo>
                  <a:cubicBezTo>
                    <a:pt x="204228" y="32963"/>
                    <a:pt x="207503" y="31058"/>
                    <a:pt x="210836" y="29212"/>
                  </a:cubicBezTo>
                  <a:cubicBezTo>
                    <a:pt x="217522" y="25512"/>
                    <a:pt x="227422" y="21326"/>
                    <a:pt x="237978" y="21326"/>
                  </a:cubicBezTo>
                  <a:cubicBezTo>
                    <a:pt x="247122" y="21326"/>
                    <a:pt x="256758" y="24467"/>
                    <a:pt x="265224" y="33784"/>
                  </a:cubicBezTo>
                  <a:lnTo>
                    <a:pt x="265498" y="33546"/>
                  </a:lnTo>
                  <a:cubicBezTo>
                    <a:pt x="258247" y="25569"/>
                    <a:pt x="249377" y="21354"/>
                    <a:pt x="239149" y="21033"/>
                  </a:cubicBezTo>
                  <a:cubicBezTo>
                    <a:pt x="238730" y="21019"/>
                    <a:pt x="238308" y="21012"/>
                    <a:pt x="237884" y="21012"/>
                  </a:cubicBezTo>
                  <a:cubicBezTo>
                    <a:pt x="229391" y="21012"/>
                    <a:pt x="220013" y="23731"/>
                    <a:pt x="210658" y="28903"/>
                  </a:cubicBezTo>
                  <a:cubicBezTo>
                    <a:pt x="207324" y="30748"/>
                    <a:pt x="204050" y="32653"/>
                    <a:pt x="200871" y="34498"/>
                  </a:cubicBezTo>
                  <a:cubicBezTo>
                    <a:pt x="186013" y="43140"/>
                    <a:pt x="171810" y="51406"/>
                    <a:pt x="154899" y="51406"/>
                  </a:cubicBezTo>
                  <a:cubicBezTo>
                    <a:pt x="150304" y="51406"/>
                    <a:pt x="145509" y="50796"/>
                    <a:pt x="140447" y="49417"/>
                  </a:cubicBezTo>
                  <a:cubicBezTo>
                    <a:pt x="126290" y="45571"/>
                    <a:pt x="116789" y="37237"/>
                    <a:pt x="106740" y="28402"/>
                  </a:cubicBezTo>
                  <a:cubicBezTo>
                    <a:pt x="100537" y="22961"/>
                    <a:pt x="94131" y="17342"/>
                    <a:pt x="86499" y="12817"/>
                  </a:cubicBezTo>
                  <a:cubicBezTo>
                    <a:pt x="73295" y="4995"/>
                    <a:pt x="55841" y="89"/>
                    <a:pt x="40958" y="6"/>
                  </a:cubicBezTo>
                  <a:cubicBezTo>
                    <a:pt x="40396" y="3"/>
                    <a:pt x="39839" y="1"/>
                    <a:pt x="392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26"/>
            <p:cNvSpPr/>
            <p:nvPr/>
          </p:nvSpPr>
          <p:spPr>
            <a:xfrm>
              <a:off x="649475" y="2235200"/>
              <a:ext cx="6624950" cy="1345700"/>
            </a:xfrm>
            <a:custGeom>
              <a:rect b="b" l="l" r="r" t="t"/>
              <a:pathLst>
                <a:path extrusionOk="0" h="53828" w="264998">
                  <a:moveTo>
                    <a:pt x="35160" y="0"/>
                  </a:moveTo>
                  <a:cubicBezTo>
                    <a:pt x="17419" y="0"/>
                    <a:pt x="5602" y="2101"/>
                    <a:pt x="0" y="6240"/>
                  </a:cubicBezTo>
                  <a:lnTo>
                    <a:pt x="215" y="6538"/>
                  </a:lnTo>
                  <a:cubicBezTo>
                    <a:pt x="4112" y="3654"/>
                    <a:pt x="13403" y="362"/>
                    <a:pt x="35411" y="362"/>
                  </a:cubicBezTo>
                  <a:cubicBezTo>
                    <a:pt x="37206" y="362"/>
                    <a:pt x="39085" y="384"/>
                    <a:pt x="41053" y="430"/>
                  </a:cubicBezTo>
                  <a:cubicBezTo>
                    <a:pt x="55876" y="787"/>
                    <a:pt x="73176" y="5978"/>
                    <a:pt x="86202" y="13979"/>
                  </a:cubicBezTo>
                  <a:cubicBezTo>
                    <a:pt x="93726" y="18623"/>
                    <a:pt x="100025" y="24350"/>
                    <a:pt x="106109" y="29886"/>
                  </a:cubicBezTo>
                  <a:cubicBezTo>
                    <a:pt x="116039" y="38911"/>
                    <a:pt x="125421" y="47436"/>
                    <a:pt x="139601" y="51567"/>
                  </a:cubicBezTo>
                  <a:cubicBezTo>
                    <a:pt x="145004" y="53139"/>
                    <a:pt x="150116" y="53827"/>
                    <a:pt x="155015" y="53827"/>
                  </a:cubicBezTo>
                  <a:cubicBezTo>
                    <a:pt x="171610" y="53827"/>
                    <a:pt x="185768" y="45925"/>
                    <a:pt x="200549" y="37661"/>
                  </a:cubicBezTo>
                  <a:cubicBezTo>
                    <a:pt x="203752" y="35875"/>
                    <a:pt x="207062" y="34030"/>
                    <a:pt x="210420" y="32244"/>
                  </a:cubicBezTo>
                  <a:cubicBezTo>
                    <a:pt x="217020" y="28737"/>
                    <a:pt x="226700" y="24823"/>
                    <a:pt x="236995" y="24823"/>
                  </a:cubicBezTo>
                  <a:cubicBezTo>
                    <a:pt x="246347" y="24823"/>
                    <a:pt x="256206" y="28053"/>
                    <a:pt x="264724" y="37756"/>
                  </a:cubicBezTo>
                  <a:lnTo>
                    <a:pt x="264998" y="37518"/>
                  </a:lnTo>
                  <a:cubicBezTo>
                    <a:pt x="257890" y="29422"/>
                    <a:pt x="249103" y="25052"/>
                    <a:pt x="238887" y="24552"/>
                  </a:cubicBezTo>
                  <a:cubicBezTo>
                    <a:pt x="238234" y="24520"/>
                    <a:pt x="237575" y="24503"/>
                    <a:pt x="236910" y="24503"/>
                  </a:cubicBezTo>
                  <a:cubicBezTo>
                    <a:pt x="228589" y="24503"/>
                    <a:pt x="219426" y="27049"/>
                    <a:pt x="210253" y="31922"/>
                  </a:cubicBezTo>
                  <a:cubicBezTo>
                    <a:pt x="206883" y="33708"/>
                    <a:pt x="203574" y="35565"/>
                    <a:pt x="200371" y="37351"/>
                  </a:cubicBezTo>
                  <a:cubicBezTo>
                    <a:pt x="185637" y="45583"/>
                    <a:pt x="171528" y="53466"/>
                    <a:pt x="155004" y="53466"/>
                  </a:cubicBezTo>
                  <a:cubicBezTo>
                    <a:pt x="150137" y="53466"/>
                    <a:pt x="145060" y="52782"/>
                    <a:pt x="139696" y="51222"/>
                  </a:cubicBezTo>
                  <a:cubicBezTo>
                    <a:pt x="125599" y="47114"/>
                    <a:pt x="116253" y="38613"/>
                    <a:pt x="106359" y="29612"/>
                  </a:cubicBezTo>
                  <a:cubicBezTo>
                    <a:pt x="100251" y="24064"/>
                    <a:pt x="93941" y="18325"/>
                    <a:pt x="86392" y="13682"/>
                  </a:cubicBezTo>
                  <a:cubicBezTo>
                    <a:pt x="73331" y="5633"/>
                    <a:pt x="55960" y="418"/>
                    <a:pt x="41077" y="73"/>
                  </a:cubicBezTo>
                  <a:cubicBezTo>
                    <a:pt x="39037" y="25"/>
                    <a:pt x="37064" y="0"/>
                    <a:pt x="35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26"/>
            <p:cNvSpPr/>
            <p:nvPr/>
          </p:nvSpPr>
          <p:spPr>
            <a:xfrm>
              <a:off x="664050" y="2134250"/>
              <a:ext cx="6610375" cy="1399125"/>
            </a:xfrm>
            <a:custGeom>
              <a:rect b="b" l="l" r="r" t="t"/>
              <a:pathLst>
                <a:path extrusionOk="0" h="55965" w="264415">
                  <a:moveTo>
                    <a:pt x="31658" y="1"/>
                  </a:moveTo>
                  <a:cubicBezTo>
                    <a:pt x="15910" y="1"/>
                    <a:pt x="5285" y="1898"/>
                    <a:pt x="1" y="5671"/>
                  </a:cubicBezTo>
                  <a:lnTo>
                    <a:pt x="215" y="5968"/>
                  </a:lnTo>
                  <a:cubicBezTo>
                    <a:pt x="3941" y="3311"/>
                    <a:pt x="12454" y="374"/>
                    <a:pt x="31865" y="374"/>
                  </a:cubicBezTo>
                  <a:cubicBezTo>
                    <a:pt x="34721" y="374"/>
                    <a:pt x="37813" y="437"/>
                    <a:pt x="41161" y="575"/>
                  </a:cubicBezTo>
                  <a:cubicBezTo>
                    <a:pt x="55972" y="1182"/>
                    <a:pt x="73177" y="6671"/>
                    <a:pt x="86047" y="14910"/>
                  </a:cubicBezTo>
                  <a:cubicBezTo>
                    <a:pt x="93489" y="19684"/>
                    <a:pt x="99692" y="25518"/>
                    <a:pt x="105681" y="31162"/>
                  </a:cubicBezTo>
                  <a:cubicBezTo>
                    <a:pt x="115456" y="40365"/>
                    <a:pt x="124683" y="49045"/>
                    <a:pt x="138792" y="53427"/>
                  </a:cubicBezTo>
                  <a:cubicBezTo>
                    <a:pt x="144499" y="55196"/>
                    <a:pt x="149895" y="55964"/>
                    <a:pt x="155070" y="55964"/>
                  </a:cubicBezTo>
                  <a:cubicBezTo>
                    <a:pt x="171272" y="55964"/>
                    <a:pt x="185312" y="48439"/>
                    <a:pt x="199966" y="40580"/>
                  </a:cubicBezTo>
                  <a:cubicBezTo>
                    <a:pt x="203205" y="38853"/>
                    <a:pt x="206539" y="37056"/>
                    <a:pt x="209932" y="35329"/>
                  </a:cubicBezTo>
                  <a:cubicBezTo>
                    <a:pt x="216438" y="32021"/>
                    <a:pt x="225885" y="28376"/>
                    <a:pt x="235908" y="28376"/>
                  </a:cubicBezTo>
                  <a:cubicBezTo>
                    <a:pt x="245474" y="28376"/>
                    <a:pt x="255565" y="31695"/>
                    <a:pt x="264129" y="41794"/>
                  </a:cubicBezTo>
                  <a:lnTo>
                    <a:pt x="264415" y="41568"/>
                  </a:lnTo>
                  <a:cubicBezTo>
                    <a:pt x="257438" y="33341"/>
                    <a:pt x="248734" y="28828"/>
                    <a:pt x="238519" y="28138"/>
                  </a:cubicBezTo>
                  <a:cubicBezTo>
                    <a:pt x="237634" y="28078"/>
                    <a:pt x="236737" y="28048"/>
                    <a:pt x="235830" y="28048"/>
                  </a:cubicBezTo>
                  <a:cubicBezTo>
                    <a:pt x="227710" y="28048"/>
                    <a:pt x="218762" y="30434"/>
                    <a:pt x="209765" y="35008"/>
                  </a:cubicBezTo>
                  <a:cubicBezTo>
                    <a:pt x="206372" y="36734"/>
                    <a:pt x="203026" y="38532"/>
                    <a:pt x="199800" y="40258"/>
                  </a:cubicBezTo>
                  <a:cubicBezTo>
                    <a:pt x="185191" y="48086"/>
                    <a:pt x="171191" y="55586"/>
                    <a:pt x="155054" y="55586"/>
                  </a:cubicBezTo>
                  <a:cubicBezTo>
                    <a:pt x="149912" y="55586"/>
                    <a:pt x="144552" y="54824"/>
                    <a:pt x="138887" y="53069"/>
                  </a:cubicBezTo>
                  <a:cubicBezTo>
                    <a:pt x="124862" y="48724"/>
                    <a:pt x="115658" y="40068"/>
                    <a:pt x="105931" y="30900"/>
                  </a:cubicBezTo>
                  <a:cubicBezTo>
                    <a:pt x="99918" y="25245"/>
                    <a:pt x="93715" y="19387"/>
                    <a:pt x="86238" y="14612"/>
                  </a:cubicBezTo>
                  <a:cubicBezTo>
                    <a:pt x="73320" y="6337"/>
                    <a:pt x="56055" y="813"/>
                    <a:pt x="41173" y="206"/>
                  </a:cubicBezTo>
                  <a:cubicBezTo>
                    <a:pt x="37818" y="69"/>
                    <a:pt x="34646" y="1"/>
                    <a:pt x="316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713" name="Google Shape;713;p26"/>
          <p:cNvPicPr preferRelativeResize="0"/>
          <p:nvPr/>
        </p:nvPicPr>
        <p:blipFill rotWithShape="1">
          <a:blip r:embed="rId3">
            <a:alphaModFix/>
          </a:blip>
          <a:srcRect b="709" l="0" r="0" t="699"/>
          <a:stretch/>
        </p:blipFill>
        <p:spPr>
          <a:xfrm flipH="1" rot="10800000">
            <a:off x="8355500" y="2660780"/>
            <a:ext cx="470732" cy="445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14" name="Google Shape;714;p26"/>
          <p:cNvPicPr preferRelativeResize="0"/>
          <p:nvPr/>
        </p:nvPicPr>
        <p:blipFill rotWithShape="1">
          <a:blip r:embed="rId4">
            <a:alphaModFix/>
          </a:blip>
          <a:srcRect b="6398" l="6912" r="43289" t="9856"/>
          <a:stretch/>
        </p:blipFill>
        <p:spPr>
          <a:xfrm flipH="1" rot="10800000">
            <a:off x="1483000" y="4713478"/>
            <a:ext cx="345405" cy="32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5" name="Google Shape;715;p26"/>
          <p:cNvPicPr preferRelativeResize="0"/>
          <p:nvPr/>
        </p:nvPicPr>
        <p:blipFill rotWithShape="1">
          <a:blip r:embed="rId5">
            <a:alphaModFix/>
          </a:blip>
          <a:srcRect b="2866" l="0" r="0" t="2856"/>
          <a:stretch/>
        </p:blipFill>
        <p:spPr>
          <a:xfrm flipH="1" rot="10800000">
            <a:off x="-363450" y="2796385"/>
            <a:ext cx="966901" cy="874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" name="Google Shape;717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2674"/>
            <a:ext cx="9143998" cy="5140832"/>
          </a:xfrm>
          <a:prstGeom prst="rect">
            <a:avLst/>
          </a:prstGeom>
          <a:noFill/>
          <a:ln>
            <a:noFill/>
          </a:ln>
        </p:spPr>
      </p:pic>
      <p:sp>
        <p:nvSpPr>
          <p:cNvPr id="718" name="Google Shape;718;p27"/>
          <p:cNvSpPr txBox="1"/>
          <p:nvPr>
            <p:ph idx="1" type="subTitle"/>
          </p:nvPr>
        </p:nvSpPr>
        <p:spPr>
          <a:xfrm>
            <a:off x="1019925" y="1541350"/>
            <a:ext cx="3498300" cy="116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19" name="Google Shape;719;p27"/>
          <p:cNvSpPr txBox="1"/>
          <p:nvPr/>
        </p:nvSpPr>
        <p:spPr>
          <a:xfrm>
            <a:off x="1019925" y="3529000"/>
            <a:ext cx="3498300" cy="7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CREDITS: This presentation template was created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including icons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and infographics &amp; images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0" name="Google Shape;720;p27"/>
          <p:cNvSpPr txBox="1"/>
          <p:nvPr>
            <p:ph type="ctrTitle"/>
          </p:nvPr>
        </p:nvSpPr>
        <p:spPr>
          <a:xfrm>
            <a:off x="1019925" y="484275"/>
            <a:ext cx="3498300" cy="121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5800"/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pic>
        <p:nvPicPr>
          <p:cNvPr id="721" name="Google Shape;721;p27"/>
          <p:cNvPicPr preferRelativeResize="0"/>
          <p:nvPr/>
        </p:nvPicPr>
        <p:blipFill rotWithShape="1">
          <a:blip r:embed="rId6">
            <a:alphaModFix/>
          </a:blip>
          <a:srcRect b="7653" l="3721" r="45158" t="10143"/>
          <a:stretch/>
        </p:blipFill>
        <p:spPr>
          <a:xfrm>
            <a:off x="5256950" y="933325"/>
            <a:ext cx="2972626" cy="2689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22" name="Google Shape;722;p27"/>
          <p:cNvPicPr preferRelativeResize="0"/>
          <p:nvPr/>
        </p:nvPicPr>
        <p:blipFill rotWithShape="1">
          <a:blip r:embed="rId6">
            <a:alphaModFix/>
          </a:blip>
          <a:srcRect b="7653" l="3721" r="45158" t="10143"/>
          <a:stretch/>
        </p:blipFill>
        <p:spPr>
          <a:xfrm>
            <a:off x="-727437" y="341413"/>
            <a:ext cx="1554929" cy="1406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23" name="Google Shape;723;p27"/>
          <p:cNvPicPr preferRelativeResize="0"/>
          <p:nvPr/>
        </p:nvPicPr>
        <p:blipFill rotWithShape="1">
          <a:blip r:embed="rId7">
            <a:alphaModFix/>
          </a:blip>
          <a:srcRect b="2866" l="0" r="0" t="2856"/>
          <a:stretch/>
        </p:blipFill>
        <p:spPr>
          <a:xfrm>
            <a:off x="7992475" y="719450"/>
            <a:ext cx="719125" cy="650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24" name="Google Shape;724;p27"/>
          <p:cNvPicPr preferRelativeResize="0"/>
          <p:nvPr/>
        </p:nvPicPr>
        <p:blipFill rotWithShape="1">
          <a:blip r:embed="rId7">
            <a:alphaModFix/>
          </a:blip>
          <a:srcRect b="2866" l="0" r="0" t="2856"/>
          <a:stretch/>
        </p:blipFill>
        <p:spPr>
          <a:xfrm>
            <a:off x="163975" y="4403650"/>
            <a:ext cx="663527" cy="600223"/>
          </a:xfrm>
          <a:prstGeom prst="rect">
            <a:avLst/>
          </a:prstGeom>
          <a:noFill/>
          <a:ln>
            <a:noFill/>
          </a:ln>
        </p:spPr>
      </p:pic>
      <p:pic>
        <p:nvPicPr>
          <p:cNvPr id="725" name="Google Shape;725;p27"/>
          <p:cNvPicPr preferRelativeResize="0"/>
          <p:nvPr/>
        </p:nvPicPr>
        <p:blipFill rotWithShape="1">
          <a:blip r:embed="rId6">
            <a:alphaModFix/>
          </a:blip>
          <a:srcRect b="7653" l="3721" r="45158" t="10143"/>
          <a:stretch/>
        </p:blipFill>
        <p:spPr>
          <a:xfrm>
            <a:off x="4917300" y="3926725"/>
            <a:ext cx="1156152" cy="104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6" name="Google Shape;726;p27"/>
          <p:cNvPicPr preferRelativeResize="0"/>
          <p:nvPr/>
        </p:nvPicPr>
        <p:blipFill rotWithShape="1">
          <a:blip r:embed="rId8">
            <a:alphaModFix/>
          </a:blip>
          <a:srcRect b="2866" l="0" r="0" t="2856"/>
          <a:stretch/>
        </p:blipFill>
        <p:spPr>
          <a:xfrm>
            <a:off x="7440250" y="3926725"/>
            <a:ext cx="552223" cy="49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7" name="Google Shape;727;p27"/>
          <p:cNvPicPr preferRelativeResize="0"/>
          <p:nvPr/>
        </p:nvPicPr>
        <p:blipFill rotWithShape="1">
          <a:blip r:embed="rId8">
            <a:alphaModFix/>
          </a:blip>
          <a:srcRect b="2866" l="0" r="0" t="2856"/>
          <a:stretch/>
        </p:blipFill>
        <p:spPr>
          <a:xfrm>
            <a:off x="4917300" y="899000"/>
            <a:ext cx="431180" cy="390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2675"/>
            <a:ext cx="9143998" cy="51408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30" name="Google Shape;730;p28"/>
          <p:cNvGrpSpPr/>
          <p:nvPr/>
        </p:nvGrpSpPr>
        <p:grpSpPr>
          <a:xfrm flipH="1" rot="-9511160">
            <a:off x="3593227" y="-646986"/>
            <a:ext cx="5864528" cy="1834156"/>
            <a:chOff x="603050" y="2134250"/>
            <a:chExt cx="6671375" cy="1887675"/>
          </a:xfrm>
        </p:grpSpPr>
        <p:sp>
          <p:nvSpPr>
            <p:cNvPr id="731" name="Google Shape;731;p28"/>
            <p:cNvSpPr/>
            <p:nvPr/>
          </p:nvSpPr>
          <p:spPr>
            <a:xfrm>
              <a:off x="608100" y="2949275"/>
              <a:ext cx="6665750" cy="1072650"/>
            </a:xfrm>
            <a:custGeom>
              <a:rect b="b" l="l" r="r" t="t"/>
              <a:pathLst>
                <a:path extrusionOk="0" h="42906" w="266630">
                  <a:moveTo>
                    <a:pt x="242926" y="0"/>
                  </a:moveTo>
                  <a:cubicBezTo>
                    <a:pt x="241564" y="0"/>
                    <a:pt x="240185" y="76"/>
                    <a:pt x="238792" y="228"/>
                  </a:cubicBezTo>
                  <a:cubicBezTo>
                    <a:pt x="230005" y="1168"/>
                    <a:pt x="220635" y="5240"/>
                    <a:pt x="211670" y="11979"/>
                  </a:cubicBezTo>
                  <a:cubicBezTo>
                    <a:pt x="208634" y="14265"/>
                    <a:pt x="205645" y="16611"/>
                    <a:pt x="202764" y="18885"/>
                  </a:cubicBezTo>
                  <a:cubicBezTo>
                    <a:pt x="187340" y="31016"/>
                    <a:pt x="172685" y="42543"/>
                    <a:pt x="152232" y="42543"/>
                  </a:cubicBezTo>
                  <a:cubicBezTo>
                    <a:pt x="149902" y="42543"/>
                    <a:pt x="147497" y="42394"/>
                    <a:pt x="145007" y="42078"/>
                  </a:cubicBezTo>
                  <a:cubicBezTo>
                    <a:pt x="130433" y="40233"/>
                    <a:pt x="119873" y="33291"/>
                    <a:pt x="108693" y="25957"/>
                  </a:cubicBezTo>
                  <a:cubicBezTo>
                    <a:pt x="101799" y="21433"/>
                    <a:pt x="94667" y="16754"/>
                    <a:pt x="86476" y="13337"/>
                  </a:cubicBezTo>
                  <a:cubicBezTo>
                    <a:pt x="75578" y="8791"/>
                    <a:pt x="62424" y="6298"/>
                    <a:pt x="50215" y="6298"/>
                  </a:cubicBezTo>
                  <a:cubicBezTo>
                    <a:pt x="46564" y="6298"/>
                    <a:pt x="42997" y="6521"/>
                    <a:pt x="39601" y="6979"/>
                  </a:cubicBezTo>
                  <a:cubicBezTo>
                    <a:pt x="18729" y="9788"/>
                    <a:pt x="5418" y="14003"/>
                    <a:pt x="0" y="19504"/>
                  </a:cubicBezTo>
                  <a:lnTo>
                    <a:pt x="262" y="19766"/>
                  </a:lnTo>
                  <a:cubicBezTo>
                    <a:pt x="3941" y="16015"/>
                    <a:pt x="13764" y="10824"/>
                    <a:pt x="39648" y="7348"/>
                  </a:cubicBezTo>
                  <a:cubicBezTo>
                    <a:pt x="43028" y="6893"/>
                    <a:pt x="46578" y="6672"/>
                    <a:pt x="50211" y="6672"/>
                  </a:cubicBezTo>
                  <a:cubicBezTo>
                    <a:pt x="62374" y="6672"/>
                    <a:pt x="75481" y="9153"/>
                    <a:pt x="86345" y="13682"/>
                  </a:cubicBezTo>
                  <a:cubicBezTo>
                    <a:pt x="94500" y="17075"/>
                    <a:pt x="101620" y="21742"/>
                    <a:pt x="108502" y="26255"/>
                  </a:cubicBezTo>
                  <a:cubicBezTo>
                    <a:pt x="119718" y="33625"/>
                    <a:pt x="130314" y="40578"/>
                    <a:pt x="144959" y="42435"/>
                  </a:cubicBezTo>
                  <a:cubicBezTo>
                    <a:pt x="147474" y="42754"/>
                    <a:pt x="149902" y="42906"/>
                    <a:pt x="152253" y="42906"/>
                  </a:cubicBezTo>
                  <a:cubicBezTo>
                    <a:pt x="172815" y="42906"/>
                    <a:pt x="187519" y="31340"/>
                    <a:pt x="202990" y="19171"/>
                  </a:cubicBezTo>
                  <a:cubicBezTo>
                    <a:pt x="205871" y="16908"/>
                    <a:pt x="208860" y="14563"/>
                    <a:pt x="211896" y="12277"/>
                  </a:cubicBezTo>
                  <a:cubicBezTo>
                    <a:pt x="219006" y="6920"/>
                    <a:pt x="230335" y="312"/>
                    <a:pt x="242921" y="312"/>
                  </a:cubicBezTo>
                  <a:cubicBezTo>
                    <a:pt x="250504" y="312"/>
                    <a:pt x="258543" y="2711"/>
                    <a:pt x="266391" y="9229"/>
                  </a:cubicBezTo>
                  <a:lnTo>
                    <a:pt x="266629" y="8943"/>
                  </a:lnTo>
                  <a:cubicBezTo>
                    <a:pt x="259467" y="3004"/>
                    <a:pt x="251508" y="0"/>
                    <a:pt x="2429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28"/>
            <p:cNvSpPr/>
            <p:nvPr/>
          </p:nvSpPr>
          <p:spPr>
            <a:xfrm>
              <a:off x="604525" y="2938825"/>
              <a:ext cx="6669025" cy="1033425"/>
            </a:xfrm>
            <a:custGeom>
              <a:rect b="b" l="l" r="r" t="t"/>
              <a:pathLst>
                <a:path extrusionOk="0" h="41337" w="266761">
                  <a:moveTo>
                    <a:pt x="242560" y="0"/>
                  </a:moveTo>
                  <a:cubicBezTo>
                    <a:pt x="241419" y="0"/>
                    <a:pt x="240266" y="53"/>
                    <a:pt x="239102" y="158"/>
                  </a:cubicBezTo>
                  <a:cubicBezTo>
                    <a:pt x="230303" y="955"/>
                    <a:pt x="220850" y="4861"/>
                    <a:pt x="211765" y="11445"/>
                  </a:cubicBezTo>
                  <a:cubicBezTo>
                    <a:pt x="208693" y="13683"/>
                    <a:pt x="205669" y="15969"/>
                    <a:pt x="202752" y="18184"/>
                  </a:cubicBezTo>
                  <a:cubicBezTo>
                    <a:pt x="187359" y="29863"/>
                    <a:pt x="172728" y="40966"/>
                    <a:pt x="152762" y="40966"/>
                  </a:cubicBezTo>
                  <a:cubicBezTo>
                    <a:pt x="150135" y="40966"/>
                    <a:pt x="147416" y="40773"/>
                    <a:pt x="144590" y="40365"/>
                  </a:cubicBezTo>
                  <a:cubicBezTo>
                    <a:pt x="130064" y="38269"/>
                    <a:pt x="119623" y="31150"/>
                    <a:pt x="108574" y="23613"/>
                  </a:cubicBezTo>
                  <a:cubicBezTo>
                    <a:pt x="101751" y="18969"/>
                    <a:pt x="94703" y="14171"/>
                    <a:pt x="86571" y="10611"/>
                  </a:cubicBezTo>
                  <a:cubicBezTo>
                    <a:pt x="75309" y="5677"/>
                    <a:pt x="61560" y="2931"/>
                    <a:pt x="48931" y="2931"/>
                  </a:cubicBezTo>
                  <a:cubicBezTo>
                    <a:pt x="45806" y="2931"/>
                    <a:pt x="42749" y="3099"/>
                    <a:pt x="39815" y="3444"/>
                  </a:cubicBezTo>
                  <a:cubicBezTo>
                    <a:pt x="18908" y="5885"/>
                    <a:pt x="5513" y="9861"/>
                    <a:pt x="1" y="15279"/>
                  </a:cubicBezTo>
                  <a:lnTo>
                    <a:pt x="251" y="15529"/>
                  </a:lnTo>
                  <a:cubicBezTo>
                    <a:pt x="4001" y="11850"/>
                    <a:pt x="13919" y="6825"/>
                    <a:pt x="39851" y="3801"/>
                  </a:cubicBezTo>
                  <a:cubicBezTo>
                    <a:pt x="42768" y="3459"/>
                    <a:pt x="45807" y="3292"/>
                    <a:pt x="48914" y="3292"/>
                  </a:cubicBezTo>
                  <a:cubicBezTo>
                    <a:pt x="61497" y="3292"/>
                    <a:pt x="75199" y="6027"/>
                    <a:pt x="86428" y="10945"/>
                  </a:cubicBezTo>
                  <a:cubicBezTo>
                    <a:pt x="94524" y="14493"/>
                    <a:pt x="101561" y="19279"/>
                    <a:pt x="108359" y="23922"/>
                  </a:cubicBezTo>
                  <a:cubicBezTo>
                    <a:pt x="119456" y="31471"/>
                    <a:pt x="129922" y="38615"/>
                    <a:pt x="144542" y="40734"/>
                  </a:cubicBezTo>
                  <a:cubicBezTo>
                    <a:pt x="147384" y="41144"/>
                    <a:pt x="150118" y="41337"/>
                    <a:pt x="152759" y="41337"/>
                  </a:cubicBezTo>
                  <a:cubicBezTo>
                    <a:pt x="172836" y="41337"/>
                    <a:pt x="187520" y="30193"/>
                    <a:pt x="202966" y="18481"/>
                  </a:cubicBezTo>
                  <a:cubicBezTo>
                    <a:pt x="205883" y="16267"/>
                    <a:pt x="208908" y="13969"/>
                    <a:pt x="211979" y="11742"/>
                  </a:cubicBezTo>
                  <a:cubicBezTo>
                    <a:pt x="219066" y="6599"/>
                    <a:pt x="230260" y="308"/>
                    <a:pt x="242600" y="308"/>
                  </a:cubicBezTo>
                  <a:cubicBezTo>
                    <a:pt x="250370" y="308"/>
                    <a:pt x="258594" y="2802"/>
                    <a:pt x="266534" y="9647"/>
                  </a:cubicBezTo>
                  <a:lnTo>
                    <a:pt x="266760" y="9373"/>
                  </a:lnTo>
                  <a:cubicBezTo>
                    <a:pt x="259527" y="3141"/>
                    <a:pt x="251396" y="0"/>
                    <a:pt x="242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28"/>
            <p:cNvSpPr/>
            <p:nvPr/>
          </p:nvSpPr>
          <p:spPr>
            <a:xfrm>
              <a:off x="603050" y="2916775"/>
              <a:ext cx="6670800" cy="1005800"/>
            </a:xfrm>
            <a:custGeom>
              <a:rect b="b" l="l" r="r" t="t"/>
              <a:pathLst>
                <a:path extrusionOk="0" h="40232" w="266832">
                  <a:moveTo>
                    <a:pt x="47581" y="0"/>
                  </a:moveTo>
                  <a:cubicBezTo>
                    <a:pt x="44993" y="0"/>
                    <a:pt x="42457" y="119"/>
                    <a:pt x="40005" y="361"/>
                  </a:cubicBezTo>
                  <a:cubicBezTo>
                    <a:pt x="19062" y="2445"/>
                    <a:pt x="5608" y="6183"/>
                    <a:pt x="0" y="11505"/>
                  </a:cubicBezTo>
                  <a:lnTo>
                    <a:pt x="250" y="11767"/>
                  </a:lnTo>
                  <a:cubicBezTo>
                    <a:pt x="4060" y="8148"/>
                    <a:pt x="14061" y="3302"/>
                    <a:pt x="40041" y="730"/>
                  </a:cubicBezTo>
                  <a:cubicBezTo>
                    <a:pt x="42490" y="487"/>
                    <a:pt x="45023" y="368"/>
                    <a:pt x="47608" y="368"/>
                  </a:cubicBezTo>
                  <a:cubicBezTo>
                    <a:pt x="60603" y="368"/>
                    <a:pt x="74908" y="3370"/>
                    <a:pt x="86487" y="8683"/>
                  </a:cubicBezTo>
                  <a:cubicBezTo>
                    <a:pt x="94524" y="12362"/>
                    <a:pt x="101477" y="17292"/>
                    <a:pt x="108192" y="22042"/>
                  </a:cubicBezTo>
                  <a:cubicBezTo>
                    <a:pt x="119146" y="29793"/>
                    <a:pt x="129504" y="37116"/>
                    <a:pt x="144078" y="39473"/>
                  </a:cubicBezTo>
                  <a:cubicBezTo>
                    <a:pt x="147258" y="39990"/>
                    <a:pt x="150307" y="40232"/>
                    <a:pt x="153246" y="40232"/>
                  </a:cubicBezTo>
                  <a:cubicBezTo>
                    <a:pt x="172829" y="40232"/>
                    <a:pt x="187478" y="29509"/>
                    <a:pt x="202883" y="18256"/>
                  </a:cubicBezTo>
                  <a:cubicBezTo>
                    <a:pt x="205835" y="16089"/>
                    <a:pt x="208895" y="13851"/>
                    <a:pt x="212015" y="11672"/>
                  </a:cubicBezTo>
                  <a:cubicBezTo>
                    <a:pt x="219065" y="6740"/>
                    <a:pt x="230090" y="772"/>
                    <a:pt x="242173" y="772"/>
                  </a:cubicBezTo>
                  <a:cubicBezTo>
                    <a:pt x="250128" y="772"/>
                    <a:pt x="258541" y="3359"/>
                    <a:pt x="266581" y="10529"/>
                  </a:cubicBezTo>
                  <a:lnTo>
                    <a:pt x="266831" y="10255"/>
                  </a:lnTo>
                  <a:cubicBezTo>
                    <a:pt x="259528" y="3740"/>
                    <a:pt x="251234" y="461"/>
                    <a:pt x="242138" y="461"/>
                  </a:cubicBezTo>
                  <a:cubicBezTo>
                    <a:pt x="241209" y="461"/>
                    <a:pt x="240272" y="495"/>
                    <a:pt x="239328" y="563"/>
                  </a:cubicBezTo>
                  <a:cubicBezTo>
                    <a:pt x="230517" y="1206"/>
                    <a:pt x="220992" y="4945"/>
                    <a:pt x="211800" y="11374"/>
                  </a:cubicBezTo>
                  <a:cubicBezTo>
                    <a:pt x="208681" y="13553"/>
                    <a:pt x="205621" y="15791"/>
                    <a:pt x="202668" y="17958"/>
                  </a:cubicBezTo>
                  <a:cubicBezTo>
                    <a:pt x="187317" y="29187"/>
                    <a:pt x="172706" y="39865"/>
                    <a:pt x="153219" y="39865"/>
                  </a:cubicBezTo>
                  <a:cubicBezTo>
                    <a:pt x="150307" y="39865"/>
                    <a:pt x="147286" y="39627"/>
                    <a:pt x="144137" y="39116"/>
                  </a:cubicBezTo>
                  <a:cubicBezTo>
                    <a:pt x="129635" y="36770"/>
                    <a:pt x="119325" y="29472"/>
                    <a:pt x="108406" y="21745"/>
                  </a:cubicBezTo>
                  <a:cubicBezTo>
                    <a:pt x="101679" y="16982"/>
                    <a:pt x="94702" y="12053"/>
                    <a:pt x="86642" y="8350"/>
                  </a:cubicBezTo>
                  <a:cubicBezTo>
                    <a:pt x="75006" y="3014"/>
                    <a:pt x="60634" y="0"/>
                    <a:pt x="475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28"/>
            <p:cNvSpPr/>
            <p:nvPr/>
          </p:nvSpPr>
          <p:spPr>
            <a:xfrm>
              <a:off x="603625" y="2820875"/>
              <a:ext cx="6670225" cy="1052250"/>
            </a:xfrm>
            <a:custGeom>
              <a:rect b="b" l="l" r="r" t="t"/>
              <a:pathLst>
                <a:path extrusionOk="0" h="42090" w="266809">
                  <a:moveTo>
                    <a:pt x="46344" y="0"/>
                  </a:moveTo>
                  <a:cubicBezTo>
                    <a:pt x="44253" y="0"/>
                    <a:pt x="42198" y="80"/>
                    <a:pt x="40196" y="244"/>
                  </a:cubicBezTo>
                  <a:cubicBezTo>
                    <a:pt x="19218" y="1959"/>
                    <a:pt x="5692" y="5471"/>
                    <a:pt x="1" y="10686"/>
                  </a:cubicBezTo>
                  <a:lnTo>
                    <a:pt x="239" y="10948"/>
                  </a:lnTo>
                  <a:cubicBezTo>
                    <a:pt x="4120" y="7400"/>
                    <a:pt x="14193" y="2721"/>
                    <a:pt x="40220" y="601"/>
                  </a:cubicBezTo>
                  <a:cubicBezTo>
                    <a:pt x="42208" y="440"/>
                    <a:pt x="44249" y="360"/>
                    <a:pt x="46327" y="360"/>
                  </a:cubicBezTo>
                  <a:cubicBezTo>
                    <a:pt x="59706" y="360"/>
                    <a:pt x="74600" y="3646"/>
                    <a:pt x="86524" y="9376"/>
                  </a:cubicBezTo>
                  <a:cubicBezTo>
                    <a:pt x="94501" y="13198"/>
                    <a:pt x="101359" y="18234"/>
                    <a:pt x="107991" y="23104"/>
                  </a:cubicBezTo>
                  <a:cubicBezTo>
                    <a:pt x="118813" y="31046"/>
                    <a:pt x="129029" y="38546"/>
                    <a:pt x="143566" y="41166"/>
                  </a:cubicBezTo>
                  <a:cubicBezTo>
                    <a:pt x="147069" y="41797"/>
                    <a:pt x="150419" y="42090"/>
                    <a:pt x="153641" y="42090"/>
                  </a:cubicBezTo>
                  <a:cubicBezTo>
                    <a:pt x="172769" y="42090"/>
                    <a:pt x="187383" y="31783"/>
                    <a:pt x="202729" y="20961"/>
                  </a:cubicBezTo>
                  <a:cubicBezTo>
                    <a:pt x="205729" y="18854"/>
                    <a:pt x="208825" y="16663"/>
                    <a:pt x="211980" y="14543"/>
                  </a:cubicBezTo>
                  <a:cubicBezTo>
                    <a:pt x="218983" y="9825"/>
                    <a:pt x="229850" y="4171"/>
                    <a:pt x="241687" y="4171"/>
                  </a:cubicBezTo>
                  <a:cubicBezTo>
                    <a:pt x="249833" y="4171"/>
                    <a:pt x="258438" y="6849"/>
                    <a:pt x="266558" y="14353"/>
                  </a:cubicBezTo>
                  <a:lnTo>
                    <a:pt x="266808" y="14091"/>
                  </a:lnTo>
                  <a:cubicBezTo>
                    <a:pt x="259457" y="7303"/>
                    <a:pt x="251007" y="3862"/>
                    <a:pt x="241659" y="3862"/>
                  </a:cubicBezTo>
                  <a:cubicBezTo>
                    <a:pt x="240939" y="3862"/>
                    <a:pt x="240214" y="3882"/>
                    <a:pt x="239483" y="3923"/>
                  </a:cubicBezTo>
                  <a:cubicBezTo>
                    <a:pt x="230661" y="4411"/>
                    <a:pt x="221076" y="7971"/>
                    <a:pt x="211777" y="14246"/>
                  </a:cubicBezTo>
                  <a:cubicBezTo>
                    <a:pt x="208622" y="16365"/>
                    <a:pt x="205515" y="18556"/>
                    <a:pt x="202526" y="20663"/>
                  </a:cubicBezTo>
                  <a:cubicBezTo>
                    <a:pt x="187233" y="31450"/>
                    <a:pt x="172655" y="41722"/>
                    <a:pt x="153612" y="41722"/>
                  </a:cubicBezTo>
                  <a:cubicBezTo>
                    <a:pt x="150417" y="41722"/>
                    <a:pt x="147097" y="41433"/>
                    <a:pt x="143626" y="40809"/>
                  </a:cubicBezTo>
                  <a:cubicBezTo>
                    <a:pt x="129172" y="38201"/>
                    <a:pt x="118992" y="30724"/>
                    <a:pt x="108205" y="22806"/>
                  </a:cubicBezTo>
                  <a:cubicBezTo>
                    <a:pt x="101561" y="17925"/>
                    <a:pt x="94679" y="12877"/>
                    <a:pt x="86678" y="9043"/>
                  </a:cubicBezTo>
                  <a:cubicBezTo>
                    <a:pt x="74718" y="3305"/>
                    <a:pt x="59772" y="0"/>
                    <a:pt x="463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28"/>
            <p:cNvSpPr/>
            <p:nvPr/>
          </p:nvSpPr>
          <p:spPr>
            <a:xfrm>
              <a:off x="606025" y="2724425"/>
              <a:ext cx="6667825" cy="1099375"/>
            </a:xfrm>
            <a:custGeom>
              <a:rect b="b" l="l" r="r" t="t"/>
              <a:pathLst>
                <a:path extrusionOk="0" h="43975" w="266713">
                  <a:moveTo>
                    <a:pt x="45120" y="1"/>
                  </a:moveTo>
                  <a:cubicBezTo>
                    <a:pt x="43512" y="1"/>
                    <a:pt x="41927" y="50"/>
                    <a:pt x="40374" y="149"/>
                  </a:cubicBezTo>
                  <a:cubicBezTo>
                    <a:pt x="19372" y="1495"/>
                    <a:pt x="5787" y="4769"/>
                    <a:pt x="0" y="9889"/>
                  </a:cubicBezTo>
                  <a:lnTo>
                    <a:pt x="250" y="10150"/>
                  </a:lnTo>
                  <a:cubicBezTo>
                    <a:pt x="4191" y="6674"/>
                    <a:pt x="14335" y="2185"/>
                    <a:pt x="40410" y="518"/>
                  </a:cubicBezTo>
                  <a:cubicBezTo>
                    <a:pt x="41956" y="419"/>
                    <a:pt x="43534" y="370"/>
                    <a:pt x="45136" y="370"/>
                  </a:cubicBezTo>
                  <a:cubicBezTo>
                    <a:pt x="58853" y="370"/>
                    <a:pt x="74318" y="3961"/>
                    <a:pt x="86547" y="10091"/>
                  </a:cubicBezTo>
                  <a:cubicBezTo>
                    <a:pt x="94441" y="14044"/>
                    <a:pt x="101227" y="19211"/>
                    <a:pt x="107776" y="24188"/>
                  </a:cubicBezTo>
                  <a:cubicBezTo>
                    <a:pt x="118432" y="32332"/>
                    <a:pt x="128528" y="39999"/>
                    <a:pt x="143018" y="42869"/>
                  </a:cubicBezTo>
                  <a:cubicBezTo>
                    <a:pt x="146843" y="43627"/>
                    <a:pt x="150492" y="43975"/>
                    <a:pt x="153996" y="43975"/>
                  </a:cubicBezTo>
                  <a:cubicBezTo>
                    <a:pt x="172677" y="43975"/>
                    <a:pt x="187246" y="34086"/>
                    <a:pt x="202525" y="23700"/>
                  </a:cubicBezTo>
                  <a:cubicBezTo>
                    <a:pt x="205562" y="21640"/>
                    <a:pt x="208693" y="19509"/>
                    <a:pt x="211884" y="17449"/>
                  </a:cubicBezTo>
                  <a:cubicBezTo>
                    <a:pt x="218840" y="12936"/>
                    <a:pt x="229526" y="7594"/>
                    <a:pt x="241107" y="7594"/>
                  </a:cubicBezTo>
                  <a:cubicBezTo>
                    <a:pt x="249447" y="7594"/>
                    <a:pt x="258252" y="10365"/>
                    <a:pt x="266462" y="18211"/>
                  </a:cubicBezTo>
                  <a:lnTo>
                    <a:pt x="266712" y="17949"/>
                  </a:lnTo>
                  <a:cubicBezTo>
                    <a:pt x="259310" y="10864"/>
                    <a:pt x="250693" y="7276"/>
                    <a:pt x="241074" y="7276"/>
                  </a:cubicBezTo>
                  <a:cubicBezTo>
                    <a:pt x="240574" y="7276"/>
                    <a:pt x="240071" y="7285"/>
                    <a:pt x="239566" y="7305"/>
                  </a:cubicBezTo>
                  <a:cubicBezTo>
                    <a:pt x="230731" y="7638"/>
                    <a:pt x="221099" y="11043"/>
                    <a:pt x="211681" y="17139"/>
                  </a:cubicBezTo>
                  <a:cubicBezTo>
                    <a:pt x="208490" y="19211"/>
                    <a:pt x="205359" y="21342"/>
                    <a:pt x="202323" y="23402"/>
                  </a:cubicBezTo>
                  <a:cubicBezTo>
                    <a:pt x="187090" y="33751"/>
                    <a:pt x="172575" y="43610"/>
                    <a:pt x="153990" y="43610"/>
                  </a:cubicBezTo>
                  <a:cubicBezTo>
                    <a:pt x="150510" y="43610"/>
                    <a:pt x="146887" y="43265"/>
                    <a:pt x="143089" y="42512"/>
                  </a:cubicBezTo>
                  <a:cubicBezTo>
                    <a:pt x="128683" y="39654"/>
                    <a:pt x="118622" y="31998"/>
                    <a:pt x="107990" y="23902"/>
                  </a:cubicBezTo>
                  <a:cubicBezTo>
                    <a:pt x="101418" y="18913"/>
                    <a:pt x="94631" y="13734"/>
                    <a:pt x="86701" y="9758"/>
                  </a:cubicBezTo>
                  <a:cubicBezTo>
                    <a:pt x="74419" y="3595"/>
                    <a:pt x="58900" y="1"/>
                    <a:pt x="45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28"/>
            <p:cNvSpPr/>
            <p:nvPr/>
          </p:nvSpPr>
          <p:spPr>
            <a:xfrm>
              <a:off x="610775" y="2627700"/>
              <a:ext cx="6663075" cy="1147100"/>
            </a:xfrm>
            <a:custGeom>
              <a:rect b="b" l="l" r="r" t="t"/>
              <a:pathLst>
                <a:path extrusionOk="0" h="45884" w="266523">
                  <a:moveTo>
                    <a:pt x="43919" y="0"/>
                  </a:moveTo>
                  <a:cubicBezTo>
                    <a:pt x="42779" y="0"/>
                    <a:pt x="41652" y="26"/>
                    <a:pt x="40541" y="77"/>
                  </a:cubicBezTo>
                  <a:cubicBezTo>
                    <a:pt x="19515" y="1054"/>
                    <a:pt x="5870" y="4090"/>
                    <a:pt x="1" y="9102"/>
                  </a:cubicBezTo>
                  <a:lnTo>
                    <a:pt x="239" y="9376"/>
                  </a:lnTo>
                  <a:cubicBezTo>
                    <a:pt x="4227" y="5971"/>
                    <a:pt x="14467" y="1649"/>
                    <a:pt x="40553" y="434"/>
                  </a:cubicBezTo>
                  <a:cubicBezTo>
                    <a:pt x="41663" y="383"/>
                    <a:pt x="42788" y="357"/>
                    <a:pt x="43926" y="357"/>
                  </a:cubicBezTo>
                  <a:cubicBezTo>
                    <a:pt x="57980" y="357"/>
                    <a:pt x="73989" y="4252"/>
                    <a:pt x="86523" y="10817"/>
                  </a:cubicBezTo>
                  <a:cubicBezTo>
                    <a:pt x="94346" y="14912"/>
                    <a:pt x="101037" y="20187"/>
                    <a:pt x="107502" y="25283"/>
                  </a:cubicBezTo>
                  <a:cubicBezTo>
                    <a:pt x="118039" y="33593"/>
                    <a:pt x="127981" y="41451"/>
                    <a:pt x="142411" y="44571"/>
                  </a:cubicBezTo>
                  <a:cubicBezTo>
                    <a:pt x="146566" y="45473"/>
                    <a:pt x="150520" y="45883"/>
                    <a:pt x="154313" y="45883"/>
                  </a:cubicBezTo>
                  <a:cubicBezTo>
                    <a:pt x="172548" y="45883"/>
                    <a:pt x="187052" y="36397"/>
                    <a:pt x="202240" y="26461"/>
                  </a:cubicBezTo>
                  <a:cubicBezTo>
                    <a:pt x="205312" y="24449"/>
                    <a:pt x="208491" y="22378"/>
                    <a:pt x="211706" y="20365"/>
                  </a:cubicBezTo>
                  <a:cubicBezTo>
                    <a:pt x="218611" y="16054"/>
                    <a:pt x="229117" y="11007"/>
                    <a:pt x="240446" y="11007"/>
                  </a:cubicBezTo>
                  <a:cubicBezTo>
                    <a:pt x="248983" y="11007"/>
                    <a:pt x="257988" y="13873"/>
                    <a:pt x="266272" y="22080"/>
                  </a:cubicBezTo>
                  <a:lnTo>
                    <a:pt x="266522" y="21818"/>
                  </a:lnTo>
                  <a:cubicBezTo>
                    <a:pt x="259063" y="14429"/>
                    <a:pt x="250259" y="10690"/>
                    <a:pt x="240352" y="10690"/>
                  </a:cubicBezTo>
                  <a:cubicBezTo>
                    <a:pt x="240091" y="10690"/>
                    <a:pt x="239829" y="10692"/>
                    <a:pt x="239566" y="10698"/>
                  </a:cubicBezTo>
                  <a:cubicBezTo>
                    <a:pt x="230732" y="10876"/>
                    <a:pt x="221040" y="14115"/>
                    <a:pt x="211515" y="20056"/>
                  </a:cubicBezTo>
                  <a:cubicBezTo>
                    <a:pt x="208300" y="22068"/>
                    <a:pt x="205122" y="24152"/>
                    <a:pt x="202050" y="26152"/>
                  </a:cubicBezTo>
                  <a:cubicBezTo>
                    <a:pt x="186888" y="36065"/>
                    <a:pt x="172430" y="45521"/>
                    <a:pt x="154274" y="45521"/>
                  </a:cubicBezTo>
                  <a:cubicBezTo>
                    <a:pt x="150515" y="45521"/>
                    <a:pt x="146598" y="45116"/>
                    <a:pt x="142483" y="44226"/>
                  </a:cubicBezTo>
                  <a:cubicBezTo>
                    <a:pt x="128136" y="41118"/>
                    <a:pt x="118218" y="33284"/>
                    <a:pt x="107716" y="24997"/>
                  </a:cubicBezTo>
                  <a:cubicBezTo>
                    <a:pt x="101239" y="19889"/>
                    <a:pt x="94548" y="14603"/>
                    <a:pt x="86690" y="10495"/>
                  </a:cubicBezTo>
                  <a:cubicBezTo>
                    <a:pt x="74109" y="3907"/>
                    <a:pt x="58032" y="0"/>
                    <a:pt x="439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28"/>
            <p:cNvSpPr/>
            <p:nvPr/>
          </p:nvSpPr>
          <p:spPr>
            <a:xfrm>
              <a:off x="617325" y="2530375"/>
              <a:ext cx="6656525" cy="1195600"/>
            </a:xfrm>
            <a:custGeom>
              <a:rect b="b" l="l" r="r" t="t"/>
              <a:pathLst>
                <a:path extrusionOk="0" h="47824" w="266261">
                  <a:moveTo>
                    <a:pt x="42753" y="0"/>
                  </a:moveTo>
                  <a:cubicBezTo>
                    <a:pt x="42062" y="0"/>
                    <a:pt x="41376" y="10"/>
                    <a:pt x="40696" y="29"/>
                  </a:cubicBezTo>
                  <a:cubicBezTo>
                    <a:pt x="19646" y="637"/>
                    <a:pt x="5966" y="3435"/>
                    <a:pt x="1" y="8352"/>
                  </a:cubicBezTo>
                  <a:lnTo>
                    <a:pt x="227" y="8626"/>
                  </a:lnTo>
                  <a:cubicBezTo>
                    <a:pt x="4287" y="5292"/>
                    <a:pt x="14598" y="1149"/>
                    <a:pt x="40696" y="387"/>
                  </a:cubicBezTo>
                  <a:cubicBezTo>
                    <a:pt x="41375" y="367"/>
                    <a:pt x="42061" y="357"/>
                    <a:pt x="42751" y="357"/>
                  </a:cubicBezTo>
                  <a:cubicBezTo>
                    <a:pt x="57119" y="357"/>
                    <a:pt x="73684" y="4580"/>
                    <a:pt x="86476" y="11566"/>
                  </a:cubicBezTo>
                  <a:cubicBezTo>
                    <a:pt x="94239" y="15805"/>
                    <a:pt x="100823" y="21199"/>
                    <a:pt x="107193" y="26402"/>
                  </a:cubicBezTo>
                  <a:cubicBezTo>
                    <a:pt x="117587" y="34903"/>
                    <a:pt x="127397" y="42927"/>
                    <a:pt x="141768" y="46297"/>
                  </a:cubicBezTo>
                  <a:cubicBezTo>
                    <a:pt x="146242" y="47349"/>
                    <a:pt x="150491" y="47823"/>
                    <a:pt x="154562" y="47823"/>
                  </a:cubicBezTo>
                  <a:cubicBezTo>
                    <a:pt x="172376" y="47823"/>
                    <a:pt x="186800" y="38740"/>
                    <a:pt x="201919" y="29223"/>
                  </a:cubicBezTo>
                  <a:cubicBezTo>
                    <a:pt x="205014" y="27271"/>
                    <a:pt x="208229" y="25259"/>
                    <a:pt x="211479" y="23306"/>
                  </a:cubicBezTo>
                  <a:cubicBezTo>
                    <a:pt x="218321" y="19200"/>
                    <a:pt x="228632" y="14450"/>
                    <a:pt x="239705" y="14450"/>
                  </a:cubicBezTo>
                  <a:cubicBezTo>
                    <a:pt x="248443" y="14450"/>
                    <a:pt x="257655" y="17408"/>
                    <a:pt x="266010" y="25973"/>
                  </a:cubicBezTo>
                  <a:lnTo>
                    <a:pt x="266260" y="25711"/>
                  </a:lnTo>
                  <a:cubicBezTo>
                    <a:pt x="258758" y="18019"/>
                    <a:pt x="249789" y="14126"/>
                    <a:pt x="239600" y="14126"/>
                  </a:cubicBezTo>
                  <a:cubicBezTo>
                    <a:pt x="239569" y="14126"/>
                    <a:pt x="239538" y="14126"/>
                    <a:pt x="239507" y="14126"/>
                  </a:cubicBezTo>
                  <a:cubicBezTo>
                    <a:pt x="230672" y="14150"/>
                    <a:pt x="220921" y="17222"/>
                    <a:pt x="211301" y="22996"/>
                  </a:cubicBezTo>
                  <a:cubicBezTo>
                    <a:pt x="208038" y="24949"/>
                    <a:pt x="204824" y="26973"/>
                    <a:pt x="201728" y="28926"/>
                  </a:cubicBezTo>
                  <a:cubicBezTo>
                    <a:pt x="186657" y="38411"/>
                    <a:pt x="172266" y="47461"/>
                    <a:pt x="154532" y="47461"/>
                  </a:cubicBezTo>
                  <a:cubicBezTo>
                    <a:pt x="150494" y="47461"/>
                    <a:pt x="146283" y="46992"/>
                    <a:pt x="141852" y="45952"/>
                  </a:cubicBezTo>
                  <a:cubicBezTo>
                    <a:pt x="127564" y="42594"/>
                    <a:pt x="117777" y="34593"/>
                    <a:pt x="107431" y="26128"/>
                  </a:cubicBezTo>
                  <a:cubicBezTo>
                    <a:pt x="101037" y="20901"/>
                    <a:pt x="94441" y="15507"/>
                    <a:pt x="86654" y="11245"/>
                  </a:cubicBezTo>
                  <a:cubicBezTo>
                    <a:pt x="73804" y="4235"/>
                    <a:pt x="57180" y="0"/>
                    <a:pt x="427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28"/>
            <p:cNvSpPr/>
            <p:nvPr/>
          </p:nvSpPr>
          <p:spPr>
            <a:xfrm>
              <a:off x="625950" y="2432750"/>
              <a:ext cx="6647900" cy="1244800"/>
            </a:xfrm>
            <a:custGeom>
              <a:rect b="b" l="l" r="r" t="t"/>
              <a:pathLst>
                <a:path extrusionOk="0" h="49792" w="265916">
                  <a:moveTo>
                    <a:pt x="41667" y="0"/>
                  </a:moveTo>
                  <a:cubicBezTo>
                    <a:pt x="41386" y="0"/>
                    <a:pt x="41106" y="2"/>
                    <a:pt x="40827" y="5"/>
                  </a:cubicBezTo>
                  <a:cubicBezTo>
                    <a:pt x="19777" y="243"/>
                    <a:pt x="6049" y="2803"/>
                    <a:pt x="1" y="7613"/>
                  </a:cubicBezTo>
                  <a:lnTo>
                    <a:pt x="227" y="7899"/>
                  </a:lnTo>
                  <a:cubicBezTo>
                    <a:pt x="4335" y="4625"/>
                    <a:pt x="14717" y="672"/>
                    <a:pt x="40827" y="362"/>
                  </a:cubicBezTo>
                  <a:cubicBezTo>
                    <a:pt x="41089" y="360"/>
                    <a:pt x="41350" y="358"/>
                    <a:pt x="41613" y="358"/>
                  </a:cubicBezTo>
                  <a:cubicBezTo>
                    <a:pt x="56276" y="358"/>
                    <a:pt x="73363" y="4913"/>
                    <a:pt x="86405" y="12340"/>
                  </a:cubicBezTo>
                  <a:cubicBezTo>
                    <a:pt x="94096" y="16710"/>
                    <a:pt x="100585" y="22210"/>
                    <a:pt x="106871" y="27532"/>
                  </a:cubicBezTo>
                  <a:cubicBezTo>
                    <a:pt x="117111" y="36212"/>
                    <a:pt x="126779" y="44404"/>
                    <a:pt x="141078" y="48035"/>
                  </a:cubicBezTo>
                  <a:cubicBezTo>
                    <a:pt x="145866" y="49249"/>
                    <a:pt x="150405" y="49792"/>
                    <a:pt x="154753" y="49792"/>
                  </a:cubicBezTo>
                  <a:cubicBezTo>
                    <a:pt x="172149" y="49792"/>
                    <a:pt x="186490" y="41108"/>
                    <a:pt x="201502" y="32021"/>
                  </a:cubicBezTo>
                  <a:cubicBezTo>
                    <a:pt x="204645" y="30116"/>
                    <a:pt x="207884" y="28152"/>
                    <a:pt x="211182" y="26258"/>
                  </a:cubicBezTo>
                  <a:cubicBezTo>
                    <a:pt x="217949" y="22353"/>
                    <a:pt x="228064" y="17884"/>
                    <a:pt x="238884" y="17884"/>
                  </a:cubicBezTo>
                  <a:cubicBezTo>
                    <a:pt x="247824" y="17884"/>
                    <a:pt x="257244" y="20936"/>
                    <a:pt x="265653" y="29878"/>
                  </a:cubicBezTo>
                  <a:lnTo>
                    <a:pt x="265915" y="29628"/>
                  </a:lnTo>
                  <a:cubicBezTo>
                    <a:pt x="258521" y="21770"/>
                    <a:pt x="249592" y="17722"/>
                    <a:pt x="239364" y="17567"/>
                  </a:cubicBezTo>
                  <a:cubicBezTo>
                    <a:pt x="239173" y="17564"/>
                    <a:pt x="238981" y="17563"/>
                    <a:pt x="238788" y="17563"/>
                  </a:cubicBezTo>
                  <a:cubicBezTo>
                    <a:pt x="230104" y="17563"/>
                    <a:pt x="220508" y="20451"/>
                    <a:pt x="211003" y="25937"/>
                  </a:cubicBezTo>
                  <a:cubicBezTo>
                    <a:pt x="207717" y="27842"/>
                    <a:pt x="204467" y="29807"/>
                    <a:pt x="201336" y="31700"/>
                  </a:cubicBezTo>
                  <a:cubicBezTo>
                    <a:pt x="186364" y="40762"/>
                    <a:pt x="172056" y="49421"/>
                    <a:pt x="154743" y="49421"/>
                  </a:cubicBezTo>
                  <a:cubicBezTo>
                    <a:pt x="150426" y="49421"/>
                    <a:pt x="145921" y="48883"/>
                    <a:pt x="141173" y="47678"/>
                  </a:cubicBezTo>
                  <a:cubicBezTo>
                    <a:pt x="126945" y="44082"/>
                    <a:pt x="117301" y="35903"/>
                    <a:pt x="107098" y="27259"/>
                  </a:cubicBezTo>
                  <a:cubicBezTo>
                    <a:pt x="100799" y="21925"/>
                    <a:pt x="94298" y="16412"/>
                    <a:pt x="86583" y="12031"/>
                  </a:cubicBezTo>
                  <a:cubicBezTo>
                    <a:pt x="73509" y="4577"/>
                    <a:pt x="56377" y="0"/>
                    <a:pt x="416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28"/>
            <p:cNvSpPr/>
            <p:nvPr/>
          </p:nvSpPr>
          <p:spPr>
            <a:xfrm>
              <a:off x="636675" y="2334800"/>
              <a:ext cx="6637450" cy="1294425"/>
            </a:xfrm>
            <a:custGeom>
              <a:rect b="b" l="l" r="r" t="t"/>
              <a:pathLst>
                <a:path extrusionOk="0" h="51777" w="265498">
                  <a:moveTo>
                    <a:pt x="39287" y="1"/>
                  </a:moveTo>
                  <a:cubicBezTo>
                    <a:pt x="19177" y="1"/>
                    <a:pt x="5968" y="2322"/>
                    <a:pt x="0" y="6900"/>
                  </a:cubicBezTo>
                  <a:lnTo>
                    <a:pt x="227" y="7186"/>
                  </a:lnTo>
                  <a:cubicBezTo>
                    <a:pt x="4311" y="4047"/>
                    <a:pt x="14422" y="359"/>
                    <a:pt x="39404" y="359"/>
                  </a:cubicBezTo>
                  <a:cubicBezTo>
                    <a:pt x="39912" y="359"/>
                    <a:pt x="40426" y="360"/>
                    <a:pt x="40946" y="363"/>
                  </a:cubicBezTo>
                  <a:cubicBezTo>
                    <a:pt x="55781" y="447"/>
                    <a:pt x="73164" y="5340"/>
                    <a:pt x="86309" y="13127"/>
                  </a:cubicBezTo>
                  <a:cubicBezTo>
                    <a:pt x="93917" y="17639"/>
                    <a:pt x="100311" y="23247"/>
                    <a:pt x="106502" y="28676"/>
                  </a:cubicBezTo>
                  <a:cubicBezTo>
                    <a:pt x="116586" y="37535"/>
                    <a:pt x="126111" y="45905"/>
                    <a:pt x="140363" y="49774"/>
                  </a:cubicBezTo>
                  <a:cubicBezTo>
                    <a:pt x="145461" y="51162"/>
                    <a:pt x="150287" y="51777"/>
                    <a:pt x="154911" y="51777"/>
                  </a:cubicBezTo>
                  <a:cubicBezTo>
                    <a:pt x="171899" y="51777"/>
                    <a:pt x="186153" y="43484"/>
                    <a:pt x="201061" y="34808"/>
                  </a:cubicBezTo>
                  <a:cubicBezTo>
                    <a:pt x="204228" y="32963"/>
                    <a:pt x="207503" y="31058"/>
                    <a:pt x="210836" y="29212"/>
                  </a:cubicBezTo>
                  <a:cubicBezTo>
                    <a:pt x="217522" y="25512"/>
                    <a:pt x="227422" y="21326"/>
                    <a:pt x="237978" y="21326"/>
                  </a:cubicBezTo>
                  <a:cubicBezTo>
                    <a:pt x="247122" y="21326"/>
                    <a:pt x="256758" y="24467"/>
                    <a:pt x="265224" y="33784"/>
                  </a:cubicBezTo>
                  <a:lnTo>
                    <a:pt x="265498" y="33546"/>
                  </a:lnTo>
                  <a:cubicBezTo>
                    <a:pt x="258247" y="25569"/>
                    <a:pt x="249377" y="21354"/>
                    <a:pt x="239149" y="21033"/>
                  </a:cubicBezTo>
                  <a:cubicBezTo>
                    <a:pt x="238730" y="21019"/>
                    <a:pt x="238308" y="21012"/>
                    <a:pt x="237884" y="21012"/>
                  </a:cubicBezTo>
                  <a:cubicBezTo>
                    <a:pt x="229391" y="21012"/>
                    <a:pt x="220013" y="23731"/>
                    <a:pt x="210658" y="28903"/>
                  </a:cubicBezTo>
                  <a:cubicBezTo>
                    <a:pt x="207324" y="30748"/>
                    <a:pt x="204050" y="32653"/>
                    <a:pt x="200871" y="34498"/>
                  </a:cubicBezTo>
                  <a:cubicBezTo>
                    <a:pt x="186013" y="43140"/>
                    <a:pt x="171810" y="51406"/>
                    <a:pt x="154899" y="51406"/>
                  </a:cubicBezTo>
                  <a:cubicBezTo>
                    <a:pt x="150304" y="51406"/>
                    <a:pt x="145509" y="50796"/>
                    <a:pt x="140447" y="49417"/>
                  </a:cubicBezTo>
                  <a:cubicBezTo>
                    <a:pt x="126290" y="45571"/>
                    <a:pt x="116789" y="37237"/>
                    <a:pt x="106740" y="28402"/>
                  </a:cubicBezTo>
                  <a:cubicBezTo>
                    <a:pt x="100537" y="22961"/>
                    <a:pt x="94131" y="17342"/>
                    <a:pt x="86499" y="12817"/>
                  </a:cubicBezTo>
                  <a:cubicBezTo>
                    <a:pt x="73295" y="4995"/>
                    <a:pt x="55841" y="89"/>
                    <a:pt x="40958" y="6"/>
                  </a:cubicBezTo>
                  <a:cubicBezTo>
                    <a:pt x="40396" y="3"/>
                    <a:pt x="39839" y="1"/>
                    <a:pt x="392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28"/>
            <p:cNvSpPr/>
            <p:nvPr/>
          </p:nvSpPr>
          <p:spPr>
            <a:xfrm>
              <a:off x="649475" y="2235200"/>
              <a:ext cx="6624950" cy="1345700"/>
            </a:xfrm>
            <a:custGeom>
              <a:rect b="b" l="l" r="r" t="t"/>
              <a:pathLst>
                <a:path extrusionOk="0" h="53828" w="264998">
                  <a:moveTo>
                    <a:pt x="35160" y="0"/>
                  </a:moveTo>
                  <a:cubicBezTo>
                    <a:pt x="17419" y="0"/>
                    <a:pt x="5602" y="2101"/>
                    <a:pt x="0" y="6240"/>
                  </a:cubicBezTo>
                  <a:lnTo>
                    <a:pt x="215" y="6538"/>
                  </a:lnTo>
                  <a:cubicBezTo>
                    <a:pt x="4112" y="3654"/>
                    <a:pt x="13403" y="362"/>
                    <a:pt x="35411" y="362"/>
                  </a:cubicBezTo>
                  <a:cubicBezTo>
                    <a:pt x="37206" y="362"/>
                    <a:pt x="39085" y="384"/>
                    <a:pt x="41053" y="430"/>
                  </a:cubicBezTo>
                  <a:cubicBezTo>
                    <a:pt x="55876" y="787"/>
                    <a:pt x="73176" y="5978"/>
                    <a:pt x="86202" y="13979"/>
                  </a:cubicBezTo>
                  <a:cubicBezTo>
                    <a:pt x="93726" y="18623"/>
                    <a:pt x="100025" y="24350"/>
                    <a:pt x="106109" y="29886"/>
                  </a:cubicBezTo>
                  <a:cubicBezTo>
                    <a:pt x="116039" y="38911"/>
                    <a:pt x="125421" y="47436"/>
                    <a:pt x="139601" y="51567"/>
                  </a:cubicBezTo>
                  <a:cubicBezTo>
                    <a:pt x="145004" y="53139"/>
                    <a:pt x="150116" y="53827"/>
                    <a:pt x="155015" y="53827"/>
                  </a:cubicBezTo>
                  <a:cubicBezTo>
                    <a:pt x="171610" y="53827"/>
                    <a:pt x="185768" y="45925"/>
                    <a:pt x="200549" y="37661"/>
                  </a:cubicBezTo>
                  <a:cubicBezTo>
                    <a:pt x="203752" y="35875"/>
                    <a:pt x="207062" y="34030"/>
                    <a:pt x="210420" y="32244"/>
                  </a:cubicBezTo>
                  <a:cubicBezTo>
                    <a:pt x="217020" y="28737"/>
                    <a:pt x="226700" y="24823"/>
                    <a:pt x="236995" y="24823"/>
                  </a:cubicBezTo>
                  <a:cubicBezTo>
                    <a:pt x="246347" y="24823"/>
                    <a:pt x="256206" y="28053"/>
                    <a:pt x="264724" y="37756"/>
                  </a:cubicBezTo>
                  <a:lnTo>
                    <a:pt x="264998" y="37518"/>
                  </a:lnTo>
                  <a:cubicBezTo>
                    <a:pt x="257890" y="29422"/>
                    <a:pt x="249103" y="25052"/>
                    <a:pt x="238887" y="24552"/>
                  </a:cubicBezTo>
                  <a:cubicBezTo>
                    <a:pt x="238234" y="24520"/>
                    <a:pt x="237575" y="24503"/>
                    <a:pt x="236910" y="24503"/>
                  </a:cubicBezTo>
                  <a:cubicBezTo>
                    <a:pt x="228589" y="24503"/>
                    <a:pt x="219426" y="27049"/>
                    <a:pt x="210253" y="31922"/>
                  </a:cubicBezTo>
                  <a:cubicBezTo>
                    <a:pt x="206883" y="33708"/>
                    <a:pt x="203574" y="35565"/>
                    <a:pt x="200371" y="37351"/>
                  </a:cubicBezTo>
                  <a:cubicBezTo>
                    <a:pt x="185637" y="45583"/>
                    <a:pt x="171528" y="53466"/>
                    <a:pt x="155004" y="53466"/>
                  </a:cubicBezTo>
                  <a:cubicBezTo>
                    <a:pt x="150137" y="53466"/>
                    <a:pt x="145060" y="52782"/>
                    <a:pt x="139696" y="51222"/>
                  </a:cubicBezTo>
                  <a:cubicBezTo>
                    <a:pt x="125599" y="47114"/>
                    <a:pt x="116253" y="38613"/>
                    <a:pt x="106359" y="29612"/>
                  </a:cubicBezTo>
                  <a:cubicBezTo>
                    <a:pt x="100251" y="24064"/>
                    <a:pt x="93941" y="18325"/>
                    <a:pt x="86392" y="13682"/>
                  </a:cubicBezTo>
                  <a:cubicBezTo>
                    <a:pt x="73331" y="5633"/>
                    <a:pt x="55960" y="418"/>
                    <a:pt x="41077" y="73"/>
                  </a:cubicBezTo>
                  <a:cubicBezTo>
                    <a:pt x="39037" y="25"/>
                    <a:pt x="37064" y="0"/>
                    <a:pt x="35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28"/>
            <p:cNvSpPr/>
            <p:nvPr/>
          </p:nvSpPr>
          <p:spPr>
            <a:xfrm>
              <a:off x="664050" y="2134250"/>
              <a:ext cx="6610375" cy="1399125"/>
            </a:xfrm>
            <a:custGeom>
              <a:rect b="b" l="l" r="r" t="t"/>
              <a:pathLst>
                <a:path extrusionOk="0" h="55965" w="264415">
                  <a:moveTo>
                    <a:pt x="31658" y="1"/>
                  </a:moveTo>
                  <a:cubicBezTo>
                    <a:pt x="15910" y="1"/>
                    <a:pt x="5285" y="1898"/>
                    <a:pt x="1" y="5671"/>
                  </a:cubicBezTo>
                  <a:lnTo>
                    <a:pt x="215" y="5968"/>
                  </a:lnTo>
                  <a:cubicBezTo>
                    <a:pt x="3941" y="3311"/>
                    <a:pt x="12454" y="374"/>
                    <a:pt x="31865" y="374"/>
                  </a:cubicBezTo>
                  <a:cubicBezTo>
                    <a:pt x="34721" y="374"/>
                    <a:pt x="37813" y="437"/>
                    <a:pt x="41161" y="575"/>
                  </a:cubicBezTo>
                  <a:cubicBezTo>
                    <a:pt x="55972" y="1182"/>
                    <a:pt x="73177" y="6671"/>
                    <a:pt x="86047" y="14910"/>
                  </a:cubicBezTo>
                  <a:cubicBezTo>
                    <a:pt x="93489" y="19684"/>
                    <a:pt x="99692" y="25518"/>
                    <a:pt x="105681" y="31162"/>
                  </a:cubicBezTo>
                  <a:cubicBezTo>
                    <a:pt x="115456" y="40365"/>
                    <a:pt x="124683" y="49045"/>
                    <a:pt x="138792" y="53427"/>
                  </a:cubicBezTo>
                  <a:cubicBezTo>
                    <a:pt x="144499" y="55196"/>
                    <a:pt x="149895" y="55964"/>
                    <a:pt x="155070" y="55964"/>
                  </a:cubicBezTo>
                  <a:cubicBezTo>
                    <a:pt x="171272" y="55964"/>
                    <a:pt x="185312" y="48439"/>
                    <a:pt x="199966" y="40580"/>
                  </a:cubicBezTo>
                  <a:cubicBezTo>
                    <a:pt x="203205" y="38853"/>
                    <a:pt x="206539" y="37056"/>
                    <a:pt x="209932" y="35329"/>
                  </a:cubicBezTo>
                  <a:cubicBezTo>
                    <a:pt x="216438" y="32021"/>
                    <a:pt x="225885" y="28376"/>
                    <a:pt x="235908" y="28376"/>
                  </a:cubicBezTo>
                  <a:cubicBezTo>
                    <a:pt x="245474" y="28376"/>
                    <a:pt x="255565" y="31695"/>
                    <a:pt x="264129" y="41794"/>
                  </a:cubicBezTo>
                  <a:lnTo>
                    <a:pt x="264415" y="41568"/>
                  </a:lnTo>
                  <a:cubicBezTo>
                    <a:pt x="257438" y="33341"/>
                    <a:pt x="248734" y="28828"/>
                    <a:pt x="238519" y="28138"/>
                  </a:cubicBezTo>
                  <a:cubicBezTo>
                    <a:pt x="237634" y="28078"/>
                    <a:pt x="236737" y="28048"/>
                    <a:pt x="235830" y="28048"/>
                  </a:cubicBezTo>
                  <a:cubicBezTo>
                    <a:pt x="227710" y="28048"/>
                    <a:pt x="218762" y="30434"/>
                    <a:pt x="209765" y="35008"/>
                  </a:cubicBezTo>
                  <a:cubicBezTo>
                    <a:pt x="206372" y="36734"/>
                    <a:pt x="203026" y="38532"/>
                    <a:pt x="199800" y="40258"/>
                  </a:cubicBezTo>
                  <a:cubicBezTo>
                    <a:pt x="185191" y="48086"/>
                    <a:pt x="171191" y="55586"/>
                    <a:pt x="155054" y="55586"/>
                  </a:cubicBezTo>
                  <a:cubicBezTo>
                    <a:pt x="149912" y="55586"/>
                    <a:pt x="144552" y="54824"/>
                    <a:pt x="138887" y="53069"/>
                  </a:cubicBezTo>
                  <a:cubicBezTo>
                    <a:pt x="124862" y="48724"/>
                    <a:pt x="115658" y="40068"/>
                    <a:pt x="105931" y="30900"/>
                  </a:cubicBezTo>
                  <a:cubicBezTo>
                    <a:pt x="99918" y="25245"/>
                    <a:pt x="93715" y="19387"/>
                    <a:pt x="86238" y="14612"/>
                  </a:cubicBezTo>
                  <a:cubicBezTo>
                    <a:pt x="73320" y="6337"/>
                    <a:pt x="56055" y="813"/>
                    <a:pt x="41173" y="206"/>
                  </a:cubicBezTo>
                  <a:cubicBezTo>
                    <a:pt x="37818" y="69"/>
                    <a:pt x="34646" y="1"/>
                    <a:pt x="316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2" name="Google Shape;742;p28"/>
          <p:cNvGrpSpPr/>
          <p:nvPr/>
        </p:nvGrpSpPr>
        <p:grpSpPr>
          <a:xfrm flipH="1" rot="-6150279">
            <a:off x="-2395119" y="1793760"/>
            <a:ext cx="5321228" cy="1664574"/>
            <a:chOff x="603050" y="2134250"/>
            <a:chExt cx="6671375" cy="1887675"/>
          </a:xfrm>
        </p:grpSpPr>
        <p:sp>
          <p:nvSpPr>
            <p:cNvPr id="743" name="Google Shape;743;p28"/>
            <p:cNvSpPr/>
            <p:nvPr/>
          </p:nvSpPr>
          <p:spPr>
            <a:xfrm>
              <a:off x="608100" y="2949275"/>
              <a:ext cx="6665750" cy="1072650"/>
            </a:xfrm>
            <a:custGeom>
              <a:rect b="b" l="l" r="r" t="t"/>
              <a:pathLst>
                <a:path extrusionOk="0" h="42906" w="266630">
                  <a:moveTo>
                    <a:pt x="242926" y="0"/>
                  </a:moveTo>
                  <a:cubicBezTo>
                    <a:pt x="241564" y="0"/>
                    <a:pt x="240185" y="76"/>
                    <a:pt x="238792" y="228"/>
                  </a:cubicBezTo>
                  <a:cubicBezTo>
                    <a:pt x="230005" y="1168"/>
                    <a:pt x="220635" y="5240"/>
                    <a:pt x="211670" y="11979"/>
                  </a:cubicBezTo>
                  <a:cubicBezTo>
                    <a:pt x="208634" y="14265"/>
                    <a:pt x="205645" y="16611"/>
                    <a:pt x="202764" y="18885"/>
                  </a:cubicBezTo>
                  <a:cubicBezTo>
                    <a:pt x="187340" y="31016"/>
                    <a:pt x="172685" y="42543"/>
                    <a:pt x="152232" y="42543"/>
                  </a:cubicBezTo>
                  <a:cubicBezTo>
                    <a:pt x="149902" y="42543"/>
                    <a:pt x="147497" y="42394"/>
                    <a:pt x="145007" y="42078"/>
                  </a:cubicBezTo>
                  <a:cubicBezTo>
                    <a:pt x="130433" y="40233"/>
                    <a:pt x="119873" y="33291"/>
                    <a:pt x="108693" y="25957"/>
                  </a:cubicBezTo>
                  <a:cubicBezTo>
                    <a:pt x="101799" y="21433"/>
                    <a:pt x="94667" y="16754"/>
                    <a:pt x="86476" y="13337"/>
                  </a:cubicBezTo>
                  <a:cubicBezTo>
                    <a:pt x="75578" y="8791"/>
                    <a:pt x="62424" y="6298"/>
                    <a:pt x="50215" y="6298"/>
                  </a:cubicBezTo>
                  <a:cubicBezTo>
                    <a:pt x="46564" y="6298"/>
                    <a:pt x="42997" y="6521"/>
                    <a:pt x="39601" y="6979"/>
                  </a:cubicBezTo>
                  <a:cubicBezTo>
                    <a:pt x="18729" y="9788"/>
                    <a:pt x="5418" y="14003"/>
                    <a:pt x="0" y="19504"/>
                  </a:cubicBezTo>
                  <a:lnTo>
                    <a:pt x="262" y="19766"/>
                  </a:lnTo>
                  <a:cubicBezTo>
                    <a:pt x="3941" y="16015"/>
                    <a:pt x="13764" y="10824"/>
                    <a:pt x="39648" y="7348"/>
                  </a:cubicBezTo>
                  <a:cubicBezTo>
                    <a:pt x="43028" y="6893"/>
                    <a:pt x="46578" y="6672"/>
                    <a:pt x="50211" y="6672"/>
                  </a:cubicBezTo>
                  <a:cubicBezTo>
                    <a:pt x="62374" y="6672"/>
                    <a:pt x="75481" y="9153"/>
                    <a:pt x="86345" y="13682"/>
                  </a:cubicBezTo>
                  <a:cubicBezTo>
                    <a:pt x="94500" y="17075"/>
                    <a:pt x="101620" y="21742"/>
                    <a:pt x="108502" y="26255"/>
                  </a:cubicBezTo>
                  <a:cubicBezTo>
                    <a:pt x="119718" y="33625"/>
                    <a:pt x="130314" y="40578"/>
                    <a:pt x="144959" y="42435"/>
                  </a:cubicBezTo>
                  <a:cubicBezTo>
                    <a:pt x="147474" y="42754"/>
                    <a:pt x="149902" y="42906"/>
                    <a:pt x="152253" y="42906"/>
                  </a:cubicBezTo>
                  <a:cubicBezTo>
                    <a:pt x="172815" y="42906"/>
                    <a:pt x="187519" y="31340"/>
                    <a:pt x="202990" y="19171"/>
                  </a:cubicBezTo>
                  <a:cubicBezTo>
                    <a:pt x="205871" y="16908"/>
                    <a:pt x="208860" y="14563"/>
                    <a:pt x="211896" y="12277"/>
                  </a:cubicBezTo>
                  <a:cubicBezTo>
                    <a:pt x="219006" y="6920"/>
                    <a:pt x="230335" y="312"/>
                    <a:pt x="242921" y="312"/>
                  </a:cubicBezTo>
                  <a:cubicBezTo>
                    <a:pt x="250504" y="312"/>
                    <a:pt x="258543" y="2711"/>
                    <a:pt x="266391" y="9229"/>
                  </a:cubicBezTo>
                  <a:lnTo>
                    <a:pt x="266629" y="8943"/>
                  </a:lnTo>
                  <a:cubicBezTo>
                    <a:pt x="259467" y="3004"/>
                    <a:pt x="251508" y="0"/>
                    <a:pt x="2429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28"/>
            <p:cNvSpPr/>
            <p:nvPr/>
          </p:nvSpPr>
          <p:spPr>
            <a:xfrm>
              <a:off x="604525" y="2938825"/>
              <a:ext cx="6669025" cy="1033425"/>
            </a:xfrm>
            <a:custGeom>
              <a:rect b="b" l="l" r="r" t="t"/>
              <a:pathLst>
                <a:path extrusionOk="0" h="41337" w="266761">
                  <a:moveTo>
                    <a:pt x="242560" y="0"/>
                  </a:moveTo>
                  <a:cubicBezTo>
                    <a:pt x="241419" y="0"/>
                    <a:pt x="240266" y="53"/>
                    <a:pt x="239102" y="158"/>
                  </a:cubicBezTo>
                  <a:cubicBezTo>
                    <a:pt x="230303" y="955"/>
                    <a:pt x="220850" y="4861"/>
                    <a:pt x="211765" y="11445"/>
                  </a:cubicBezTo>
                  <a:cubicBezTo>
                    <a:pt x="208693" y="13683"/>
                    <a:pt x="205669" y="15969"/>
                    <a:pt x="202752" y="18184"/>
                  </a:cubicBezTo>
                  <a:cubicBezTo>
                    <a:pt x="187359" y="29863"/>
                    <a:pt x="172728" y="40966"/>
                    <a:pt x="152762" y="40966"/>
                  </a:cubicBezTo>
                  <a:cubicBezTo>
                    <a:pt x="150135" y="40966"/>
                    <a:pt x="147416" y="40773"/>
                    <a:pt x="144590" y="40365"/>
                  </a:cubicBezTo>
                  <a:cubicBezTo>
                    <a:pt x="130064" y="38269"/>
                    <a:pt x="119623" y="31150"/>
                    <a:pt x="108574" y="23613"/>
                  </a:cubicBezTo>
                  <a:cubicBezTo>
                    <a:pt x="101751" y="18969"/>
                    <a:pt x="94703" y="14171"/>
                    <a:pt x="86571" y="10611"/>
                  </a:cubicBezTo>
                  <a:cubicBezTo>
                    <a:pt x="75309" y="5677"/>
                    <a:pt x="61560" y="2931"/>
                    <a:pt x="48931" y="2931"/>
                  </a:cubicBezTo>
                  <a:cubicBezTo>
                    <a:pt x="45806" y="2931"/>
                    <a:pt x="42749" y="3099"/>
                    <a:pt x="39815" y="3444"/>
                  </a:cubicBezTo>
                  <a:cubicBezTo>
                    <a:pt x="18908" y="5885"/>
                    <a:pt x="5513" y="9861"/>
                    <a:pt x="1" y="15279"/>
                  </a:cubicBezTo>
                  <a:lnTo>
                    <a:pt x="251" y="15529"/>
                  </a:lnTo>
                  <a:cubicBezTo>
                    <a:pt x="4001" y="11850"/>
                    <a:pt x="13919" y="6825"/>
                    <a:pt x="39851" y="3801"/>
                  </a:cubicBezTo>
                  <a:cubicBezTo>
                    <a:pt x="42768" y="3459"/>
                    <a:pt x="45807" y="3292"/>
                    <a:pt x="48914" y="3292"/>
                  </a:cubicBezTo>
                  <a:cubicBezTo>
                    <a:pt x="61497" y="3292"/>
                    <a:pt x="75199" y="6027"/>
                    <a:pt x="86428" y="10945"/>
                  </a:cubicBezTo>
                  <a:cubicBezTo>
                    <a:pt x="94524" y="14493"/>
                    <a:pt x="101561" y="19279"/>
                    <a:pt x="108359" y="23922"/>
                  </a:cubicBezTo>
                  <a:cubicBezTo>
                    <a:pt x="119456" y="31471"/>
                    <a:pt x="129922" y="38615"/>
                    <a:pt x="144542" y="40734"/>
                  </a:cubicBezTo>
                  <a:cubicBezTo>
                    <a:pt x="147384" y="41144"/>
                    <a:pt x="150118" y="41337"/>
                    <a:pt x="152759" y="41337"/>
                  </a:cubicBezTo>
                  <a:cubicBezTo>
                    <a:pt x="172836" y="41337"/>
                    <a:pt x="187520" y="30193"/>
                    <a:pt x="202966" y="18481"/>
                  </a:cubicBezTo>
                  <a:cubicBezTo>
                    <a:pt x="205883" y="16267"/>
                    <a:pt x="208908" y="13969"/>
                    <a:pt x="211979" y="11742"/>
                  </a:cubicBezTo>
                  <a:cubicBezTo>
                    <a:pt x="219066" y="6599"/>
                    <a:pt x="230260" y="308"/>
                    <a:pt x="242600" y="308"/>
                  </a:cubicBezTo>
                  <a:cubicBezTo>
                    <a:pt x="250370" y="308"/>
                    <a:pt x="258594" y="2802"/>
                    <a:pt x="266534" y="9647"/>
                  </a:cubicBezTo>
                  <a:lnTo>
                    <a:pt x="266760" y="9373"/>
                  </a:lnTo>
                  <a:cubicBezTo>
                    <a:pt x="259527" y="3141"/>
                    <a:pt x="251396" y="0"/>
                    <a:pt x="242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28"/>
            <p:cNvSpPr/>
            <p:nvPr/>
          </p:nvSpPr>
          <p:spPr>
            <a:xfrm>
              <a:off x="603050" y="2916775"/>
              <a:ext cx="6670800" cy="1005800"/>
            </a:xfrm>
            <a:custGeom>
              <a:rect b="b" l="l" r="r" t="t"/>
              <a:pathLst>
                <a:path extrusionOk="0" h="40232" w="266832">
                  <a:moveTo>
                    <a:pt x="47581" y="0"/>
                  </a:moveTo>
                  <a:cubicBezTo>
                    <a:pt x="44993" y="0"/>
                    <a:pt x="42457" y="119"/>
                    <a:pt x="40005" y="361"/>
                  </a:cubicBezTo>
                  <a:cubicBezTo>
                    <a:pt x="19062" y="2445"/>
                    <a:pt x="5608" y="6183"/>
                    <a:pt x="0" y="11505"/>
                  </a:cubicBezTo>
                  <a:lnTo>
                    <a:pt x="250" y="11767"/>
                  </a:lnTo>
                  <a:cubicBezTo>
                    <a:pt x="4060" y="8148"/>
                    <a:pt x="14061" y="3302"/>
                    <a:pt x="40041" y="730"/>
                  </a:cubicBezTo>
                  <a:cubicBezTo>
                    <a:pt x="42490" y="487"/>
                    <a:pt x="45023" y="368"/>
                    <a:pt x="47608" y="368"/>
                  </a:cubicBezTo>
                  <a:cubicBezTo>
                    <a:pt x="60603" y="368"/>
                    <a:pt x="74908" y="3370"/>
                    <a:pt x="86487" y="8683"/>
                  </a:cubicBezTo>
                  <a:cubicBezTo>
                    <a:pt x="94524" y="12362"/>
                    <a:pt x="101477" y="17292"/>
                    <a:pt x="108192" y="22042"/>
                  </a:cubicBezTo>
                  <a:cubicBezTo>
                    <a:pt x="119146" y="29793"/>
                    <a:pt x="129504" y="37116"/>
                    <a:pt x="144078" y="39473"/>
                  </a:cubicBezTo>
                  <a:cubicBezTo>
                    <a:pt x="147258" y="39990"/>
                    <a:pt x="150307" y="40232"/>
                    <a:pt x="153246" y="40232"/>
                  </a:cubicBezTo>
                  <a:cubicBezTo>
                    <a:pt x="172829" y="40232"/>
                    <a:pt x="187478" y="29509"/>
                    <a:pt x="202883" y="18256"/>
                  </a:cubicBezTo>
                  <a:cubicBezTo>
                    <a:pt x="205835" y="16089"/>
                    <a:pt x="208895" y="13851"/>
                    <a:pt x="212015" y="11672"/>
                  </a:cubicBezTo>
                  <a:cubicBezTo>
                    <a:pt x="219065" y="6740"/>
                    <a:pt x="230090" y="772"/>
                    <a:pt x="242173" y="772"/>
                  </a:cubicBezTo>
                  <a:cubicBezTo>
                    <a:pt x="250128" y="772"/>
                    <a:pt x="258541" y="3359"/>
                    <a:pt x="266581" y="10529"/>
                  </a:cubicBezTo>
                  <a:lnTo>
                    <a:pt x="266831" y="10255"/>
                  </a:lnTo>
                  <a:cubicBezTo>
                    <a:pt x="259528" y="3740"/>
                    <a:pt x="251234" y="461"/>
                    <a:pt x="242138" y="461"/>
                  </a:cubicBezTo>
                  <a:cubicBezTo>
                    <a:pt x="241209" y="461"/>
                    <a:pt x="240272" y="495"/>
                    <a:pt x="239328" y="563"/>
                  </a:cubicBezTo>
                  <a:cubicBezTo>
                    <a:pt x="230517" y="1206"/>
                    <a:pt x="220992" y="4945"/>
                    <a:pt x="211800" y="11374"/>
                  </a:cubicBezTo>
                  <a:cubicBezTo>
                    <a:pt x="208681" y="13553"/>
                    <a:pt x="205621" y="15791"/>
                    <a:pt x="202668" y="17958"/>
                  </a:cubicBezTo>
                  <a:cubicBezTo>
                    <a:pt x="187317" y="29187"/>
                    <a:pt x="172706" y="39865"/>
                    <a:pt x="153219" y="39865"/>
                  </a:cubicBezTo>
                  <a:cubicBezTo>
                    <a:pt x="150307" y="39865"/>
                    <a:pt x="147286" y="39627"/>
                    <a:pt x="144137" y="39116"/>
                  </a:cubicBezTo>
                  <a:cubicBezTo>
                    <a:pt x="129635" y="36770"/>
                    <a:pt x="119325" y="29472"/>
                    <a:pt x="108406" y="21745"/>
                  </a:cubicBezTo>
                  <a:cubicBezTo>
                    <a:pt x="101679" y="16982"/>
                    <a:pt x="94702" y="12053"/>
                    <a:pt x="86642" y="8350"/>
                  </a:cubicBezTo>
                  <a:cubicBezTo>
                    <a:pt x="75006" y="3014"/>
                    <a:pt x="60634" y="0"/>
                    <a:pt x="475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28"/>
            <p:cNvSpPr/>
            <p:nvPr/>
          </p:nvSpPr>
          <p:spPr>
            <a:xfrm>
              <a:off x="603625" y="2820875"/>
              <a:ext cx="6670225" cy="1052250"/>
            </a:xfrm>
            <a:custGeom>
              <a:rect b="b" l="l" r="r" t="t"/>
              <a:pathLst>
                <a:path extrusionOk="0" h="42090" w="266809">
                  <a:moveTo>
                    <a:pt x="46344" y="0"/>
                  </a:moveTo>
                  <a:cubicBezTo>
                    <a:pt x="44253" y="0"/>
                    <a:pt x="42198" y="80"/>
                    <a:pt x="40196" y="244"/>
                  </a:cubicBezTo>
                  <a:cubicBezTo>
                    <a:pt x="19218" y="1959"/>
                    <a:pt x="5692" y="5471"/>
                    <a:pt x="1" y="10686"/>
                  </a:cubicBezTo>
                  <a:lnTo>
                    <a:pt x="239" y="10948"/>
                  </a:lnTo>
                  <a:cubicBezTo>
                    <a:pt x="4120" y="7400"/>
                    <a:pt x="14193" y="2721"/>
                    <a:pt x="40220" y="601"/>
                  </a:cubicBezTo>
                  <a:cubicBezTo>
                    <a:pt x="42208" y="440"/>
                    <a:pt x="44249" y="360"/>
                    <a:pt x="46327" y="360"/>
                  </a:cubicBezTo>
                  <a:cubicBezTo>
                    <a:pt x="59706" y="360"/>
                    <a:pt x="74600" y="3646"/>
                    <a:pt x="86524" y="9376"/>
                  </a:cubicBezTo>
                  <a:cubicBezTo>
                    <a:pt x="94501" y="13198"/>
                    <a:pt x="101359" y="18234"/>
                    <a:pt x="107991" y="23104"/>
                  </a:cubicBezTo>
                  <a:cubicBezTo>
                    <a:pt x="118813" y="31046"/>
                    <a:pt x="129029" y="38546"/>
                    <a:pt x="143566" y="41166"/>
                  </a:cubicBezTo>
                  <a:cubicBezTo>
                    <a:pt x="147069" y="41797"/>
                    <a:pt x="150419" y="42090"/>
                    <a:pt x="153641" y="42090"/>
                  </a:cubicBezTo>
                  <a:cubicBezTo>
                    <a:pt x="172769" y="42090"/>
                    <a:pt x="187383" y="31783"/>
                    <a:pt x="202729" y="20961"/>
                  </a:cubicBezTo>
                  <a:cubicBezTo>
                    <a:pt x="205729" y="18854"/>
                    <a:pt x="208825" y="16663"/>
                    <a:pt x="211980" y="14543"/>
                  </a:cubicBezTo>
                  <a:cubicBezTo>
                    <a:pt x="218983" y="9825"/>
                    <a:pt x="229850" y="4171"/>
                    <a:pt x="241687" y="4171"/>
                  </a:cubicBezTo>
                  <a:cubicBezTo>
                    <a:pt x="249833" y="4171"/>
                    <a:pt x="258438" y="6849"/>
                    <a:pt x="266558" y="14353"/>
                  </a:cubicBezTo>
                  <a:lnTo>
                    <a:pt x="266808" y="14091"/>
                  </a:lnTo>
                  <a:cubicBezTo>
                    <a:pt x="259457" y="7303"/>
                    <a:pt x="251007" y="3862"/>
                    <a:pt x="241659" y="3862"/>
                  </a:cubicBezTo>
                  <a:cubicBezTo>
                    <a:pt x="240939" y="3862"/>
                    <a:pt x="240214" y="3882"/>
                    <a:pt x="239483" y="3923"/>
                  </a:cubicBezTo>
                  <a:cubicBezTo>
                    <a:pt x="230661" y="4411"/>
                    <a:pt x="221076" y="7971"/>
                    <a:pt x="211777" y="14246"/>
                  </a:cubicBezTo>
                  <a:cubicBezTo>
                    <a:pt x="208622" y="16365"/>
                    <a:pt x="205515" y="18556"/>
                    <a:pt x="202526" y="20663"/>
                  </a:cubicBezTo>
                  <a:cubicBezTo>
                    <a:pt x="187233" y="31450"/>
                    <a:pt x="172655" y="41722"/>
                    <a:pt x="153612" y="41722"/>
                  </a:cubicBezTo>
                  <a:cubicBezTo>
                    <a:pt x="150417" y="41722"/>
                    <a:pt x="147097" y="41433"/>
                    <a:pt x="143626" y="40809"/>
                  </a:cubicBezTo>
                  <a:cubicBezTo>
                    <a:pt x="129172" y="38201"/>
                    <a:pt x="118992" y="30724"/>
                    <a:pt x="108205" y="22806"/>
                  </a:cubicBezTo>
                  <a:cubicBezTo>
                    <a:pt x="101561" y="17925"/>
                    <a:pt x="94679" y="12877"/>
                    <a:pt x="86678" y="9043"/>
                  </a:cubicBezTo>
                  <a:cubicBezTo>
                    <a:pt x="74718" y="3305"/>
                    <a:pt x="59772" y="0"/>
                    <a:pt x="463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28"/>
            <p:cNvSpPr/>
            <p:nvPr/>
          </p:nvSpPr>
          <p:spPr>
            <a:xfrm>
              <a:off x="606025" y="2724425"/>
              <a:ext cx="6667825" cy="1099375"/>
            </a:xfrm>
            <a:custGeom>
              <a:rect b="b" l="l" r="r" t="t"/>
              <a:pathLst>
                <a:path extrusionOk="0" h="43975" w="266713">
                  <a:moveTo>
                    <a:pt x="45120" y="1"/>
                  </a:moveTo>
                  <a:cubicBezTo>
                    <a:pt x="43512" y="1"/>
                    <a:pt x="41927" y="50"/>
                    <a:pt x="40374" y="149"/>
                  </a:cubicBezTo>
                  <a:cubicBezTo>
                    <a:pt x="19372" y="1495"/>
                    <a:pt x="5787" y="4769"/>
                    <a:pt x="0" y="9889"/>
                  </a:cubicBezTo>
                  <a:lnTo>
                    <a:pt x="250" y="10150"/>
                  </a:lnTo>
                  <a:cubicBezTo>
                    <a:pt x="4191" y="6674"/>
                    <a:pt x="14335" y="2185"/>
                    <a:pt x="40410" y="518"/>
                  </a:cubicBezTo>
                  <a:cubicBezTo>
                    <a:pt x="41956" y="419"/>
                    <a:pt x="43534" y="370"/>
                    <a:pt x="45136" y="370"/>
                  </a:cubicBezTo>
                  <a:cubicBezTo>
                    <a:pt x="58853" y="370"/>
                    <a:pt x="74318" y="3961"/>
                    <a:pt x="86547" y="10091"/>
                  </a:cubicBezTo>
                  <a:cubicBezTo>
                    <a:pt x="94441" y="14044"/>
                    <a:pt x="101227" y="19211"/>
                    <a:pt x="107776" y="24188"/>
                  </a:cubicBezTo>
                  <a:cubicBezTo>
                    <a:pt x="118432" y="32332"/>
                    <a:pt x="128528" y="39999"/>
                    <a:pt x="143018" y="42869"/>
                  </a:cubicBezTo>
                  <a:cubicBezTo>
                    <a:pt x="146843" y="43627"/>
                    <a:pt x="150492" y="43975"/>
                    <a:pt x="153996" y="43975"/>
                  </a:cubicBezTo>
                  <a:cubicBezTo>
                    <a:pt x="172677" y="43975"/>
                    <a:pt x="187246" y="34086"/>
                    <a:pt x="202525" y="23700"/>
                  </a:cubicBezTo>
                  <a:cubicBezTo>
                    <a:pt x="205562" y="21640"/>
                    <a:pt x="208693" y="19509"/>
                    <a:pt x="211884" y="17449"/>
                  </a:cubicBezTo>
                  <a:cubicBezTo>
                    <a:pt x="218840" y="12936"/>
                    <a:pt x="229526" y="7594"/>
                    <a:pt x="241107" y="7594"/>
                  </a:cubicBezTo>
                  <a:cubicBezTo>
                    <a:pt x="249447" y="7594"/>
                    <a:pt x="258252" y="10365"/>
                    <a:pt x="266462" y="18211"/>
                  </a:cubicBezTo>
                  <a:lnTo>
                    <a:pt x="266712" y="17949"/>
                  </a:lnTo>
                  <a:cubicBezTo>
                    <a:pt x="259310" y="10864"/>
                    <a:pt x="250693" y="7276"/>
                    <a:pt x="241074" y="7276"/>
                  </a:cubicBezTo>
                  <a:cubicBezTo>
                    <a:pt x="240574" y="7276"/>
                    <a:pt x="240071" y="7285"/>
                    <a:pt x="239566" y="7305"/>
                  </a:cubicBezTo>
                  <a:cubicBezTo>
                    <a:pt x="230731" y="7638"/>
                    <a:pt x="221099" y="11043"/>
                    <a:pt x="211681" y="17139"/>
                  </a:cubicBezTo>
                  <a:cubicBezTo>
                    <a:pt x="208490" y="19211"/>
                    <a:pt x="205359" y="21342"/>
                    <a:pt x="202323" y="23402"/>
                  </a:cubicBezTo>
                  <a:cubicBezTo>
                    <a:pt x="187090" y="33751"/>
                    <a:pt x="172575" y="43610"/>
                    <a:pt x="153990" y="43610"/>
                  </a:cubicBezTo>
                  <a:cubicBezTo>
                    <a:pt x="150510" y="43610"/>
                    <a:pt x="146887" y="43265"/>
                    <a:pt x="143089" y="42512"/>
                  </a:cubicBezTo>
                  <a:cubicBezTo>
                    <a:pt x="128683" y="39654"/>
                    <a:pt x="118622" y="31998"/>
                    <a:pt x="107990" y="23902"/>
                  </a:cubicBezTo>
                  <a:cubicBezTo>
                    <a:pt x="101418" y="18913"/>
                    <a:pt x="94631" y="13734"/>
                    <a:pt x="86701" y="9758"/>
                  </a:cubicBezTo>
                  <a:cubicBezTo>
                    <a:pt x="74419" y="3595"/>
                    <a:pt x="58900" y="1"/>
                    <a:pt x="45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28"/>
            <p:cNvSpPr/>
            <p:nvPr/>
          </p:nvSpPr>
          <p:spPr>
            <a:xfrm>
              <a:off x="610775" y="2627700"/>
              <a:ext cx="6663075" cy="1147100"/>
            </a:xfrm>
            <a:custGeom>
              <a:rect b="b" l="l" r="r" t="t"/>
              <a:pathLst>
                <a:path extrusionOk="0" h="45884" w="266523">
                  <a:moveTo>
                    <a:pt x="43919" y="0"/>
                  </a:moveTo>
                  <a:cubicBezTo>
                    <a:pt x="42779" y="0"/>
                    <a:pt x="41652" y="26"/>
                    <a:pt x="40541" y="77"/>
                  </a:cubicBezTo>
                  <a:cubicBezTo>
                    <a:pt x="19515" y="1054"/>
                    <a:pt x="5870" y="4090"/>
                    <a:pt x="1" y="9102"/>
                  </a:cubicBezTo>
                  <a:lnTo>
                    <a:pt x="239" y="9376"/>
                  </a:lnTo>
                  <a:cubicBezTo>
                    <a:pt x="4227" y="5971"/>
                    <a:pt x="14467" y="1649"/>
                    <a:pt x="40553" y="434"/>
                  </a:cubicBezTo>
                  <a:cubicBezTo>
                    <a:pt x="41663" y="383"/>
                    <a:pt x="42788" y="357"/>
                    <a:pt x="43926" y="357"/>
                  </a:cubicBezTo>
                  <a:cubicBezTo>
                    <a:pt x="57980" y="357"/>
                    <a:pt x="73989" y="4252"/>
                    <a:pt x="86523" y="10817"/>
                  </a:cubicBezTo>
                  <a:cubicBezTo>
                    <a:pt x="94346" y="14912"/>
                    <a:pt x="101037" y="20187"/>
                    <a:pt x="107502" y="25283"/>
                  </a:cubicBezTo>
                  <a:cubicBezTo>
                    <a:pt x="118039" y="33593"/>
                    <a:pt x="127981" y="41451"/>
                    <a:pt x="142411" y="44571"/>
                  </a:cubicBezTo>
                  <a:cubicBezTo>
                    <a:pt x="146566" y="45473"/>
                    <a:pt x="150520" y="45883"/>
                    <a:pt x="154313" y="45883"/>
                  </a:cubicBezTo>
                  <a:cubicBezTo>
                    <a:pt x="172548" y="45883"/>
                    <a:pt x="187052" y="36397"/>
                    <a:pt x="202240" y="26461"/>
                  </a:cubicBezTo>
                  <a:cubicBezTo>
                    <a:pt x="205312" y="24449"/>
                    <a:pt x="208491" y="22378"/>
                    <a:pt x="211706" y="20365"/>
                  </a:cubicBezTo>
                  <a:cubicBezTo>
                    <a:pt x="218611" y="16054"/>
                    <a:pt x="229117" y="11007"/>
                    <a:pt x="240446" y="11007"/>
                  </a:cubicBezTo>
                  <a:cubicBezTo>
                    <a:pt x="248983" y="11007"/>
                    <a:pt x="257988" y="13873"/>
                    <a:pt x="266272" y="22080"/>
                  </a:cubicBezTo>
                  <a:lnTo>
                    <a:pt x="266522" y="21818"/>
                  </a:lnTo>
                  <a:cubicBezTo>
                    <a:pt x="259063" y="14429"/>
                    <a:pt x="250259" y="10690"/>
                    <a:pt x="240352" y="10690"/>
                  </a:cubicBezTo>
                  <a:cubicBezTo>
                    <a:pt x="240091" y="10690"/>
                    <a:pt x="239829" y="10692"/>
                    <a:pt x="239566" y="10698"/>
                  </a:cubicBezTo>
                  <a:cubicBezTo>
                    <a:pt x="230732" y="10876"/>
                    <a:pt x="221040" y="14115"/>
                    <a:pt x="211515" y="20056"/>
                  </a:cubicBezTo>
                  <a:cubicBezTo>
                    <a:pt x="208300" y="22068"/>
                    <a:pt x="205122" y="24152"/>
                    <a:pt x="202050" y="26152"/>
                  </a:cubicBezTo>
                  <a:cubicBezTo>
                    <a:pt x="186888" y="36065"/>
                    <a:pt x="172430" y="45521"/>
                    <a:pt x="154274" y="45521"/>
                  </a:cubicBezTo>
                  <a:cubicBezTo>
                    <a:pt x="150515" y="45521"/>
                    <a:pt x="146598" y="45116"/>
                    <a:pt x="142483" y="44226"/>
                  </a:cubicBezTo>
                  <a:cubicBezTo>
                    <a:pt x="128136" y="41118"/>
                    <a:pt x="118218" y="33284"/>
                    <a:pt x="107716" y="24997"/>
                  </a:cubicBezTo>
                  <a:cubicBezTo>
                    <a:pt x="101239" y="19889"/>
                    <a:pt x="94548" y="14603"/>
                    <a:pt x="86690" y="10495"/>
                  </a:cubicBezTo>
                  <a:cubicBezTo>
                    <a:pt x="74109" y="3907"/>
                    <a:pt x="58032" y="0"/>
                    <a:pt x="439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28"/>
            <p:cNvSpPr/>
            <p:nvPr/>
          </p:nvSpPr>
          <p:spPr>
            <a:xfrm>
              <a:off x="617325" y="2530375"/>
              <a:ext cx="6656525" cy="1195600"/>
            </a:xfrm>
            <a:custGeom>
              <a:rect b="b" l="l" r="r" t="t"/>
              <a:pathLst>
                <a:path extrusionOk="0" h="47824" w="266261">
                  <a:moveTo>
                    <a:pt x="42753" y="0"/>
                  </a:moveTo>
                  <a:cubicBezTo>
                    <a:pt x="42062" y="0"/>
                    <a:pt x="41376" y="10"/>
                    <a:pt x="40696" y="29"/>
                  </a:cubicBezTo>
                  <a:cubicBezTo>
                    <a:pt x="19646" y="637"/>
                    <a:pt x="5966" y="3435"/>
                    <a:pt x="1" y="8352"/>
                  </a:cubicBezTo>
                  <a:lnTo>
                    <a:pt x="227" y="8626"/>
                  </a:lnTo>
                  <a:cubicBezTo>
                    <a:pt x="4287" y="5292"/>
                    <a:pt x="14598" y="1149"/>
                    <a:pt x="40696" y="387"/>
                  </a:cubicBezTo>
                  <a:cubicBezTo>
                    <a:pt x="41375" y="367"/>
                    <a:pt x="42061" y="357"/>
                    <a:pt x="42751" y="357"/>
                  </a:cubicBezTo>
                  <a:cubicBezTo>
                    <a:pt x="57119" y="357"/>
                    <a:pt x="73684" y="4580"/>
                    <a:pt x="86476" y="11566"/>
                  </a:cubicBezTo>
                  <a:cubicBezTo>
                    <a:pt x="94239" y="15805"/>
                    <a:pt x="100823" y="21199"/>
                    <a:pt x="107193" y="26402"/>
                  </a:cubicBezTo>
                  <a:cubicBezTo>
                    <a:pt x="117587" y="34903"/>
                    <a:pt x="127397" y="42927"/>
                    <a:pt x="141768" y="46297"/>
                  </a:cubicBezTo>
                  <a:cubicBezTo>
                    <a:pt x="146242" y="47349"/>
                    <a:pt x="150491" y="47823"/>
                    <a:pt x="154562" y="47823"/>
                  </a:cubicBezTo>
                  <a:cubicBezTo>
                    <a:pt x="172376" y="47823"/>
                    <a:pt x="186800" y="38740"/>
                    <a:pt x="201919" y="29223"/>
                  </a:cubicBezTo>
                  <a:cubicBezTo>
                    <a:pt x="205014" y="27271"/>
                    <a:pt x="208229" y="25259"/>
                    <a:pt x="211479" y="23306"/>
                  </a:cubicBezTo>
                  <a:cubicBezTo>
                    <a:pt x="218321" y="19200"/>
                    <a:pt x="228632" y="14450"/>
                    <a:pt x="239705" y="14450"/>
                  </a:cubicBezTo>
                  <a:cubicBezTo>
                    <a:pt x="248443" y="14450"/>
                    <a:pt x="257655" y="17408"/>
                    <a:pt x="266010" y="25973"/>
                  </a:cubicBezTo>
                  <a:lnTo>
                    <a:pt x="266260" y="25711"/>
                  </a:lnTo>
                  <a:cubicBezTo>
                    <a:pt x="258758" y="18019"/>
                    <a:pt x="249789" y="14126"/>
                    <a:pt x="239600" y="14126"/>
                  </a:cubicBezTo>
                  <a:cubicBezTo>
                    <a:pt x="239569" y="14126"/>
                    <a:pt x="239538" y="14126"/>
                    <a:pt x="239507" y="14126"/>
                  </a:cubicBezTo>
                  <a:cubicBezTo>
                    <a:pt x="230672" y="14150"/>
                    <a:pt x="220921" y="17222"/>
                    <a:pt x="211301" y="22996"/>
                  </a:cubicBezTo>
                  <a:cubicBezTo>
                    <a:pt x="208038" y="24949"/>
                    <a:pt x="204824" y="26973"/>
                    <a:pt x="201728" y="28926"/>
                  </a:cubicBezTo>
                  <a:cubicBezTo>
                    <a:pt x="186657" y="38411"/>
                    <a:pt x="172266" y="47461"/>
                    <a:pt x="154532" y="47461"/>
                  </a:cubicBezTo>
                  <a:cubicBezTo>
                    <a:pt x="150494" y="47461"/>
                    <a:pt x="146283" y="46992"/>
                    <a:pt x="141852" y="45952"/>
                  </a:cubicBezTo>
                  <a:cubicBezTo>
                    <a:pt x="127564" y="42594"/>
                    <a:pt x="117777" y="34593"/>
                    <a:pt x="107431" y="26128"/>
                  </a:cubicBezTo>
                  <a:cubicBezTo>
                    <a:pt x="101037" y="20901"/>
                    <a:pt x="94441" y="15507"/>
                    <a:pt x="86654" y="11245"/>
                  </a:cubicBezTo>
                  <a:cubicBezTo>
                    <a:pt x="73804" y="4235"/>
                    <a:pt x="57180" y="0"/>
                    <a:pt x="427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28"/>
            <p:cNvSpPr/>
            <p:nvPr/>
          </p:nvSpPr>
          <p:spPr>
            <a:xfrm>
              <a:off x="625950" y="2432750"/>
              <a:ext cx="6647900" cy="1244800"/>
            </a:xfrm>
            <a:custGeom>
              <a:rect b="b" l="l" r="r" t="t"/>
              <a:pathLst>
                <a:path extrusionOk="0" h="49792" w="265916">
                  <a:moveTo>
                    <a:pt x="41667" y="0"/>
                  </a:moveTo>
                  <a:cubicBezTo>
                    <a:pt x="41386" y="0"/>
                    <a:pt x="41106" y="2"/>
                    <a:pt x="40827" y="5"/>
                  </a:cubicBezTo>
                  <a:cubicBezTo>
                    <a:pt x="19777" y="243"/>
                    <a:pt x="6049" y="2803"/>
                    <a:pt x="1" y="7613"/>
                  </a:cubicBezTo>
                  <a:lnTo>
                    <a:pt x="227" y="7899"/>
                  </a:lnTo>
                  <a:cubicBezTo>
                    <a:pt x="4335" y="4625"/>
                    <a:pt x="14717" y="672"/>
                    <a:pt x="40827" y="362"/>
                  </a:cubicBezTo>
                  <a:cubicBezTo>
                    <a:pt x="41089" y="360"/>
                    <a:pt x="41350" y="358"/>
                    <a:pt x="41613" y="358"/>
                  </a:cubicBezTo>
                  <a:cubicBezTo>
                    <a:pt x="56276" y="358"/>
                    <a:pt x="73363" y="4913"/>
                    <a:pt x="86405" y="12340"/>
                  </a:cubicBezTo>
                  <a:cubicBezTo>
                    <a:pt x="94096" y="16710"/>
                    <a:pt x="100585" y="22210"/>
                    <a:pt x="106871" y="27532"/>
                  </a:cubicBezTo>
                  <a:cubicBezTo>
                    <a:pt x="117111" y="36212"/>
                    <a:pt x="126779" y="44404"/>
                    <a:pt x="141078" y="48035"/>
                  </a:cubicBezTo>
                  <a:cubicBezTo>
                    <a:pt x="145866" y="49249"/>
                    <a:pt x="150405" y="49792"/>
                    <a:pt x="154753" y="49792"/>
                  </a:cubicBezTo>
                  <a:cubicBezTo>
                    <a:pt x="172149" y="49792"/>
                    <a:pt x="186490" y="41108"/>
                    <a:pt x="201502" y="32021"/>
                  </a:cubicBezTo>
                  <a:cubicBezTo>
                    <a:pt x="204645" y="30116"/>
                    <a:pt x="207884" y="28152"/>
                    <a:pt x="211182" y="26258"/>
                  </a:cubicBezTo>
                  <a:cubicBezTo>
                    <a:pt x="217949" y="22353"/>
                    <a:pt x="228064" y="17884"/>
                    <a:pt x="238884" y="17884"/>
                  </a:cubicBezTo>
                  <a:cubicBezTo>
                    <a:pt x="247824" y="17884"/>
                    <a:pt x="257244" y="20936"/>
                    <a:pt x="265653" y="29878"/>
                  </a:cubicBezTo>
                  <a:lnTo>
                    <a:pt x="265915" y="29628"/>
                  </a:lnTo>
                  <a:cubicBezTo>
                    <a:pt x="258521" y="21770"/>
                    <a:pt x="249592" y="17722"/>
                    <a:pt x="239364" y="17567"/>
                  </a:cubicBezTo>
                  <a:cubicBezTo>
                    <a:pt x="239173" y="17564"/>
                    <a:pt x="238981" y="17563"/>
                    <a:pt x="238788" y="17563"/>
                  </a:cubicBezTo>
                  <a:cubicBezTo>
                    <a:pt x="230104" y="17563"/>
                    <a:pt x="220508" y="20451"/>
                    <a:pt x="211003" y="25937"/>
                  </a:cubicBezTo>
                  <a:cubicBezTo>
                    <a:pt x="207717" y="27842"/>
                    <a:pt x="204467" y="29807"/>
                    <a:pt x="201336" y="31700"/>
                  </a:cubicBezTo>
                  <a:cubicBezTo>
                    <a:pt x="186364" y="40762"/>
                    <a:pt x="172056" y="49421"/>
                    <a:pt x="154743" y="49421"/>
                  </a:cubicBezTo>
                  <a:cubicBezTo>
                    <a:pt x="150426" y="49421"/>
                    <a:pt x="145921" y="48883"/>
                    <a:pt x="141173" y="47678"/>
                  </a:cubicBezTo>
                  <a:cubicBezTo>
                    <a:pt x="126945" y="44082"/>
                    <a:pt x="117301" y="35903"/>
                    <a:pt x="107098" y="27259"/>
                  </a:cubicBezTo>
                  <a:cubicBezTo>
                    <a:pt x="100799" y="21925"/>
                    <a:pt x="94298" y="16412"/>
                    <a:pt x="86583" y="12031"/>
                  </a:cubicBezTo>
                  <a:cubicBezTo>
                    <a:pt x="73509" y="4577"/>
                    <a:pt x="56377" y="0"/>
                    <a:pt x="416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28"/>
            <p:cNvSpPr/>
            <p:nvPr/>
          </p:nvSpPr>
          <p:spPr>
            <a:xfrm>
              <a:off x="636675" y="2334800"/>
              <a:ext cx="6637450" cy="1294425"/>
            </a:xfrm>
            <a:custGeom>
              <a:rect b="b" l="l" r="r" t="t"/>
              <a:pathLst>
                <a:path extrusionOk="0" h="51777" w="265498">
                  <a:moveTo>
                    <a:pt x="39287" y="1"/>
                  </a:moveTo>
                  <a:cubicBezTo>
                    <a:pt x="19177" y="1"/>
                    <a:pt x="5968" y="2322"/>
                    <a:pt x="0" y="6900"/>
                  </a:cubicBezTo>
                  <a:lnTo>
                    <a:pt x="227" y="7186"/>
                  </a:lnTo>
                  <a:cubicBezTo>
                    <a:pt x="4311" y="4047"/>
                    <a:pt x="14422" y="359"/>
                    <a:pt x="39404" y="359"/>
                  </a:cubicBezTo>
                  <a:cubicBezTo>
                    <a:pt x="39912" y="359"/>
                    <a:pt x="40426" y="360"/>
                    <a:pt x="40946" y="363"/>
                  </a:cubicBezTo>
                  <a:cubicBezTo>
                    <a:pt x="55781" y="447"/>
                    <a:pt x="73164" y="5340"/>
                    <a:pt x="86309" y="13127"/>
                  </a:cubicBezTo>
                  <a:cubicBezTo>
                    <a:pt x="93917" y="17639"/>
                    <a:pt x="100311" y="23247"/>
                    <a:pt x="106502" y="28676"/>
                  </a:cubicBezTo>
                  <a:cubicBezTo>
                    <a:pt x="116586" y="37535"/>
                    <a:pt x="126111" y="45905"/>
                    <a:pt x="140363" y="49774"/>
                  </a:cubicBezTo>
                  <a:cubicBezTo>
                    <a:pt x="145461" y="51162"/>
                    <a:pt x="150287" y="51777"/>
                    <a:pt x="154911" y="51777"/>
                  </a:cubicBezTo>
                  <a:cubicBezTo>
                    <a:pt x="171899" y="51777"/>
                    <a:pt x="186153" y="43484"/>
                    <a:pt x="201061" y="34808"/>
                  </a:cubicBezTo>
                  <a:cubicBezTo>
                    <a:pt x="204228" y="32963"/>
                    <a:pt x="207503" y="31058"/>
                    <a:pt x="210836" y="29212"/>
                  </a:cubicBezTo>
                  <a:cubicBezTo>
                    <a:pt x="217522" y="25512"/>
                    <a:pt x="227422" y="21326"/>
                    <a:pt x="237978" y="21326"/>
                  </a:cubicBezTo>
                  <a:cubicBezTo>
                    <a:pt x="247122" y="21326"/>
                    <a:pt x="256758" y="24467"/>
                    <a:pt x="265224" y="33784"/>
                  </a:cubicBezTo>
                  <a:lnTo>
                    <a:pt x="265498" y="33546"/>
                  </a:lnTo>
                  <a:cubicBezTo>
                    <a:pt x="258247" y="25569"/>
                    <a:pt x="249377" y="21354"/>
                    <a:pt x="239149" y="21033"/>
                  </a:cubicBezTo>
                  <a:cubicBezTo>
                    <a:pt x="238730" y="21019"/>
                    <a:pt x="238308" y="21012"/>
                    <a:pt x="237884" y="21012"/>
                  </a:cubicBezTo>
                  <a:cubicBezTo>
                    <a:pt x="229391" y="21012"/>
                    <a:pt x="220013" y="23731"/>
                    <a:pt x="210658" y="28903"/>
                  </a:cubicBezTo>
                  <a:cubicBezTo>
                    <a:pt x="207324" y="30748"/>
                    <a:pt x="204050" y="32653"/>
                    <a:pt x="200871" y="34498"/>
                  </a:cubicBezTo>
                  <a:cubicBezTo>
                    <a:pt x="186013" y="43140"/>
                    <a:pt x="171810" y="51406"/>
                    <a:pt x="154899" y="51406"/>
                  </a:cubicBezTo>
                  <a:cubicBezTo>
                    <a:pt x="150304" y="51406"/>
                    <a:pt x="145509" y="50796"/>
                    <a:pt x="140447" y="49417"/>
                  </a:cubicBezTo>
                  <a:cubicBezTo>
                    <a:pt x="126290" y="45571"/>
                    <a:pt x="116789" y="37237"/>
                    <a:pt x="106740" y="28402"/>
                  </a:cubicBezTo>
                  <a:cubicBezTo>
                    <a:pt x="100537" y="22961"/>
                    <a:pt x="94131" y="17342"/>
                    <a:pt x="86499" y="12817"/>
                  </a:cubicBezTo>
                  <a:cubicBezTo>
                    <a:pt x="73295" y="4995"/>
                    <a:pt x="55841" y="89"/>
                    <a:pt x="40958" y="6"/>
                  </a:cubicBezTo>
                  <a:cubicBezTo>
                    <a:pt x="40396" y="3"/>
                    <a:pt x="39839" y="1"/>
                    <a:pt x="392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28"/>
            <p:cNvSpPr/>
            <p:nvPr/>
          </p:nvSpPr>
          <p:spPr>
            <a:xfrm>
              <a:off x="649475" y="2235200"/>
              <a:ext cx="6624950" cy="1345700"/>
            </a:xfrm>
            <a:custGeom>
              <a:rect b="b" l="l" r="r" t="t"/>
              <a:pathLst>
                <a:path extrusionOk="0" h="53828" w="264998">
                  <a:moveTo>
                    <a:pt x="35160" y="0"/>
                  </a:moveTo>
                  <a:cubicBezTo>
                    <a:pt x="17419" y="0"/>
                    <a:pt x="5602" y="2101"/>
                    <a:pt x="0" y="6240"/>
                  </a:cubicBezTo>
                  <a:lnTo>
                    <a:pt x="215" y="6538"/>
                  </a:lnTo>
                  <a:cubicBezTo>
                    <a:pt x="4112" y="3654"/>
                    <a:pt x="13403" y="362"/>
                    <a:pt x="35411" y="362"/>
                  </a:cubicBezTo>
                  <a:cubicBezTo>
                    <a:pt x="37206" y="362"/>
                    <a:pt x="39085" y="384"/>
                    <a:pt x="41053" y="430"/>
                  </a:cubicBezTo>
                  <a:cubicBezTo>
                    <a:pt x="55876" y="787"/>
                    <a:pt x="73176" y="5978"/>
                    <a:pt x="86202" y="13979"/>
                  </a:cubicBezTo>
                  <a:cubicBezTo>
                    <a:pt x="93726" y="18623"/>
                    <a:pt x="100025" y="24350"/>
                    <a:pt x="106109" y="29886"/>
                  </a:cubicBezTo>
                  <a:cubicBezTo>
                    <a:pt x="116039" y="38911"/>
                    <a:pt x="125421" y="47436"/>
                    <a:pt x="139601" y="51567"/>
                  </a:cubicBezTo>
                  <a:cubicBezTo>
                    <a:pt x="145004" y="53139"/>
                    <a:pt x="150116" y="53827"/>
                    <a:pt x="155015" y="53827"/>
                  </a:cubicBezTo>
                  <a:cubicBezTo>
                    <a:pt x="171610" y="53827"/>
                    <a:pt x="185768" y="45925"/>
                    <a:pt x="200549" y="37661"/>
                  </a:cubicBezTo>
                  <a:cubicBezTo>
                    <a:pt x="203752" y="35875"/>
                    <a:pt x="207062" y="34030"/>
                    <a:pt x="210420" y="32244"/>
                  </a:cubicBezTo>
                  <a:cubicBezTo>
                    <a:pt x="217020" y="28737"/>
                    <a:pt x="226700" y="24823"/>
                    <a:pt x="236995" y="24823"/>
                  </a:cubicBezTo>
                  <a:cubicBezTo>
                    <a:pt x="246347" y="24823"/>
                    <a:pt x="256206" y="28053"/>
                    <a:pt x="264724" y="37756"/>
                  </a:cubicBezTo>
                  <a:lnTo>
                    <a:pt x="264998" y="37518"/>
                  </a:lnTo>
                  <a:cubicBezTo>
                    <a:pt x="257890" y="29422"/>
                    <a:pt x="249103" y="25052"/>
                    <a:pt x="238887" y="24552"/>
                  </a:cubicBezTo>
                  <a:cubicBezTo>
                    <a:pt x="238234" y="24520"/>
                    <a:pt x="237575" y="24503"/>
                    <a:pt x="236910" y="24503"/>
                  </a:cubicBezTo>
                  <a:cubicBezTo>
                    <a:pt x="228589" y="24503"/>
                    <a:pt x="219426" y="27049"/>
                    <a:pt x="210253" y="31922"/>
                  </a:cubicBezTo>
                  <a:cubicBezTo>
                    <a:pt x="206883" y="33708"/>
                    <a:pt x="203574" y="35565"/>
                    <a:pt x="200371" y="37351"/>
                  </a:cubicBezTo>
                  <a:cubicBezTo>
                    <a:pt x="185637" y="45583"/>
                    <a:pt x="171528" y="53466"/>
                    <a:pt x="155004" y="53466"/>
                  </a:cubicBezTo>
                  <a:cubicBezTo>
                    <a:pt x="150137" y="53466"/>
                    <a:pt x="145060" y="52782"/>
                    <a:pt x="139696" y="51222"/>
                  </a:cubicBezTo>
                  <a:cubicBezTo>
                    <a:pt x="125599" y="47114"/>
                    <a:pt x="116253" y="38613"/>
                    <a:pt x="106359" y="29612"/>
                  </a:cubicBezTo>
                  <a:cubicBezTo>
                    <a:pt x="100251" y="24064"/>
                    <a:pt x="93941" y="18325"/>
                    <a:pt x="86392" y="13682"/>
                  </a:cubicBezTo>
                  <a:cubicBezTo>
                    <a:pt x="73331" y="5633"/>
                    <a:pt x="55960" y="418"/>
                    <a:pt x="41077" y="73"/>
                  </a:cubicBezTo>
                  <a:cubicBezTo>
                    <a:pt x="39037" y="25"/>
                    <a:pt x="37064" y="0"/>
                    <a:pt x="35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28"/>
            <p:cNvSpPr/>
            <p:nvPr/>
          </p:nvSpPr>
          <p:spPr>
            <a:xfrm>
              <a:off x="664050" y="2134250"/>
              <a:ext cx="6610375" cy="1399125"/>
            </a:xfrm>
            <a:custGeom>
              <a:rect b="b" l="l" r="r" t="t"/>
              <a:pathLst>
                <a:path extrusionOk="0" h="55965" w="264415">
                  <a:moveTo>
                    <a:pt x="31658" y="1"/>
                  </a:moveTo>
                  <a:cubicBezTo>
                    <a:pt x="15910" y="1"/>
                    <a:pt x="5285" y="1898"/>
                    <a:pt x="1" y="5671"/>
                  </a:cubicBezTo>
                  <a:lnTo>
                    <a:pt x="215" y="5968"/>
                  </a:lnTo>
                  <a:cubicBezTo>
                    <a:pt x="3941" y="3311"/>
                    <a:pt x="12454" y="374"/>
                    <a:pt x="31865" y="374"/>
                  </a:cubicBezTo>
                  <a:cubicBezTo>
                    <a:pt x="34721" y="374"/>
                    <a:pt x="37813" y="437"/>
                    <a:pt x="41161" y="575"/>
                  </a:cubicBezTo>
                  <a:cubicBezTo>
                    <a:pt x="55972" y="1182"/>
                    <a:pt x="73177" y="6671"/>
                    <a:pt x="86047" y="14910"/>
                  </a:cubicBezTo>
                  <a:cubicBezTo>
                    <a:pt x="93489" y="19684"/>
                    <a:pt x="99692" y="25518"/>
                    <a:pt x="105681" y="31162"/>
                  </a:cubicBezTo>
                  <a:cubicBezTo>
                    <a:pt x="115456" y="40365"/>
                    <a:pt x="124683" y="49045"/>
                    <a:pt x="138792" y="53427"/>
                  </a:cubicBezTo>
                  <a:cubicBezTo>
                    <a:pt x="144499" y="55196"/>
                    <a:pt x="149895" y="55964"/>
                    <a:pt x="155070" y="55964"/>
                  </a:cubicBezTo>
                  <a:cubicBezTo>
                    <a:pt x="171272" y="55964"/>
                    <a:pt x="185312" y="48439"/>
                    <a:pt x="199966" y="40580"/>
                  </a:cubicBezTo>
                  <a:cubicBezTo>
                    <a:pt x="203205" y="38853"/>
                    <a:pt x="206539" y="37056"/>
                    <a:pt x="209932" y="35329"/>
                  </a:cubicBezTo>
                  <a:cubicBezTo>
                    <a:pt x="216438" y="32021"/>
                    <a:pt x="225885" y="28376"/>
                    <a:pt x="235908" y="28376"/>
                  </a:cubicBezTo>
                  <a:cubicBezTo>
                    <a:pt x="245474" y="28376"/>
                    <a:pt x="255565" y="31695"/>
                    <a:pt x="264129" y="41794"/>
                  </a:cubicBezTo>
                  <a:lnTo>
                    <a:pt x="264415" y="41568"/>
                  </a:lnTo>
                  <a:cubicBezTo>
                    <a:pt x="257438" y="33341"/>
                    <a:pt x="248734" y="28828"/>
                    <a:pt x="238519" y="28138"/>
                  </a:cubicBezTo>
                  <a:cubicBezTo>
                    <a:pt x="237634" y="28078"/>
                    <a:pt x="236737" y="28048"/>
                    <a:pt x="235830" y="28048"/>
                  </a:cubicBezTo>
                  <a:cubicBezTo>
                    <a:pt x="227710" y="28048"/>
                    <a:pt x="218762" y="30434"/>
                    <a:pt x="209765" y="35008"/>
                  </a:cubicBezTo>
                  <a:cubicBezTo>
                    <a:pt x="206372" y="36734"/>
                    <a:pt x="203026" y="38532"/>
                    <a:pt x="199800" y="40258"/>
                  </a:cubicBezTo>
                  <a:cubicBezTo>
                    <a:pt x="185191" y="48086"/>
                    <a:pt x="171191" y="55586"/>
                    <a:pt x="155054" y="55586"/>
                  </a:cubicBezTo>
                  <a:cubicBezTo>
                    <a:pt x="149912" y="55586"/>
                    <a:pt x="144552" y="54824"/>
                    <a:pt x="138887" y="53069"/>
                  </a:cubicBezTo>
                  <a:cubicBezTo>
                    <a:pt x="124862" y="48724"/>
                    <a:pt x="115658" y="40068"/>
                    <a:pt x="105931" y="30900"/>
                  </a:cubicBezTo>
                  <a:cubicBezTo>
                    <a:pt x="99918" y="25245"/>
                    <a:pt x="93715" y="19387"/>
                    <a:pt x="86238" y="14612"/>
                  </a:cubicBezTo>
                  <a:cubicBezTo>
                    <a:pt x="73320" y="6337"/>
                    <a:pt x="56055" y="813"/>
                    <a:pt x="41173" y="206"/>
                  </a:cubicBezTo>
                  <a:cubicBezTo>
                    <a:pt x="37818" y="69"/>
                    <a:pt x="34646" y="1"/>
                    <a:pt x="316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754" name="Google Shape;754;p28"/>
          <p:cNvPicPr preferRelativeResize="0"/>
          <p:nvPr/>
        </p:nvPicPr>
        <p:blipFill rotWithShape="1">
          <a:blip r:embed="rId3">
            <a:alphaModFix/>
          </a:blip>
          <a:srcRect b="700" l="0" r="0" t="700"/>
          <a:stretch/>
        </p:blipFill>
        <p:spPr>
          <a:xfrm flipH="1" rot="10800000">
            <a:off x="250650" y="121827"/>
            <a:ext cx="872802" cy="825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55" name="Google Shape;755;p28"/>
          <p:cNvPicPr preferRelativeResize="0"/>
          <p:nvPr/>
        </p:nvPicPr>
        <p:blipFill rotWithShape="1">
          <a:blip r:embed="rId4">
            <a:alphaModFix/>
          </a:blip>
          <a:srcRect b="700" l="0" r="0" t="700"/>
          <a:stretch/>
        </p:blipFill>
        <p:spPr>
          <a:xfrm flipH="1" rot="10800000">
            <a:off x="8380356" y="216474"/>
            <a:ext cx="672701" cy="63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6" name="Google Shape;756;p28"/>
          <p:cNvPicPr preferRelativeResize="0"/>
          <p:nvPr/>
        </p:nvPicPr>
        <p:blipFill rotWithShape="1">
          <a:blip r:embed="rId3">
            <a:alphaModFix/>
          </a:blip>
          <a:srcRect b="699" l="0" r="0" t="709"/>
          <a:stretch/>
        </p:blipFill>
        <p:spPr>
          <a:xfrm flipH="1" rot="10800000">
            <a:off x="8001463" y="3935660"/>
            <a:ext cx="911026" cy="861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757" name="Google Shape;757;p28"/>
          <p:cNvPicPr preferRelativeResize="0"/>
          <p:nvPr/>
        </p:nvPicPr>
        <p:blipFill rotWithShape="1">
          <a:blip r:embed="rId5">
            <a:alphaModFix/>
          </a:blip>
          <a:srcRect b="6398" l="6912" r="43289" t="9856"/>
          <a:stretch/>
        </p:blipFill>
        <p:spPr>
          <a:xfrm flipH="1" rot="10800000">
            <a:off x="1123450" y="3617174"/>
            <a:ext cx="1464049" cy="1385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58" name="Google Shape;758;p28"/>
          <p:cNvPicPr preferRelativeResize="0"/>
          <p:nvPr/>
        </p:nvPicPr>
        <p:blipFill rotWithShape="1">
          <a:blip r:embed="rId4">
            <a:alphaModFix/>
          </a:blip>
          <a:srcRect b="700" l="0" r="0" t="700"/>
          <a:stretch/>
        </p:blipFill>
        <p:spPr>
          <a:xfrm flipH="1" rot="10800000">
            <a:off x="5834375" y="4461099"/>
            <a:ext cx="528176" cy="499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0" name="Google Shape;760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10038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p29"/>
          <p:cNvSpPr/>
          <p:nvPr/>
        </p:nvSpPr>
        <p:spPr>
          <a:xfrm flipH="1">
            <a:off x="11" y="0"/>
            <a:ext cx="9144000" cy="5143500"/>
          </a:xfrm>
          <a:prstGeom prst="rect">
            <a:avLst/>
          </a:prstGeom>
          <a:solidFill>
            <a:srgbClr val="17273B">
              <a:alpha val="339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62" name="Google Shape;762;p29"/>
          <p:cNvPicPr preferRelativeResize="0"/>
          <p:nvPr/>
        </p:nvPicPr>
        <p:blipFill rotWithShape="1">
          <a:blip r:embed="rId3">
            <a:alphaModFix/>
          </a:blip>
          <a:srcRect b="700" l="0" r="0" t="700"/>
          <a:stretch/>
        </p:blipFill>
        <p:spPr>
          <a:xfrm flipH="1">
            <a:off x="7995871" y="3808951"/>
            <a:ext cx="637148" cy="60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3" name="Google Shape;763;p29"/>
          <p:cNvPicPr preferRelativeResize="0"/>
          <p:nvPr/>
        </p:nvPicPr>
        <p:blipFill rotWithShape="1">
          <a:blip r:embed="rId4">
            <a:alphaModFix/>
          </a:blip>
          <a:srcRect b="699" l="0" r="0" t="709"/>
          <a:stretch/>
        </p:blipFill>
        <p:spPr>
          <a:xfrm flipH="1">
            <a:off x="8081783" y="689369"/>
            <a:ext cx="750377" cy="70980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4" name="Google Shape;764;p29"/>
          <p:cNvPicPr preferRelativeResize="0"/>
          <p:nvPr/>
        </p:nvPicPr>
        <p:blipFill rotWithShape="1">
          <a:blip r:embed="rId4">
            <a:alphaModFix/>
          </a:blip>
          <a:srcRect b="709" l="0" r="0" t="699"/>
          <a:stretch/>
        </p:blipFill>
        <p:spPr>
          <a:xfrm flipH="1">
            <a:off x="399092" y="4555100"/>
            <a:ext cx="470732" cy="4452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65" name="Google Shape;765;p29"/>
          <p:cNvGrpSpPr/>
          <p:nvPr/>
        </p:nvGrpSpPr>
        <p:grpSpPr>
          <a:xfrm rot="665279">
            <a:off x="2810410" y="-1222215"/>
            <a:ext cx="6788761" cy="2123393"/>
            <a:chOff x="603050" y="2134250"/>
            <a:chExt cx="6671375" cy="1887675"/>
          </a:xfrm>
        </p:grpSpPr>
        <p:sp>
          <p:nvSpPr>
            <p:cNvPr id="766" name="Google Shape;766;p29"/>
            <p:cNvSpPr/>
            <p:nvPr/>
          </p:nvSpPr>
          <p:spPr>
            <a:xfrm>
              <a:off x="608100" y="2949275"/>
              <a:ext cx="6665750" cy="1072650"/>
            </a:xfrm>
            <a:custGeom>
              <a:rect b="b" l="l" r="r" t="t"/>
              <a:pathLst>
                <a:path extrusionOk="0" h="42906" w="266630">
                  <a:moveTo>
                    <a:pt x="242926" y="0"/>
                  </a:moveTo>
                  <a:cubicBezTo>
                    <a:pt x="241564" y="0"/>
                    <a:pt x="240185" y="76"/>
                    <a:pt x="238792" y="228"/>
                  </a:cubicBezTo>
                  <a:cubicBezTo>
                    <a:pt x="230005" y="1168"/>
                    <a:pt x="220635" y="5240"/>
                    <a:pt x="211670" y="11979"/>
                  </a:cubicBezTo>
                  <a:cubicBezTo>
                    <a:pt x="208634" y="14265"/>
                    <a:pt x="205645" y="16611"/>
                    <a:pt x="202764" y="18885"/>
                  </a:cubicBezTo>
                  <a:cubicBezTo>
                    <a:pt x="187340" y="31016"/>
                    <a:pt x="172685" y="42543"/>
                    <a:pt x="152232" y="42543"/>
                  </a:cubicBezTo>
                  <a:cubicBezTo>
                    <a:pt x="149902" y="42543"/>
                    <a:pt x="147497" y="42394"/>
                    <a:pt x="145007" y="42078"/>
                  </a:cubicBezTo>
                  <a:cubicBezTo>
                    <a:pt x="130433" y="40233"/>
                    <a:pt x="119873" y="33291"/>
                    <a:pt x="108693" y="25957"/>
                  </a:cubicBezTo>
                  <a:cubicBezTo>
                    <a:pt x="101799" y="21433"/>
                    <a:pt x="94667" y="16754"/>
                    <a:pt x="86476" y="13337"/>
                  </a:cubicBezTo>
                  <a:cubicBezTo>
                    <a:pt x="75578" y="8791"/>
                    <a:pt x="62424" y="6298"/>
                    <a:pt x="50215" y="6298"/>
                  </a:cubicBezTo>
                  <a:cubicBezTo>
                    <a:pt x="46564" y="6298"/>
                    <a:pt x="42997" y="6521"/>
                    <a:pt x="39601" y="6979"/>
                  </a:cubicBezTo>
                  <a:cubicBezTo>
                    <a:pt x="18729" y="9788"/>
                    <a:pt x="5418" y="14003"/>
                    <a:pt x="0" y="19504"/>
                  </a:cubicBezTo>
                  <a:lnTo>
                    <a:pt x="262" y="19766"/>
                  </a:lnTo>
                  <a:cubicBezTo>
                    <a:pt x="3941" y="16015"/>
                    <a:pt x="13764" y="10824"/>
                    <a:pt x="39648" y="7348"/>
                  </a:cubicBezTo>
                  <a:cubicBezTo>
                    <a:pt x="43028" y="6893"/>
                    <a:pt x="46578" y="6672"/>
                    <a:pt x="50211" y="6672"/>
                  </a:cubicBezTo>
                  <a:cubicBezTo>
                    <a:pt x="62374" y="6672"/>
                    <a:pt x="75481" y="9153"/>
                    <a:pt x="86345" y="13682"/>
                  </a:cubicBezTo>
                  <a:cubicBezTo>
                    <a:pt x="94500" y="17075"/>
                    <a:pt x="101620" y="21742"/>
                    <a:pt x="108502" y="26255"/>
                  </a:cubicBezTo>
                  <a:cubicBezTo>
                    <a:pt x="119718" y="33625"/>
                    <a:pt x="130314" y="40578"/>
                    <a:pt x="144959" y="42435"/>
                  </a:cubicBezTo>
                  <a:cubicBezTo>
                    <a:pt x="147474" y="42754"/>
                    <a:pt x="149902" y="42906"/>
                    <a:pt x="152253" y="42906"/>
                  </a:cubicBezTo>
                  <a:cubicBezTo>
                    <a:pt x="172815" y="42906"/>
                    <a:pt x="187519" y="31340"/>
                    <a:pt x="202990" y="19171"/>
                  </a:cubicBezTo>
                  <a:cubicBezTo>
                    <a:pt x="205871" y="16908"/>
                    <a:pt x="208860" y="14563"/>
                    <a:pt x="211896" y="12277"/>
                  </a:cubicBezTo>
                  <a:cubicBezTo>
                    <a:pt x="219006" y="6920"/>
                    <a:pt x="230335" y="312"/>
                    <a:pt x="242921" y="312"/>
                  </a:cubicBezTo>
                  <a:cubicBezTo>
                    <a:pt x="250504" y="312"/>
                    <a:pt x="258543" y="2711"/>
                    <a:pt x="266391" y="9229"/>
                  </a:cubicBezTo>
                  <a:lnTo>
                    <a:pt x="266629" y="8943"/>
                  </a:lnTo>
                  <a:cubicBezTo>
                    <a:pt x="259467" y="3004"/>
                    <a:pt x="251508" y="0"/>
                    <a:pt x="2429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29"/>
            <p:cNvSpPr/>
            <p:nvPr/>
          </p:nvSpPr>
          <p:spPr>
            <a:xfrm>
              <a:off x="604525" y="2938825"/>
              <a:ext cx="6669025" cy="1033425"/>
            </a:xfrm>
            <a:custGeom>
              <a:rect b="b" l="l" r="r" t="t"/>
              <a:pathLst>
                <a:path extrusionOk="0" h="41337" w="266761">
                  <a:moveTo>
                    <a:pt x="242560" y="0"/>
                  </a:moveTo>
                  <a:cubicBezTo>
                    <a:pt x="241419" y="0"/>
                    <a:pt x="240266" y="53"/>
                    <a:pt x="239102" y="158"/>
                  </a:cubicBezTo>
                  <a:cubicBezTo>
                    <a:pt x="230303" y="955"/>
                    <a:pt x="220850" y="4861"/>
                    <a:pt x="211765" y="11445"/>
                  </a:cubicBezTo>
                  <a:cubicBezTo>
                    <a:pt x="208693" y="13683"/>
                    <a:pt x="205669" y="15969"/>
                    <a:pt x="202752" y="18184"/>
                  </a:cubicBezTo>
                  <a:cubicBezTo>
                    <a:pt x="187359" y="29863"/>
                    <a:pt x="172728" y="40966"/>
                    <a:pt x="152762" y="40966"/>
                  </a:cubicBezTo>
                  <a:cubicBezTo>
                    <a:pt x="150135" y="40966"/>
                    <a:pt x="147416" y="40773"/>
                    <a:pt x="144590" y="40365"/>
                  </a:cubicBezTo>
                  <a:cubicBezTo>
                    <a:pt x="130064" y="38269"/>
                    <a:pt x="119623" y="31150"/>
                    <a:pt x="108574" y="23613"/>
                  </a:cubicBezTo>
                  <a:cubicBezTo>
                    <a:pt x="101751" y="18969"/>
                    <a:pt x="94703" y="14171"/>
                    <a:pt x="86571" y="10611"/>
                  </a:cubicBezTo>
                  <a:cubicBezTo>
                    <a:pt x="75309" y="5677"/>
                    <a:pt x="61560" y="2931"/>
                    <a:pt x="48931" y="2931"/>
                  </a:cubicBezTo>
                  <a:cubicBezTo>
                    <a:pt x="45806" y="2931"/>
                    <a:pt x="42749" y="3099"/>
                    <a:pt x="39815" y="3444"/>
                  </a:cubicBezTo>
                  <a:cubicBezTo>
                    <a:pt x="18908" y="5885"/>
                    <a:pt x="5513" y="9861"/>
                    <a:pt x="1" y="15279"/>
                  </a:cubicBezTo>
                  <a:lnTo>
                    <a:pt x="251" y="15529"/>
                  </a:lnTo>
                  <a:cubicBezTo>
                    <a:pt x="4001" y="11850"/>
                    <a:pt x="13919" y="6825"/>
                    <a:pt x="39851" y="3801"/>
                  </a:cubicBezTo>
                  <a:cubicBezTo>
                    <a:pt x="42768" y="3459"/>
                    <a:pt x="45807" y="3292"/>
                    <a:pt x="48914" y="3292"/>
                  </a:cubicBezTo>
                  <a:cubicBezTo>
                    <a:pt x="61497" y="3292"/>
                    <a:pt x="75199" y="6027"/>
                    <a:pt x="86428" y="10945"/>
                  </a:cubicBezTo>
                  <a:cubicBezTo>
                    <a:pt x="94524" y="14493"/>
                    <a:pt x="101561" y="19279"/>
                    <a:pt x="108359" y="23922"/>
                  </a:cubicBezTo>
                  <a:cubicBezTo>
                    <a:pt x="119456" y="31471"/>
                    <a:pt x="129922" y="38615"/>
                    <a:pt x="144542" y="40734"/>
                  </a:cubicBezTo>
                  <a:cubicBezTo>
                    <a:pt x="147384" y="41144"/>
                    <a:pt x="150118" y="41337"/>
                    <a:pt x="152759" y="41337"/>
                  </a:cubicBezTo>
                  <a:cubicBezTo>
                    <a:pt x="172836" y="41337"/>
                    <a:pt x="187520" y="30193"/>
                    <a:pt x="202966" y="18481"/>
                  </a:cubicBezTo>
                  <a:cubicBezTo>
                    <a:pt x="205883" y="16267"/>
                    <a:pt x="208908" y="13969"/>
                    <a:pt x="211979" y="11742"/>
                  </a:cubicBezTo>
                  <a:cubicBezTo>
                    <a:pt x="219066" y="6599"/>
                    <a:pt x="230260" y="308"/>
                    <a:pt x="242600" y="308"/>
                  </a:cubicBezTo>
                  <a:cubicBezTo>
                    <a:pt x="250370" y="308"/>
                    <a:pt x="258594" y="2802"/>
                    <a:pt x="266534" y="9647"/>
                  </a:cubicBezTo>
                  <a:lnTo>
                    <a:pt x="266760" y="9373"/>
                  </a:lnTo>
                  <a:cubicBezTo>
                    <a:pt x="259527" y="3141"/>
                    <a:pt x="251396" y="0"/>
                    <a:pt x="242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29"/>
            <p:cNvSpPr/>
            <p:nvPr/>
          </p:nvSpPr>
          <p:spPr>
            <a:xfrm>
              <a:off x="603050" y="2916775"/>
              <a:ext cx="6670800" cy="1005800"/>
            </a:xfrm>
            <a:custGeom>
              <a:rect b="b" l="l" r="r" t="t"/>
              <a:pathLst>
                <a:path extrusionOk="0" h="40232" w="266832">
                  <a:moveTo>
                    <a:pt x="47581" y="0"/>
                  </a:moveTo>
                  <a:cubicBezTo>
                    <a:pt x="44993" y="0"/>
                    <a:pt x="42457" y="119"/>
                    <a:pt x="40005" y="361"/>
                  </a:cubicBezTo>
                  <a:cubicBezTo>
                    <a:pt x="19062" y="2445"/>
                    <a:pt x="5608" y="6183"/>
                    <a:pt x="0" y="11505"/>
                  </a:cubicBezTo>
                  <a:lnTo>
                    <a:pt x="250" y="11767"/>
                  </a:lnTo>
                  <a:cubicBezTo>
                    <a:pt x="4060" y="8148"/>
                    <a:pt x="14061" y="3302"/>
                    <a:pt x="40041" y="730"/>
                  </a:cubicBezTo>
                  <a:cubicBezTo>
                    <a:pt x="42490" y="487"/>
                    <a:pt x="45023" y="368"/>
                    <a:pt x="47608" y="368"/>
                  </a:cubicBezTo>
                  <a:cubicBezTo>
                    <a:pt x="60603" y="368"/>
                    <a:pt x="74908" y="3370"/>
                    <a:pt x="86487" y="8683"/>
                  </a:cubicBezTo>
                  <a:cubicBezTo>
                    <a:pt x="94524" y="12362"/>
                    <a:pt x="101477" y="17292"/>
                    <a:pt x="108192" y="22042"/>
                  </a:cubicBezTo>
                  <a:cubicBezTo>
                    <a:pt x="119146" y="29793"/>
                    <a:pt x="129504" y="37116"/>
                    <a:pt x="144078" y="39473"/>
                  </a:cubicBezTo>
                  <a:cubicBezTo>
                    <a:pt x="147258" y="39990"/>
                    <a:pt x="150307" y="40232"/>
                    <a:pt x="153246" y="40232"/>
                  </a:cubicBezTo>
                  <a:cubicBezTo>
                    <a:pt x="172829" y="40232"/>
                    <a:pt x="187478" y="29509"/>
                    <a:pt x="202883" y="18256"/>
                  </a:cubicBezTo>
                  <a:cubicBezTo>
                    <a:pt x="205835" y="16089"/>
                    <a:pt x="208895" y="13851"/>
                    <a:pt x="212015" y="11672"/>
                  </a:cubicBezTo>
                  <a:cubicBezTo>
                    <a:pt x="219065" y="6740"/>
                    <a:pt x="230090" y="772"/>
                    <a:pt x="242173" y="772"/>
                  </a:cubicBezTo>
                  <a:cubicBezTo>
                    <a:pt x="250128" y="772"/>
                    <a:pt x="258541" y="3359"/>
                    <a:pt x="266581" y="10529"/>
                  </a:cubicBezTo>
                  <a:lnTo>
                    <a:pt x="266831" y="10255"/>
                  </a:lnTo>
                  <a:cubicBezTo>
                    <a:pt x="259528" y="3740"/>
                    <a:pt x="251234" y="461"/>
                    <a:pt x="242138" y="461"/>
                  </a:cubicBezTo>
                  <a:cubicBezTo>
                    <a:pt x="241209" y="461"/>
                    <a:pt x="240272" y="495"/>
                    <a:pt x="239328" y="563"/>
                  </a:cubicBezTo>
                  <a:cubicBezTo>
                    <a:pt x="230517" y="1206"/>
                    <a:pt x="220992" y="4945"/>
                    <a:pt x="211800" y="11374"/>
                  </a:cubicBezTo>
                  <a:cubicBezTo>
                    <a:pt x="208681" y="13553"/>
                    <a:pt x="205621" y="15791"/>
                    <a:pt x="202668" y="17958"/>
                  </a:cubicBezTo>
                  <a:cubicBezTo>
                    <a:pt x="187317" y="29187"/>
                    <a:pt x="172706" y="39865"/>
                    <a:pt x="153219" y="39865"/>
                  </a:cubicBezTo>
                  <a:cubicBezTo>
                    <a:pt x="150307" y="39865"/>
                    <a:pt x="147286" y="39627"/>
                    <a:pt x="144137" y="39116"/>
                  </a:cubicBezTo>
                  <a:cubicBezTo>
                    <a:pt x="129635" y="36770"/>
                    <a:pt x="119325" y="29472"/>
                    <a:pt x="108406" y="21745"/>
                  </a:cubicBezTo>
                  <a:cubicBezTo>
                    <a:pt x="101679" y="16982"/>
                    <a:pt x="94702" y="12053"/>
                    <a:pt x="86642" y="8350"/>
                  </a:cubicBezTo>
                  <a:cubicBezTo>
                    <a:pt x="75006" y="3014"/>
                    <a:pt x="60634" y="0"/>
                    <a:pt x="475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29"/>
            <p:cNvSpPr/>
            <p:nvPr/>
          </p:nvSpPr>
          <p:spPr>
            <a:xfrm>
              <a:off x="603625" y="2820875"/>
              <a:ext cx="6670225" cy="1052250"/>
            </a:xfrm>
            <a:custGeom>
              <a:rect b="b" l="l" r="r" t="t"/>
              <a:pathLst>
                <a:path extrusionOk="0" h="42090" w="266809">
                  <a:moveTo>
                    <a:pt x="46344" y="0"/>
                  </a:moveTo>
                  <a:cubicBezTo>
                    <a:pt x="44253" y="0"/>
                    <a:pt x="42198" y="80"/>
                    <a:pt x="40196" y="244"/>
                  </a:cubicBezTo>
                  <a:cubicBezTo>
                    <a:pt x="19218" y="1959"/>
                    <a:pt x="5692" y="5471"/>
                    <a:pt x="1" y="10686"/>
                  </a:cubicBezTo>
                  <a:lnTo>
                    <a:pt x="239" y="10948"/>
                  </a:lnTo>
                  <a:cubicBezTo>
                    <a:pt x="4120" y="7400"/>
                    <a:pt x="14193" y="2721"/>
                    <a:pt x="40220" y="601"/>
                  </a:cubicBezTo>
                  <a:cubicBezTo>
                    <a:pt x="42208" y="440"/>
                    <a:pt x="44249" y="360"/>
                    <a:pt x="46327" y="360"/>
                  </a:cubicBezTo>
                  <a:cubicBezTo>
                    <a:pt x="59706" y="360"/>
                    <a:pt x="74600" y="3646"/>
                    <a:pt x="86524" y="9376"/>
                  </a:cubicBezTo>
                  <a:cubicBezTo>
                    <a:pt x="94501" y="13198"/>
                    <a:pt x="101359" y="18234"/>
                    <a:pt x="107991" y="23104"/>
                  </a:cubicBezTo>
                  <a:cubicBezTo>
                    <a:pt x="118813" y="31046"/>
                    <a:pt x="129029" y="38546"/>
                    <a:pt x="143566" y="41166"/>
                  </a:cubicBezTo>
                  <a:cubicBezTo>
                    <a:pt x="147069" y="41797"/>
                    <a:pt x="150419" y="42090"/>
                    <a:pt x="153641" y="42090"/>
                  </a:cubicBezTo>
                  <a:cubicBezTo>
                    <a:pt x="172769" y="42090"/>
                    <a:pt x="187383" y="31783"/>
                    <a:pt x="202729" y="20961"/>
                  </a:cubicBezTo>
                  <a:cubicBezTo>
                    <a:pt x="205729" y="18854"/>
                    <a:pt x="208825" y="16663"/>
                    <a:pt x="211980" y="14543"/>
                  </a:cubicBezTo>
                  <a:cubicBezTo>
                    <a:pt x="218983" y="9825"/>
                    <a:pt x="229850" y="4171"/>
                    <a:pt x="241687" y="4171"/>
                  </a:cubicBezTo>
                  <a:cubicBezTo>
                    <a:pt x="249833" y="4171"/>
                    <a:pt x="258438" y="6849"/>
                    <a:pt x="266558" y="14353"/>
                  </a:cubicBezTo>
                  <a:lnTo>
                    <a:pt x="266808" y="14091"/>
                  </a:lnTo>
                  <a:cubicBezTo>
                    <a:pt x="259457" y="7303"/>
                    <a:pt x="251007" y="3862"/>
                    <a:pt x="241659" y="3862"/>
                  </a:cubicBezTo>
                  <a:cubicBezTo>
                    <a:pt x="240939" y="3862"/>
                    <a:pt x="240214" y="3882"/>
                    <a:pt x="239483" y="3923"/>
                  </a:cubicBezTo>
                  <a:cubicBezTo>
                    <a:pt x="230661" y="4411"/>
                    <a:pt x="221076" y="7971"/>
                    <a:pt x="211777" y="14246"/>
                  </a:cubicBezTo>
                  <a:cubicBezTo>
                    <a:pt x="208622" y="16365"/>
                    <a:pt x="205515" y="18556"/>
                    <a:pt x="202526" y="20663"/>
                  </a:cubicBezTo>
                  <a:cubicBezTo>
                    <a:pt x="187233" y="31450"/>
                    <a:pt x="172655" y="41722"/>
                    <a:pt x="153612" y="41722"/>
                  </a:cubicBezTo>
                  <a:cubicBezTo>
                    <a:pt x="150417" y="41722"/>
                    <a:pt x="147097" y="41433"/>
                    <a:pt x="143626" y="40809"/>
                  </a:cubicBezTo>
                  <a:cubicBezTo>
                    <a:pt x="129172" y="38201"/>
                    <a:pt x="118992" y="30724"/>
                    <a:pt x="108205" y="22806"/>
                  </a:cubicBezTo>
                  <a:cubicBezTo>
                    <a:pt x="101561" y="17925"/>
                    <a:pt x="94679" y="12877"/>
                    <a:pt x="86678" y="9043"/>
                  </a:cubicBezTo>
                  <a:cubicBezTo>
                    <a:pt x="74718" y="3305"/>
                    <a:pt x="59772" y="0"/>
                    <a:pt x="463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29"/>
            <p:cNvSpPr/>
            <p:nvPr/>
          </p:nvSpPr>
          <p:spPr>
            <a:xfrm>
              <a:off x="606025" y="2724425"/>
              <a:ext cx="6667825" cy="1099375"/>
            </a:xfrm>
            <a:custGeom>
              <a:rect b="b" l="l" r="r" t="t"/>
              <a:pathLst>
                <a:path extrusionOk="0" h="43975" w="266713">
                  <a:moveTo>
                    <a:pt x="45120" y="1"/>
                  </a:moveTo>
                  <a:cubicBezTo>
                    <a:pt x="43512" y="1"/>
                    <a:pt x="41927" y="50"/>
                    <a:pt x="40374" y="149"/>
                  </a:cubicBezTo>
                  <a:cubicBezTo>
                    <a:pt x="19372" y="1495"/>
                    <a:pt x="5787" y="4769"/>
                    <a:pt x="0" y="9889"/>
                  </a:cubicBezTo>
                  <a:lnTo>
                    <a:pt x="250" y="10150"/>
                  </a:lnTo>
                  <a:cubicBezTo>
                    <a:pt x="4191" y="6674"/>
                    <a:pt x="14335" y="2185"/>
                    <a:pt x="40410" y="518"/>
                  </a:cubicBezTo>
                  <a:cubicBezTo>
                    <a:pt x="41956" y="419"/>
                    <a:pt x="43534" y="370"/>
                    <a:pt x="45136" y="370"/>
                  </a:cubicBezTo>
                  <a:cubicBezTo>
                    <a:pt x="58853" y="370"/>
                    <a:pt x="74318" y="3961"/>
                    <a:pt x="86547" y="10091"/>
                  </a:cubicBezTo>
                  <a:cubicBezTo>
                    <a:pt x="94441" y="14044"/>
                    <a:pt x="101227" y="19211"/>
                    <a:pt x="107776" y="24188"/>
                  </a:cubicBezTo>
                  <a:cubicBezTo>
                    <a:pt x="118432" y="32332"/>
                    <a:pt x="128528" y="39999"/>
                    <a:pt x="143018" y="42869"/>
                  </a:cubicBezTo>
                  <a:cubicBezTo>
                    <a:pt x="146843" y="43627"/>
                    <a:pt x="150492" y="43975"/>
                    <a:pt x="153996" y="43975"/>
                  </a:cubicBezTo>
                  <a:cubicBezTo>
                    <a:pt x="172677" y="43975"/>
                    <a:pt x="187246" y="34086"/>
                    <a:pt x="202525" y="23700"/>
                  </a:cubicBezTo>
                  <a:cubicBezTo>
                    <a:pt x="205562" y="21640"/>
                    <a:pt x="208693" y="19509"/>
                    <a:pt x="211884" y="17449"/>
                  </a:cubicBezTo>
                  <a:cubicBezTo>
                    <a:pt x="218840" y="12936"/>
                    <a:pt x="229526" y="7594"/>
                    <a:pt x="241107" y="7594"/>
                  </a:cubicBezTo>
                  <a:cubicBezTo>
                    <a:pt x="249447" y="7594"/>
                    <a:pt x="258252" y="10365"/>
                    <a:pt x="266462" y="18211"/>
                  </a:cubicBezTo>
                  <a:lnTo>
                    <a:pt x="266712" y="17949"/>
                  </a:lnTo>
                  <a:cubicBezTo>
                    <a:pt x="259310" y="10864"/>
                    <a:pt x="250693" y="7276"/>
                    <a:pt x="241074" y="7276"/>
                  </a:cubicBezTo>
                  <a:cubicBezTo>
                    <a:pt x="240574" y="7276"/>
                    <a:pt x="240071" y="7285"/>
                    <a:pt x="239566" y="7305"/>
                  </a:cubicBezTo>
                  <a:cubicBezTo>
                    <a:pt x="230731" y="7638"/>
                    <a:pt x="221099" y="11043"/>
                    <a:pt x="211681" y="17139"/>
                  </a:cubicBezTo>
                  <a:cubicBezTo>
                    <a:pt x="208490" y="19211"/>
                    <a:pt x="205359" y="21342"/>
                    <a:pt x="202323" y="23402"/>
                  </a:cubicBezTo>
                  <a:cubicBezTo>
                    <a:pt x="187090" y="33751"/>
                    <a:pt x="172575" y="43610"/>
                    <a:pt x="153990" y="43610"/>
                  </a:cubicBezTo>
                  <a:cubicBezTo>
                    <a:pt x="150510" y="43610"/>
                    <a:pt x="146887" y="43265"/>
                    <a:pt x="143089" y="42512"/>
                  </a:cubicBezTo>
                  <a:cubicBezTo>
                    <a:pt x="128683" y="39654"/>
                    <a:pt x="118622" y="31998"/>
                    <a:pt x="107990" y="23902"/>
                  </a:cubicBezTo>
                  <a:cubicBezTo>
                    <a:pt x="101418" y="18913"/>
                    <a:pt x="94631" y="13734"/>
                    <a:pt x="86701" y="9758"/>
                  </a:cubicBezTo>
                  <a:cubicBezTo>
                    <a:pt x="74419" y="3595"/>
                    <a:pt x="58900" y="1"/>
                    <a:pt x="45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29"/>
            <p:cNvSpPr/>
            <p:nvPr/>
          </p:nvSpPr>
          <p:spPr>
            <a:xfrm>
              <a:off x="610775" y="2627700"/>
              <a:ext cx="6663075" cy="1147100"/>
            </a:xfrm>
            <a:custGeom>
              <a:rect b="b" l="l" r="r" t="t"/>
              <a:pathLst>
                <a:path extrusionOk="0" h="45884" w="266523">
                  <a:moveTo>
                    <a:pt x="43919" y="0"/>
                  </a:moveTo>
                  <a:cubicBezTo>
                    <a:pt x="42779" y="0"/>
                    <a:pt x="41652" y="26"/>
                    <a:pt x="40541" y="77"/>
                  </a:cubicBezTo>
                  <a:cubicBezTo>
                    <a:pt x="19515" y="1054"/>
                    <a:pt x="5870" y="4090"/>
                    <a:pt x="1" y="9102"/>
                  </a:cubicBezTo>
                  <a:lnTo>
                    <a:pt x="239" y="9376"/>
                  </a:lnTo>
                  <a:cubicBezTo>
                    <a:pt x="4227" y="5971"/>
                    <a:pt x="14467" y="1649"/>
                    <a:pt x="40553" y="434"/>
                  </a:cubicBezTo>
                  <a:cubicBezTo>
                    <a:pt x="41663" y="383"/>
                    <a:pt x="42788" y="357"/>
                    <a:pt x="43926" y="357"/>
                  </a:cubicBezTo>
                  <a:cubicBezTo>
                    <a:pt x="57980" y="357"/>
                    <a:pt x="73989" y="4252"/>
                    <a:pt x="86523" y="10817"/>
                  </a:cubicBezTo>
                  <a:cubicBezTo>
                    <a:pt x="94346" y="14912"/>
                    <a:pt x="101037" y="20187"/>
                    <a:pt x="107502" y="25283"/>
                  </a:cubicBezTo>
                  <a:cubicBezTo>
                    <a:pt x="118039" y="33593"/>
                    <a:pt x="127981" y="41451"/>
                    <a:pt x="142411" y="44571"/>
                  </a:cubicBezTo>
                  <a:cubicBezTo>
                    <a:pt x="146566" y="45473"/>
                    <a:pt x="150520" y="45883"/>
                    <a:pt x="154313" y="45883"/>
                  </a:cubicBezTo>
                  <a:cubicBezTo>
                    <a:pt x="172548" y="45883"/>
                    <a:pt x="187052" y="36397"/>
                    <a:pt x="202240" y="26461"/>
                  </a:cubicBezTo>
                  <a:cubicBezTo>
                    <a:pt x="205312" y="24449"/>
                    <a:pt x="208491" y="22378"/>
                    <a:pt x="211706" y="20365"/>
                  </a:cubicBezTo>
                  <a:cubicBezTo>
                    <a:pt x="218611" y="16054"/>
                    <a:pt x="229117" y="11007"/>
                    <a:pt x="240446" y="11007"/>
                  </a:cubicBezTo>
                  <a:cubicBezTo>
                    <a:pt x="248983" y="11007"/>
                    <a:pt x="257988" y="13873"/>
                    <a:pt x="266272" y="22080"/>
                  </a:cubicBezTo>
                  <a:lnTo>
                    <a:pt x="266522" y="21818"/>
                  </a:lnTo>
                  <a:cubicBezTo>
                    <a:pt x="259063" y="14429"/>
                    <a:pt x="250259" y="10690"/>
                    <a:pt x="240352" y="10690"/>
                  </a:cubicBezTo>
                  <a:cubicBezTo>
                    <a:pt x="240091" y="10690"/>
                    <a:pt x="239829" y="10692"/>
                    <a:pt x="239566" y="10698"/>
                  </a:cubicBezTo>
                  <a:cubicBezTo>
                    <a:pt x="230732" y="10876"/>
                    <a:pt x="221040" y="14115"/>
                    <a:pt x="211515" y="20056"/>
                  </a:cubicBezTo>
                  <a:cubicBezTo>
                    <a:pt x="208300" y="22068"/>
                    <a:pt x="205122" y="24152"/>
                    <a:pt x="202050" y="26152"/>
                  </a:cubicBezTo>
                  <a:cubicBezTo>
                    <a:pt x="186888" y="36065"/>
                    <a:pt x="172430" y="45521"/>
                    <a:pt x="154274" y="45521"/>
                  </a:cubicBezTo>
                  <a:cubicBezTo>
                    <a:pt x="150515" y="45521"/>
                    <a:pt x="146598" y="45116"/>
                    <a:pt x="142483" y="44226"/>
                  </a:cubicBezTo>
                  <a:cubicBezTo>
                    <a:pt x="128136" y="41118"/>
                    <a:pt x="118218" y="33284"/>
                    <a:pt x="107716" y="24997"/>
                  </a:cubicBezTo>
                  <a:cubicBezTo>
                    <a:pt x="101239" y="19889"/>
                    <a:pt x="94548" y="14603"/>
                    <a:pt x="86690" y="10495"/>
                  </a:cubicBezTo>
                  <a:cubicBezTo>
                    <a:pt x="74109" y="3907"/>
                    <a:pt x="58032" y="0"/>
                    <a:pt x="439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29"/>
            <p:cNvSpPr/>
            <p:nvPr/>
          </p:nvSpPr>
          <p:spPr>
            <a:xfrm>
              <a:off x="617325" y="2530375"/>
              <a:ext cx="6656525" cy="1195600"/>
            </a:xfrm>
            <a:custGeom>
              <a:rect b="b" l="l" r="r" t="t"/>
              <a:pathLst>
                <a:path extrusionOk="0" h="47824" w="266261">
                  <a:moveTo>
                    <a:pt x="42753" y="0"/>
                  </a:moveTo>
                  <a:cubicBezTo>
                    <a:pt x="42062" y="0"/>
                    <a:pt x="41376" y="10"/>
                    <a:pt x="40696" y="29"/>
                  </a:cubicBezTo>
                  <a:cubicBezTo>
                    <a:pt x="19646" y="637"/>
                    <a:pt x="5966" y="3435"/>
                    <a:pt x="1" y="8352"/>
                  </a:cubicBezTo>
                  <a:lnTo>
                    <a:pt x="227" y="8626"/>
                  </a:lnTo>
                  <a:cubicBezTo>
                    <a:pt x="4287" y="5292"/>
                    <a:pt x="14598" y="1149"/>
                    <a:pt x="40696" y="387"/>
                  </a:cubicBezTo>
                  <a:cubicBezTo>
                    <a:pt x="41375" y="367"/>
                    <a:pt x="42061" y="357"/>
                    <a:pt x="42751" y="357"/>
                  </a:cubicBezTo>
                  <a:cubicBezTo>
                    <a:pt x="57119" y="357"/>
                    <a:pt x="73684" y="4580"/>
                    <a:pt x="86476" y="11566"/>
                  </a:cubicBezTo>
                  <a:cubicBezTo>
                    <a:pt x="94239" y="15805"/>
                    <a:pt x="100823" y="21199"/>
                    <a:pt x="107193" y="26402"/>
                  </a:cubicBezTo>
                  <a:cubicBezTo>
                    <a:pt x="117587" y="34903"/>
                    <a:pt x="127397" y="42927"/>
                    <a:pt x="141768" y="46297"/>
                  </a:cubicBezTo>
                  <a:cubicBezTo>
                    <a:pt x="146242" y="47349"/>
                    <a:pt x="150491" y="47823"/>
                    <a:pt x="154562" y="47823"/>
                  </a:cubicBezTo>
                  <a:cubicBezTo>
                    <a:pt x="172376" y="47823"/>
                    <a:pt x="186800" y="38740"/>
                    <a:pt x="201919" y="29223"/>
                  </a:cubicBezTo>
                  <a:cubicBezTo>
                    <a:pt x="205014" y="27271"/>
                    <a:pt x="208229" y="25259"/>
                    <a:pt x="211479" y="23306"/>
                  </a:cubicBezTo>
                  <a:cubicBezTo>
                    <a:pt x="218321" y="19200"/>
                    <a:pt x="228632" y="14450"/>
                    <a:pt x="239705" y="14450"/>
                  </a:cubicBezTo>
                  <a:cubicBezTo>
                    <a:pt x="248443" y="14450"/>
                    <a:pt x="257655" y="17408"/>
                    <a:pt x="266010" y="25973"/>
                  </a:cubicBezTo>
                  <a:lnTo>
                    <a:pt x="266260" y="25711"/>
                  </a:lnTo>
                  <a:cubicBezTo>
                    <a:pt x="258758" y="18019"/>
                    <a:pt x="249789" y="14126"/>
                    <a:pt x="239600" y="14126"/>
                  </a:cubicBezTo>
                  <a:cubicBezTo>
                    <a:pt x="239569" y="14126"/>
                    <a:pt x="239538" y="14126"/>
                    <a:pt x="239507" y="14126"/>
                  </a:cubicBezTo>
                  <a:cubicBezTo>
                    <a:pt x="230672" y="14150"/>
                    <a:pt x="220921" y="17222"/>
                    <a:pt x="211301" y="22996"/>
                  </a:cubicBezTo>
                  <a:cubicBezTo>
                    <a:pt x="208038" y="24949"/>
                    <a:pt x="204824" y="26973"/>
                    <a:pt x="201728" y="28926"/>
                  </a:cubicBezTo>
                  <a:cubicBezTo>
                    <a:pt x="186657" y="38411"/>
                    <a:pt x="172266" y="47461"/>
                    <a:pt x="154532" y="47461"/>
                  </a:cubicBezTo>
                  <a:cubicBezTo>
                    <a:pt x="150494" y="47461"/>
                    <a:pt x="146283" y="46992"/>
                    <a:pt x="141852" y="45952"/>
                  </a:cubicBezTo>
                  <a:cubicBezTo>
                    <a:pt x="127564" y="42594"/>
                    <a:pt x="117777" y="34593"/>
                    <a:pt x="107431" y="26128"/>
                  </a:cubicBezTo>
                  <a:cubicBezTo>
                    <a:pt x="101037" y="20901"/>
                    <a:pt x="94441" y="15507"/>
                    <a:pt x="86654" y="11245"/>
                  </a:cubicBezTo>
                  <a:cubicBezTo>
                    <a:pt x="73804" y="4235"/>
                    <a:pt x="57180" y="0"/>
                    <a:pt x="427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29"/>
            <p:cNvSpPr/>
            <p:nvPr/>
          </p:nvSpPr>
          <p:spPr>
            <a:xfrm>
              <a:off x="625950" y="2432750"/>
              <a:ext cx="6647900" cy="1244800"/>
            </a:xfrm>
            <a:custGeom>
              <a:rect b="b" l="l" r="r" t="t"/>
              <a:pathLst>
                <a:path extrusionOk="0" h="49792" w="265916">
                  <a:moveTo>
                    <a:pt x="41667" y="0"/>
                  </a:moveTo>
                  <a:cubicBezTo>
                    <a:pt x="41386" y="0"/>
                    <a:pt x="41106" y="2"/>
                    <a:pt x="40827" y="5"/>
                  </a:cubicBezTo>
                  <a:cubicBezTo>
                    <a:pt x="19777" y="243"/>
                    <a:pt x="6049" y="2803"/>
                    <a:pt x="1" y="7613"/>
                  </a:cubicBezTo>
                  <a:lnTo>
                    <a:pt x="227" y="7899"/>
                  </a:lnTo>
                  <a:cubicBezTo>
                    <a:pt x="4335" y="4625"/>
                    <a:pt x="14717" y="672"/>
                    <a:pt x="40827" y="362"/>
                  </a:cubicBezTo>
                  <a:cubicBezTo>
                    <a:pt x="41089" y="360"/>
                    <a:pt x="41350" y="358"/>
                    <a:pt x="41613" y="358"/>
                  </a:cubicBezTo>
                  <a:cubicBezTo>
                    <a:pt x="56276" y="358"/>
                    <a:pt x="73363" y="4913"/>
                    <a:pt x="86405" y="12340"/>
                  </a:cubicBezTo>
                  <a:cubicBezTo>
                    <a:pt x="94096" y="16710"/>
                    <a:pt x="100585" y="22210"/>
                    <a:pt x="106871" y="27532"/>
                  </a:cubicBezTo>
                  <a:cubicBezTo>
                    <a:pt x="117111" y="36212"/>
                    <a:pt x="126779" y="44404"/>
                    <a:pt x="141078" y="48035"/>
                  </a:cubicBezTo>
                  <a:cubicBezTo>
                    <a:pt x="145866" y="49249"/>
                    <a:pt x="150405" y="49792"/>
                    <a:pt x="154753" y="49792"/>
                  </a:cubicBezTo>
                  <a:cubicBezTo>
                    <a:pt x="172149" y="49792"/>
                    <a:pt x="186490" y="41108"/>
                    <a:pt x="201502" y="32021"/>
                  </a:cubicBezTo>
                  <a:cubicBezTo>
                    <a:pt x="204645" y="30116"/>
                    <a:pt x="207884" y="28152"/>
                    <a:pt x="211182" y="26258"/>
                  </a:cubicBezTo>
                  <a:cubicBezTo>
                    <a:pt x="217949" y="22353"/>
                    <a:pt x="228064" y="17884"/>
                    <a:pt x="238884" y="17884"/>
                  </a:cubicBezTo>
                  <a:cubicBezTo>
                    <a:pt x="247824" y="17884"/>
                    <a:pt x="257244" y="20936"/>
                    <a:pt x="265653" y="29878"/>
                  </a:cubicBezTo>
                  <a:lnTo>
                    <a:pt x="265915" y="29628"/>
                  </a:lnTo>
                  <a:cubicBezTo>
                    <a:pt x="258521" y="21770"/>
                    <a:pt x="249592" y="17722"/>
                    <a:pt x="239364" y="17567"/>
                  </a:cubicBezTo>
                  <a:cubicBezTo>
                    <a:pt x="239173" y="17564"/>
                    <a:pt x="238981" y="17563"/>
                    <a:pt x="238788" y="17563"/>
                  </a:cubicBezTo>
                  <a:cubicBezTo>
                    <a:pt x="230104" y="17563"/>
                    <a:pt x="220508" y="20451"/>
                    <a:pt x="211003" y="25937"/>
                  </a:cubicBezTo>
                  <a:cubicBezTo>
                    <a:pt x="207717" y="27842"/>
                    <a:pt x="204467" y="29807"/>
                    <a:pt x="201336" y="31700"/>
                  </a:cubicBezTo>
                  <a:cubicBezTo>
                    <a:pt x="186364" y="40762"/>
                    <a:pt x="172056" y="49421"/>
                    <a:pt x="154743" y="49421"/>
                  </a:cubicBezTo>
                  <a:cubicBezTo>
                    <a:pt x="150426" y="49421"/>
                    <a:pt x="145921" y="48883"/>
                    <a:pt x="141173" y="47678"/>
                  </a:cubicBezTo>
                  <a:cubicBezTo>
                    <a:pt x="126945" y="44082"/>
                    <a:pt x="117301" y="35903"/>
                    <a:pt x="107098" y="27259"/>
                  </a:cubicBezTo>
                  <a:cubicBezTo>
                    <a:pt x="100799" y="21925"/>
                    <a:pt x="94298" y="16412"/>
                    <a:pt x="86583" y="12031"/>
                  </a:cubicBezTo>
                  <a:cubicBezTo>
                    <a:pt x="73509" y="4577"/>
                    <a:pt x="56377" y="0"/>
                    <a:pt x="416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29"/>
            <p:cNvSpPr/>
            <p:nvPr/>
          </p:nvSpPr>
          <p:spPr>
            <a:xfrm>
              <a:off x="636675" y="2334800"/>
              <a:ext cx="6637450" cy="1294425"/>
            </a:xfrm>
            <a:custGeom>
              <a:rect b="b" l="l" r="r" t="t"/>
              <a:pathLst>
                <a:path extrusionOk="0" h="51777" w="265498">
                  <a:moveTo>
                    <a:pt x="39287" y="1"/>
                  </a:moveTo>
                  <a:cubicBezTo>
                    <a:pt x="19177" y="1"/>
                    <a:pt x="5968" y="2322"/>
                    <a:pt x="0" y="6900"/>
                  </a:cubicBezTo>
                  <a:lnTo>
                    <a:pt x="227" y="7186"/>
                  </a:lnTo>
                  <a:cubicBezTo>
                    <a:pt x="4311" y="4047"/>
                    <a:pt x="14422" y="359"/>
                    <a:pt x="39404" y="359"/>
                  </a:cubicBezTo>
                  <a:cubicBezTo>
                    <a:pt x="39912" y="359"/>
                    <a:pt x="40426" y="360"/>
                    <a:pt x="40946" y="363"/>
                  </a:cubicBezTo>
                  <a:cubicBezTo>
                    <a:pt x="55781" y="447"/>
                    <a:pt x="73164" y="5340"/>
                    <a:pt x="86309" y="13127"/>
                  </a:cubicBezTo>
                  <a:cubicBezTo>
                    <a:pt x="93917" y="17639"/>
                    <a:pt x="100311" y="23247"/>
                    <a:pt x="106502" y="28676"/>
                  </a:cubicBezTo>
                  <a:cubicBezTo>
                    <a:pt x="116586" y="37535"/>
                    <a:pt x="126111" y="45905"/>
                    <a:pt x="140363" y="49774"/>
                  </a:cubicBezTo>
                  <a:cubicBezTo>
                    <a:pt x="145461" y="51162"/>
                    <a:pt x="150287" y="51777"/>
                    <a:pt x="154911" y="51777"/>
                  </a:cubicBezTo>
                  <a:cubicBezTo>
                    <a:pt x="171899" y="51777"/>
                    <a:pt x="186153" y="43484"/>
                    <a:pt x="201061" y="34808"/>
                  </a:cubicBezTo>
                  <a:cubicBezTo>
                    <a:pt x="204228" y="32963"/>
                    <a:pt x="207503" y="31058"/>
                    <a:pt x="210836" y="29212"/>
                  </a:cubicBezTo>
                  <a:cubicBezTo>
                    <a:pt x="217522" y="25512"/>
                    <a:pt x="227422" y="21326"/>
                    <a:pt x="237978" y="21326"/>
                  </a:cubicBezTo>
                  <a:cubicBezTo>
                    <a:pt x="247122" y="21326"/>
                    <a:pt x="256758" y="24467"/>
                    <a:pt x="265224" y="33784"/>
                  </a:cubicBezTo>
                  <a:lnTo>
                    <a:pt x="265498" y="33546"/>
                  </a:lnTo>
                  <a:cubicBezTo>
                    <a:pt x="258247" y="25569"/>
                    <a:pt x="249377" y="21354"/>
                    <a:pt x="239149" y="21033"/>
                  </a:cubicBezTo>
                  <a:cubicBezTo>
                    <a:pt x="238730" y="21019"/>
                    <a:pt x="238308" y="21012"/>
                    <a:pt x="237884" y="21012"/>
                  </a:cubicBezTo>
                  <a:cubicBezTo>
                    <a:pt x="229391" y="21012"/>
                    <a:pt x="220013" y="23731"/>
                    <a:pt x="210658" y="28903"/>
                  </a:cubicBezTo>
                  <a:cubicBezTo>
                    <a:pt x="207324" y="30748"/>
                    <a:pt x="204050" y="32653"/>
                    <a:pt x="200871" y="34498"/>
                  </a:cubicBezTo>
                  <a:cubicBezTo>
                    <a:pt x="186013" y="43140"/>
                    <a:pt x="171810" y="51406"/>
                    <a:pt x="154899" y="51406"/>
                  </a:cubicBezTo>
                  <a:cubicBezTo>
                    <a:pt x="150304" y="51406"/>
                    <a:pt x="145509" y="50796"/>
                    <a:pt x="140447" y="49417"/>
                  </a:cubicBezTo>
                  <a:cubicBezTo>
                    <a:pt x="126290" y="45571"/>
                    <a:pt x="116789" y="37237"/>
                    <a:pt x="106740" y="28402"/>
                  </a:cubicBezTo>
                  <a:cubicBezTo>
                    <a:pt x="100537" y="22961"/>
                    <a:pt x="94131" y="17342"/>
                    <a:pt x="86499" y="12817"/>
                  </a:cubicBezTo>
                  <a:cubicBezTo>
                    <a:pt x="73295" y="4995"/>
                    <a:pt x="55841" y="89"/>
                    <a:pt x="40958" y="6"/>
                  </a:cubicBezTo>
                  <a:cubicBezTo>
                    <a:pt x="40396" y="3"/>
                    <a:pt x="39839" y="1"/>
                    <a:pt x="392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29"/>
            <p:cNvSpPr/>
            <p:nvPr/>
          </p:nvSpPr>
          <p:spPr>
            <a:xfrm>
              <a:off x="649475" y="2235200"/>
              <a:ext cx="6624950" cy="1345700"/>
            </a:xfrm>
            <a:custGeom>
              <a:rect b="b" l="l" r="r" t="t"/>
              <a:pathLst>
                <a:path extrusionOk="0" h="53828" w="264998">
                  <a:moveTo>
                    <a:pt x="35160" y="0"/>
                  </a:moveTo>
                  <a:cubicBezTo>
                    <a:pt x="17419" y="0"/>
                    <a:pt x="5602" y="2101"/>
                    <a:pt x="0" y="6240"/>
                  </a:cubicBezTo>
                  <a:lnTo>
                    <a:pt x="215" y="6538"/>
                  </a:lnTo>
                  <a:cubicBezTo>
                    <a:pt x="4112" y="3654"/>
                    <a:pt x="13403" y="362"/>
                    <a:pt x="35411" y="362"/>
                  </a:cubicBezTo>
                  <a:cubicBezTo>
                    <a:pt x="37206" y="362"/>
                    <a:pt x="39085" y="384"/>
                    <a:pt x="41053" y="430"/>
                  </a:cubicBezTo>
                  <a:cubicBezTo>
                    <a:pt x="55876" y="787"/>
                    <a:pt x="73176" y="5978"/>
                    <a:pt x="86202" y="13979"/>
                  </a:cubicBezTo>
                  <a:cubicBezTo>
                    <a:pt x="93726" y="18623"/>
                    <a:pt x="100025" y="24350"/>
                    <a:pt x="106109" y="29886"/>
                  </a:cubicBezTo>
                  <a:cubicBezTo>
                    <a:pt x="116039" y="38911"/>
                    <a:pt x="125421" y="47436"/>
                    <a:pt x="139601" y="51567"/>
                  </a:cubicBezTo>
                  <a:cubicBezTo>
                    <a:pt x="145004" y="53139"/>
                    <a:pt x="150116" y="53827"/>
                    <a:pt x="155015" y="53827"/>
                  </a:cubicBezTo>
                  <a:cubicBezTo>
                    <a:pt x="171610" y="53827"/>
                    <a:pt x="185768" y="45925"/>
                    <a:pt x="200549" y="37661"/>
                  </a:cubicBezTo>
                  <a:cubicBezTo>
                    <a:pt x="203752" y="35875"/>
                    <a:pt x="207062" y="34030"/>
                    <a:pt x="210420" y="32244"/>
                  </a:cubicBezTo>
                  <a:cubicBezTo>
                    <a:pt x="217020" y="28737"/>
                    <a:pt x="226700" y="24823"/>
                    <a:pt x="236995" y="24823"/>
                  </a:cubicBezTo>
                  <a:cubicBezTo>
                    <a:pt x="246347" y="24823"/>
                    <a:pt x="256206" y="28053"/>
                    <a:pt x="264724" y="37756"/>
                  </a:cubicBezTo>
                  <a:lnTo>
                    <a:pt x="264998" y="37518"/>
                  </a:lnTo>
                  <a:cubicBezTo>
                    <a:pt x="257890" y="29422"/>
                    <a:pt x="249103" y="25052"/>
                    <a:pt x="238887" y="24552"/>
                  </a:cubicBezTo>
                  <a:cubicBezTo>
                    <a:pt x="238234" y="24520"/>
                    <a:pt x="237575" y="24503"/>
                    <a:pt x="236910" y="24503"/>
                  </a:cubicBezTo>
                  <a:cubicBezTo>
                    <a:pt x="228589" y="24503"/>
                    <a:pt x="219426" y="27049"/>
                    <a:pt x="210253" y="31922"/>
                  </a:cubicBezTo>
                  <a:cubicBezTo>
                    <a:pt x="206883" y="33708"/>
                    <a:pt x="203574" y="35565"/>
                    <a:pt x="200371" y="37351"/>
                  </a:cubicBezTo>
                  <a:cubicBezTo>
                    <a:pt x="185637" y="45583"/>
                    <a:pt x="171528" y="53466"/>
                    <a:pt x="155004" y="53466"/>
                  </a:cubicBezTo>
                  <a:cubicBezTo>
                    <a:pt x="150137" y="53466"/>
                    <a:pt x="145060" y="52782"/>
                    <a:pt x="139696" y="51222"/>
                  </a:cubicBezTo>
                  <a:cubicBezTo>
                    <a:pt x="125599" y="47114"/>
                    <a:pt x="116253" y="38613"/>
                    <a:pt x="106359" y="29612"/>
                  </a:cubicBezTo>
                  <a:cubicBezTo>
                    <a:pt x="100251" y="24064"/>
                    <a:pt x="93941" y="18325"/>
                    <a:pt x="86392" y="13682"/>
                  </a:cubicBezTo>
                  <a:cubicBezTo>
                    <a:pt x="73331" y="5633"/>
                    <a:pt x="55960" y="418"/>
                    <a:pt x="41077" y="73"/>
                  </a:cubicBezTo>
                  <a:cubicBezTo>
                    <a:pt x="39037" y="25"/>
                    <a:pt x="37064" y="0"/>
                    <a:pt x="35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29"/>
            <p:cNvSpPr/>
            <p:nvPr/>
          </p:nvSpPr>
          <p:spPr>
            <a:xfrm>
              <a:off x="664050" y="2134250"/>
              <a:ext cx="6610375" cy="1399125"/>
            </a:xfrm>
            <a:custGeom>
              <a:rect b="b" l="l" r="r" t="t"/>
              <a:pathLst>
                <a:path extrusionOk="0" h="55965" w="264415">
                  <a:moveTo>
                    <a:pt x="31658" y="1"/>
                  </a:moveTo>
                  <a:cubicBezTo>
                    <a:pt x="15910" y="1"/>
                    <a:pt x="5285" y="1898"/>
                    <a:pt x="1" y="5671"/>
                  </a:cubicBezTo>
                  <a:lnTo>
                    <a:pt x="215" y="5968"/>
                  </a:lnTo>
                  <a:cubicBezTo>
                    <a:pt x="3941" y="3311"/>
                    <a:pt x="12454" y="374"/>
                    <a:pt x="31865" y="374"/>
                  </a:cubicBezTo>
                  <a:cubicBezTo>
                    <a:pt x="34721" y="374"/>
                    <a:pt x="37813" y="437"/>
                    <a:pt x="41161" y="575"/>
                  </a:cubicBezTo>
                  <a:cubicBezTo>
                    <a:pt x="55972" y="1182"/>
                    <a:pt x="73177" y="6671"/>
                    <a:pt x="86047" y="14910"/>
                  </a:cubicBezTo>
                  <a:cubicBezTo>
                    <a:pt x="93489" y="19684"/>
                    <a:pt x="99692" y="25518"/>
                    <a:pt x="105681" y="31162"/>
                  </a:cubicBezTo>
                  <a:cubicBezTo>
                    <a:pt x="115456" y="40365"/>
                    <a:pt x="124683" y="49045"/>
                    <a:pt x="138792" y="53427"/>
                  </a:cubicBezTo>
                  <a:cubicBezTo>
                    <a:pt x="144499" y="55196"/>
                    <a:pt x="149895" y="55964"/>
                    <a:pt x="155070" y="55964"/>
                  </a:cubicBezTo>
                  <a:cubicBezTo>
                    <a:pt x="171272" y="55964"/>
                    <a:pt x="185312" y="48439"/>
                    <a:pt x="199966" y="40580"/>
                  </a:cubicBezTo>
                  <a:cubicBezTo>
                    <a:pt x="203205" y="38853"/>
                    <a:pt x="206539" y="37056"/>
                    <a:pt x="209932" y="35329"/>
                  </a:cubicBezTo>
                  <a:cubicBezTo>
                    <a:pt x="216438" y="32021"/>
                    <a:pt x="225885" y="28376"/>
                    <a:pt x="235908" y="28376"/>
                  </a:cubicBezTo>
                  <a:cubicBezTo>
                    <a:pt x="245474" y="28376"/>
                    <a:pt x="255565" y="31695"/>
                    <a:pt x="264129" y="41794"/>
                  </a:cubicBezTo>
                  <a:lnTo>
                    <a:pt x="264415" y="41568"/>
                  </a:lnTo>
                  <a:cubicBezTo>
                    <a:pt x="257438" y="33341"/>
                    <a:pt x="248734" y="28828"/>
                    <a:pt x="238519" y="28138"/>
                  </a:cubicBezTo>
                  <a:cubicBezTo>
                    <a:pt x="237634" y="28078"/>
                    <a:pt x="236737" y="28048"/>
                    <a:pt x="235830" y="28048"/>
                  </a:cubicBezTo>
                  <a:cubicBezTo>
                    <a:pt x="227710" y="28048"/>
                    <a:pt x="218762" y="30434"/>
                    <a:pt x="209765" y="35008"/>
                  </a:cubicBezTo>
                  <a:cubicBezTo>
                    <a:pt x="206372" y="36734"/>
                    <a:pt x="203026" y="38532"/>
                    <a:pt x="199800" y="40258"/>
                  </a:cubicBezTo>
                  <a:cubicBezTo>
                    <a:pt x="185191" y="48086"/>
                    <a:pt x="171191" y="55586"/>
                    <a:pt x="155054" y="55586"/>
                  </a:cubicBezTo>
                  <a:cubicBezTo>
                    <a:pt x="149912" y="55586"/>
                    <a:pt x="144552" y="54824"/>
                    <a:pt x="138887" y="53069"/>
                  </a:cubicBezTo>
                  <a:cubicBezTo>
                    <a:pt x="124862" y="48724"/>
                    <a:pt x="115658" y="40068"/>
                    <a:pt x="105931" y="30900"/>
                  </a:cubicBezTo>
                  <a:cubicBezTo>
                    <a:pt x="99918" y="25245"/>
                    <a:pt x="93715" y="19387"/>
                    <a:pt x="86238" y="14612"/>
                  </a:cubicBezTo>
                  <a:cubicBezTo>
                    <a:pt x="73320" y="6337"/>
                    <a:pt x="56055" y="813"/>
                    <a:pt x="41173" y="206"/>
                  </a:cubicBezTo>
                  <a:cubicBezTo>
                    <a:pt x="37818" y="69"/>
                    <a:pt x="34646" y="1"/>
                    <a:pt x="316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777" name="Google Shape;777;p29"/>
          <p:cNvPicPr preferRelativeResize="0"/>
          <p:nvPr/>
        </p:nvPicPr>
        <p:blipFill rotWithShape="1">
          <a:blip r:embed="rId5">
            <a:alphaModFix/>
          </a:blip>
          <a:srcRect b="6398" l="6912" r="43289" t="9856"/>
          <a:stretch/>
        </p:blipFill>
        <p:spPr>
          <a:xfrm flipH="1">
            <a:off x="340532" y="446406"/>
            <a:ext cx="1264000" cy="11957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78" name="Google Shape;778;p29"/>
          <p:cNvGrpSpPr/>
          <p:nvPr/>
        </p:nvGrpSpPr>
        <p:grpSpPr>
          <a:xfrm rot="647390">
            <a:off x="-553564" y="3658957"/>
            <a:ext cx="6788728" cy="2123206"/>
            <a:chOff x="603050" y="2134250"/>
            <a:chExt cx="6671375" cy="1887675"/>
          </a:xfrm>
        </p:grpSpPr>
        <p:sp>
          <p:nvSpPr>
            <p:cNvPr id="779" name="Google Shape;779;p29"/>
            <p:cNvSpPr/>
            <p:nvPr/>
          </p:nvSpPr>
          <p:spPr>
            <a:xfrm>
              <a:off x="608100" y="2949275"/>
              <a:ext cx="6665750" cy="1072650"/>
            </a:xfrm>
            <a:custGeom>
              <a:rect b="b" l="l" r="r" t="t"/>
              <a:pathLst>
                <a:path extrusionOk="0" h="42906" w="266630">
                  <a:moveTo>
                    <a:pt x="242926" y="0"/>
                  </a:moveTo>
                  <a:cubicBezTo>
                    <a:pt x="241564" y="0"/>
                    <a:pt x="240185" y="76"/>
                    <a:pt x="238792" y="228"/>
                  </a:cubicBezTo>
                  <a:cubicBezTo>
                    <a:pt x="230005" y="1168"/>
                    <a:pt x="220635" y="5240"/>
                    <a:pt x="211670" y="11979"/>
                  </a:cubicBezTo>
                  <a:cubicBezTo>
                    <a:pt x="208634" y="14265"/>
                    <a:pt x="205645" y="16611"/>
                    <a:pt x="202764" y="18885"/>
                  </a:cubicBezTo>
                  <a:cubicBezTo>
                    <a:pt x="187340" y="31016"/>
                    <a:pt x="172685" y="42543"/>
                    <a:pt x="152232" y="42543"/>
                  </a:cubicBezTo>
                  <a:cubicBezTo>
                    <a:pt x="149902" y="42543"/>
                    <a:pt x="147497" y="42394"/>
                    <a:pt x="145007" y="42078"/>
                  </a:cubicBezTo>
                  <a:cubicBezTo>
                    <a:pt x="130433" y="40233"/>
                    <a:pt x="119873" y="33291"/>
                    <a:pt x="108693" y="25957"/>
                  </a:cubicBezTo>
                  <a:cubicBezTo>
                    <a:pt x="101799" y="21433"/>
                    <a:pt x="94667" y="16754"/>
                    <a:pt x="86476" y="13337"/>
                  </a:cubicBezTo>
                  <a:cubicBezTo>
                    <a:pt x="75578" y="8791"/>
                    <a:pt x="62424" y="6298"/>
                    <a:pt x="50215" y="6298"/>
                  </a:cubicBezTo>
                  <a:cubicBezTo>
                    <a:pt x="46564" y="6298"/>
                    <a:pt x="42997" y="6521"/>
                    <a:pt x="39601" y="6979"/>
                  </a:cubicBezTo>
                  <a:cubicBezTo>
                    <a:pt x="18729" y="9788"/>
                    <a:pt x="5418" y="14003"/>
                    <a:pt x="0" y="19504"/>
                  </a:cubicBezTo>
                  <a:lnTo>
                    <a:pt x="262" y="19766"/>
                  </a:lnTo>
                  <a:cubicBezTo>
                    <a:pt x="3941" y="16015"/>
                    <a:pt x="13764" y="10824"/>
                    <a:pt x="39648" y="7348"/>
                  </a:cubicBezTo>
                  <a:cubicBezTo>
                    <a:pt x="43028" y="6893"/>
                    <a:pt x="46578" y="6672"/>
                    <a:pt x="50211" y="6672"/>
                  </a:cubicBezTo>
                  <a:cubicBezTo>
                    <a:pt x="62374" y="6672"/>
                    <a:pt x="75481" y="9153"/>
                    <a:pt x="86345" y="13682"/>
                  </a:cubicBezTo>
                  <a:cubicBezTo>
                    <a:pt x="94500" y="17075"/>
                    <a:pt x="101620" y="21742"/>
                    <a:pt x="108502" y="26255"/>
                  </a:cubicBezTo>
                  <a:cubicBezTo>
                    <a:pt x="119718" y="33625"/>
                    <a:pt x="130314" y="40578"/>
                    <a:pt x="144959" y="42435"/>
                  </a:cubicBezTo>
                  <a:cubicBezTo>
                    <a:pt x="147474" y="42754"/>
                    <a:pt x="149902" y="42906"/>
                    <a:pt x="152253" y="42906"/>
                  </a:cubicBezTo>
                  <a:cubicBezTo>
                    <a:pt x="172815" y="42906"/>
                    <a:pt x="187519" y="31340"/>
                    <a:pt x="202990" y="19171"/>
                  </a:cubicBezTo>
                  <a:cubicBezTo>
                    <a:pt x="205871" y="16908"/>
                    <a:pt x="208860" y="14563"/>
                    <a:pt x="211896" y="12277"/>
                  </a:cubicBezTo>
                  <a:cubicBezTo>
                    <a:pt x="219006" y="6920"/>
                    <a:pt x="230335" y="312"/>
                    <a:pt x="242921" y="312"/>
                  </a:cubicBezTo>
                  <a:cubicBezTo>
                    <a:pt x="250504" y="312"/>
                    <a:pt x="258543" y="2711"/>
                    <a:pt x="266391" y="9229"/>
                  </a:cubicBezTo>
                  <a:lnTo>
                    <a:pt x="266629" y="8943"/>
                  </a:lnTo>
                  <a:cubicBezTo>
                    <a:pt x="259467" y="3004"/>
                    <a:pt x="251508" y="0"/>
                    <a:pt x="2429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29"/>
            <p:cNvSpPr/>
            <p:nvPr/>
          </p:nvSpPr>
          <p:spPr>
            <a:xfrm>
              <a:off x="604525" y="2938825"/>
              <a:ext cx="6669025" cy="1033425"/>
            </a:xfrm>
            <a:custGeom>
              <a:rect b="b" l="l" r="r" t="t"/>
              <a:pathLst>
                <a:path extrusionOk="0" h="41337" w="266761">
                  <a:moveTo>
                    <a:pt x="242560" y="0"/>
                  </a:moveTo>
                  <a:cubicBezTo>
                    <a:pt x="241419" y="0"/>
                    <a:pt x="240266" y="53"/>
                    <a:pt x="239102" y="158"/>
                  </a:cubicBezTo>
                  <a:cubicBezTo>
                    <a:pt x="230303" y="955"/>
                    <a:pt x="220850" y="4861"/>
                    <a:pt x="211765" y="11445"/>
                  </a:cubicBezTo>
                  <a:cubicBezTo>
                    <a:pt x="208693" y="13683"/>
                    <a:pt x="205669" y="15969"/>
                    <a:pt x="202752" y="18184"/>
                  </a:cubicBezTo>
                  <a:cubicBezTo>
                    <a:pt x="187359" y="29863"/>
                    <a:pt x="172728" y="40966"/>
                    <a:pt x="152762" y="40966"/>
                  </a:cubicBezTo>
                  <a:cubicBezTo>
                    <a:pt x="150135" y="40966"/>
                    <a:pt x="147416" y="40773"/>
                    <a:pt x="144590" y="40365"/>
                  </a:cubicBezTo>
                  <a:cubicBezTo>
                    <a:pt x="130064" y="38269"/>
                    <a:pt x="119623" y="31150"/>
                    <a:pt x="108574" y="23613"/>
                  </a:cubicBezTo>
                  <a:cubicBezTo>
                    <a:pt x="101751" y="18969"/>
                    <a:pt x="94703" y="14171"/>
                    <a:pt x="86571" y="10611"/>
                  </a:cubicBezTo>
                  <a:cubicBezTo>
                    <a:pt x="75309" y="5677"/>
                    <a:pt x="61560" y="2931"/>
                    <a:pt x="48931" y="2931"/>
                  </a:cubicBezTo>
                  <a:cubicBezTo>
                    <a:pt x="45806" y="2931"/>
                    <a:pt x="42749" y="3099"/>
                    <a:pt x="39815" y="3444"/>
                  </a:cubicBezTo>
                  <a:cubicBezTo>
                    <a:pt x="18908" y="5885"/>
                    <a:pt x="5513" y="9861"/>
                    <a:pt x="1" y="15279"/>
                  </a:cubicBezTo>
                  <a:lnTo>
                    <a:pt x="251" y="15529"/>
                  </a:lnTo>
                  <a:cubicBezTo>
                    <a:pt x="4001" y="11850"/>
                    <a:pt x="13919" y="6825"/>
                    <a:pt x="39851" y="3801"/>
                  </a:cubicBezTo>
                  <a:cubicBezTo>
                    <a:pt x="42768" y="3459"/>
                    <a:pt x="45807" y="3292"/>
                    <a:pt x="48914" y="3292"/>
                  </a:cubicBezTo>
                  <a:cubicBezTo>
                    <a:pt x="61497" y="3292"/>
                    <a:pt x="75199" y="6027"/>
                    <a:pt x="86428" y="10945"/>
                  </a:cubicBezTo>
                  <a:cubicBezTo>
                    <a:pt x="94524" y="14493"/>
                    <a:pt x="101561" y="19279"/>
                    <a:pt x="108359" y="23922"/>
                  </a:cubicBezTo>
                  <a:cubicBezTo>
                    <a:pt x="119456" y="31471"/>
                    <a:pt x="129922" y="38615"/>
                    <a:pt x="144542" y="40734"/>
                  </a:cubicBezTo>
                  <a:cubicBezTo>
                    <a:pt x="147384" y="41144"/>
                    <a:pt x="150118" y="41337"/>
                    <a:pt x="152759" y="41337"/>
                  </a:cubicBezTo>
                  <a:cubicBezTo>
                    <a:pt x="172836" y="41337"/>
                    <a:pt x="187520" y="30193"/>
                    <a:pt x="202966" y="18481"/>
                  </a:cubicBezTo>
                  <a:cubicBezTo>
                    <a:pt x="205883" y="16267"/>
                    <a:pt x="208908" y="13969"/>
                    <a:pt x="211979" y="11742"/>
                  </a:cubicBezTo>
                  <a:cubicBezTo>
                    <a:pt x="219066" y="6599"/>
                    <a:pt x="230260" y="308"/>
                    <a:pt x="242600" y="308"/>
                  </a:cubicBezTo>
                  <a:cubicBezTo>
                    <a:pt x="250370" y="308"/>
                    <a:pt x="258594" y="2802"/>
                    <a:pt x="266534" y="9647"/>
                  </a:cubicBezTo>
                  <a:lnTo>
                    <a:pt x="266760" y="9373"/>
                  </a:lnTo>
                  <a:cubicBezTo>
                    <a:pt x="259527" y="3141"/>
                    <a:pt x="251396" y="0"/>
                    <a:pt x="242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29"/>
            <p:cNvSpPr/>
            <p:nvPr/>
          </p:nvSpPr>
          <p:spPr>
            <a:xfrm>
              <a:off x="603050" y="2916775"/>
              <a:ext cx="6670800" cy="1005800"/>
            </a:xfrm>
            <a:custGeom>
              <a:rect b="b" l="l" r="r" t="t"/>
              <a:pathLst>
                <a:path extrusionOk="0" h="40232" w="266832">
                  <a:moveTo>
                    <a:pt x="47581" y="0"/>
                  </a:moveTo>
                  <a:cubicBezTo>
                    <a:pt x="44993" y="0"/>
                    <a:pt x="42457" y="119"/>
                    <a:pt x="40005" y="361"/>
                  </a:cubicBezTo>
                  <a:cubicBezTo>
                    <a:pt x="19062" y="2445"/>
                    <a:pt x="5608" y="6183"/>
                    <a:pt x="0" y="11505"/>
                  </a:cubicBezTo>
                  <a:lnTo>
                    <a:pt x="250" y="11767"/>
                  </a:lnTo>
                  <a:cubicBezTo>
                    <a:pt x="4060" y="8148"/>
                    <a:pt x="14061" y="3302"/>
                    <a:pt x="40041" y="730"/>
                  </a:cubicBezTo>
                  <a:cubicBezTo>
                    <a:pt x="42490" y="487"/>
                    <a:pt x="45023" y="368"/>
                    <a:pt x="47608" y="368"/>
                  </a:cubicBezTo>
                  <a:cubicBezTo>
                    <a:pt x="60603" y="368"/>
                    <a:pt x="74908" y="3370"/>
                    <a:pt x="86487" y="8683"/>
                  </a:cubicBezTo>
                  <a:cubicBezTo>
                    <a:pt x="94524" y="12362"/>
                    <a:pt x="101477" y="17292"/>
                    <a:pt x="108192" y="22042"/>
                  </a:cubicBezTo>
                  <a:cubicBezTo>
                    <a:pt x="119146" y="29793"/>
                    <a:pt x="129504" y="37116"/>
                    <a:pt x="144078" y="39473"/>
                  </a:cubicBezTo>
                  <a:cubicBezTo>
                    <a:pt x="147258" y="39990"/>
                    <a:pt x="150307" y="40232"/>
                    <a:pt x="153246" y="40232"/>
                  </a:cubicBezTo>
                  <a:cubicBezTo>
                    <a:pt x="172829" y="40232"/>
                    <a:pt x="187478" y="29509"/>
                    <a:pt x="202883" y="18256"/>
                  </a:cubicBezTo>
                  <a:cubicBezTo>
                    <a:pt x="205835" y="16089"/>
                    <a:pt x="208895" y="13851"/>
                    <a:pt x="212015" y="11672"/>
                  </a:cubicBezTo>
                  <a:cubicBezTo>
                    <a:pt x="219065" y="6740"/>
                    <a:pt x="230090" y="772"/>
                    <a:pt x="242173" y="772"/>
                  </a:cubicBezTo>
                  <a:cubicBezTo>
                    <a:pt x="250128" y="772"/>
                    <a:pt x="258541" y="3359"/>
                    <a:pt x="266581" y="10529"/>
                  </a:cubicBezTo>
                  <a:lnTo>
                    <a:pt x="266831" y="10255"/>
                  </a:lnTo>
                  <a:cubicBezTo>
                    <a:pt x="259528" y="3740"/>
                    <a:pt x="251234" y="461"/>
                    <a:pt x="242138" y="461"/>
                  </a:cubicBezTo>
                  <a:cubicBezTo>
                    <a:pt x="241209" y="461"/>
                    <a:pt x="240272" y="495"/>
                    <a:pt x="239328" y="563"/>
                  </a:cubicBezTo>
                  <a:cubicBezTo>
                    <a:pt x="230517" y="1206"/>
                    <a:pt x="220992" y="4945"/>
                    <a:pt x="211800" y="11374"/>
                  </a:cubicBezTo>
                  <a:cubicBezTo>
                    <a:pt x="208681" y="13553"/>
                    <a:pt x="205621" y="15791"/>
                    <a:pt x="202668" y="17958"/>
                  </a:cubicBezTo>
                  <a:cubicBezTo>
                    <a:pt x="187317" y="29187"/>
                    <a:pt x="172706" y="39865"/>
                    <a:pt x="153219" y="39865"/>
                  </a:cubicBezTo>
                  <a:cubicBezTo>
                    <a:pt x="150307" y="39865"/>
                    <a:pt x="147286" y="39627"/>
                    <a:pt x="144137" y="39116"/>
                  </a:cubicBezTo>
                  <a:cubicBezTo>
                    <a:pt x="129635" y="36770"/>
                    <a:pt x="119325" y="29472"/>
                    <a:pt x="108406" y="21745"/>
                  </a:cubicBezTo>
                  <a:cubicBezTo>
                    <a:pt x="101679" y="16982"/>
                    <a:pt x="94702" y="12053"/>
                    <a:pt x="86642" y="8350"/>
                  </a:cubicBezTo>
                  <a:cubicBezTo>
                    <a:pt x="75006" y="3014"/>
                    <a:pt x="60634" y="0"/>
                    <a:pt x="475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29"/>
            <p:cNvSpPr/>
            <p:nvPr/>
          </p:nvSpPr>
          <p:spPr>
            <a:xfrm>
              <a:off x="603625" y="2820875"/>
              <a:ext cx="6670225" cy="1052250"/>
            </a:xfrm>
            <a:custGeom>
              <a:rect b="b" l="l" r="r" t="t"/>
              <a:pathLst>
                <a:path extrusionOk="0" h="42090" w="266809">
                  <a:moveTo>
                    <a:pt x="46344" y="0"/>
                  </a:moveTo>
                  <a:cubicBezTo>
                    <a:pt x="44253" y="0"/>
                    <a:pt x="42198" y="80"/>
                    <a:pt x="40196" y="244"/>
                  </a:cubicBezTo>
                  <a:cubicBezTo>
                    <a:pt x="19218" y="1959"/>
                    <a:pt x="5692" y="5471"/>
                    <a:pt x="1" y="10686"/>
                  </a:cubicBezTo>
                  <a:lnTo>
                    <a:pt x="239" y="10948"/>
                  </a:lnTo>
                  <a:cubicBezTo>
                    <a:pt x="4120" y="7400"/>
                    <a:pt x="14193" y="2721"/>
                    <a:pt x="40220" y="601"/>
                  </a:cubicBezTo>
                  <a:cubicBezTo>
                    <a:pt x="42208" y="440"/>
                    <a:pt x="44249" y="360"/>
                    <a:pt x="46327" y="360"/>
                  </a:cubicBezTo>
                  <a:cubicBezTo>
                    <a:pt x="59706" y="360"/>
                    <a:pt x="74600" y="3646"/>
                    <a:pt x="86524" y="9376"/>
                  </a:cubicBezTo>
                  <a:cubicBezTo>
                    <a:pt x="94501" y="13198"/>
                    <a:pt x="101359" y="18234"/>
                    <a:pt x="107991" y="23104"/>
                  </a:cubicBezTo>
                  <a:cubicBezTo>
                    <a:pt x="118813" y="31046"/>
                    <a:pt x="129029" y="38546"/>
                    <a:pt x="143566" y="41166"/>
                  </a:cubicBezTo>
                  <a:cubicBezTo>
                    <a:pt x="147069" y="41797"/>
                    <a:pt x="150419" y="42090"/>
                    <a:pt x="153641" y="42090"/>
                  </a:cubicBezTo>
                  <a:cubicBezTo>
                    <a:pt x="172769" y="42090"/>
                    <a:pt x="187383" y="31783"/>
                    <a:pt x="202729" y="20961"/>
                  </a:cubicBezTo>
                  <a:cubicBezTo>
                    <a:pt x="205729" y="18854"/>
                    <a:pt x="208825" y="16663"/>
                    <a:pt x="211980" y="14543"/>
                  </a:cubicBezTo>
                  <a:cubicBezTo>
                    <a:pt x="218983" y="9825"/>
                    <a:pt x="229850" y="4171"/>
                    <a:pt x="241687" y="4171"/>
                  </a:cubicBezTo>
                  <a:cubicBezTo>
                    <a:pt x="249833" y="4171"/>
                    <a:pt x="258438" y="6849"/>
                    <a:pt x="266558" y="14353"/>
                  </a:cubicBezTo>
                  <a:lnTo>
                    <a:pt x="266808" y="14091"/>
                  </a:lnTo>
                  <a:cubicBezTo>
                    <a:pt x="259457" y="7303"/>
                    <a:pt x="251007" y="3862"/>
                    <a:pt x="241659" y="3862"/>
                  </a:cubicBezTo>
                  <a:cubicBezTo>
                    <a:pt x="240939" y="3862"/>
                    <a:pt x="240214" y="3882"/>
                    <a:pt x="239483" y="3923"/>
                  </a:cubicBezTo>
                  <a:cubicBezTo>
                    <a:pt x="230661" y="4411"/>
                    <a:pt x="221076" y="7971"/>
                    <a:pt x="211777" y="14246"/>
                  </a:cubicBezTo>
                  <a:cubicBezTo>
                    <a:pt x="208622" y="16365"/>
                    <a:pt x="205515" y="18556"/>
                    <a:pt x="202526" y="20663"/>
                  </a:cubicBezTo>
                  <a:cubicBezTo>
                    <a:pt x="187233" y="31450"/>
                    <a:pt x="172655" y="41722"/>
                    <a:pt x="153612" y="41722"/>
                  </a:cubicBezTo>
                  <a:cubicBezTo>
                    <a:pt x="150417" y="41722"/>
                    <a:pt x="147097" y="41433"/>
                    <a:pt x="143626" y="40809"/>
                  </a:cubicBezTo>
                  <a:cubicBezTo>
                    <a:pt x="129172" y="38201"/>
                    <a:pt x="118992" y="30724"/>
                    <a:pt x="108205" y="22806"/>
                  </a:cubicBezTo>
                  <a:cubicBezTo>
                    <a:pt x="101561" y="17925"/>
                    <a:pt x="94679" y="12877"/>
                    <a:pt x="86678" y="9043"/>
                  </a:cubicBezTo>
                  <a:cubicBezTo>
                    <a:pt x="74718" y="3305"/>
                    <a:pt x="59772" y="0"/>
                    <a:pt x="463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29"/>
            <p:cNvSpPr/>
            <p:nvPr/>
          </p:nvSpPr>
          <p:spPr>
            <a:xfrm>
              <a:off x="606025" y="2724425"/>
              <a:ext cx="6667825" cy="1099375"/>
            </a:xfrm>
            <a:custGeom>
              <a:rect b="b" l="l" r="r" t="t"/>
              <a:pathLst>
                <a:path extrusionOk="0" h="43975" w="266713">
                  <a:moveTo>
                    <a:pt x="45120" y="1"/>
                  </a:moveTo>
                  <a:cubicBezTo>
                    <a:pt x="43512" y="1"/>
                    <a:pt x="41927" y="50"/>
                    <a:pt x="40374" y="149"/>
                  </a:cubicBezTo>
                  <a:cubicBezTo>
                    <a:pt x="19372" y="1495"/>
                    <a:pt x="5787" y="4769"/>
                    <a:pt x="0" y="9889"/>
                  </a:cubicBezTo>
                  <a:lnTo>
                    <a:pt x="250" y="10150"/>
                  </a:lnTo>
                  <a:cubicBezTo>
                    <a:pt x="4191" y="6674"/>
                    <a:pt x="14335" y="2185"/>
                    <a:pt x="40410" y="518"/>
                  </a:cubicBezTo>
                  <a:cubicBezTo>
                    <a:pt x="41956" y="419"/>
                    <a:pt x="43534" y="370"/>
                    <a:pt x="45136" y="370"/>
                  </a:cubicBezTo>
                  <a:cubicBezTo>
                    <a:pt x="58853" y="370"/>
                    <a:pt x="74318" y="3961"/>
                    <a:pt x="86547" y="10091"/>
                  </a:cubicBezTo>
                  <a:cubicBezTo>
                    <a:pt x="94441" y="14044"/>
                    <a:pt x="101227" y="19211"/>
                    <a:pt x="107776" y="24188"/>
                  </a:cubicBezTo>
                  <a:cubicBezTo>
                    <a:pt x="118432" y="32332"/>
                    <a:pt x="128528" y="39999"/>
                    <a:pt x="143018" y="42869"/>
                  </a:cubicBezTo>
                  <a:cubicBezTo>
                    <a:pt x="146843" y="43627"/>
                    <a:pt x="150492" y="43975"/>
                    <a:pt x="153996" y="43975"/>
                  </a:cubicBezTo>
                  <a:cubicBezTo>
                    <a:pt x="172677" y="43975"/>
                    <a:pt x="187246" y="34086"/>
                    <a:pt x="202525" y="23700"/>
                  </a:cubicBezTo>
                  <a:cubicBezTo>
                    <a:pt x="205562" y="21640"/>
                    <a:pt x="208693" y="19509"/>
                    <a:pt x="211884" y="17449"/>
                  </a:cubicBezTo>
                  <a:cubicBezTo>
                    <a:pt x="218840" y="12936"/>
                    <a:pt x="229526" y="7594"/>
                    <a:pt x="241107" y="7594"/>
                  </a:cubicBezTo>
                  <a:cubicBezTo>
                    <a:pt x="249447" y="7594"/>
                    <a:pt x="258252" y="10365"/>
                    <a:pt x="266462" y="18211"/>
                  </a:cubicBezTo>
                  <a:lnTo>
                    <a:pt x="266712" y="17949"/>
                  </a:lnTo>
                  <a:cubicBezTo>
                    <a:pt x="259310" y="10864"/>
                    <a:pt x="250693" y="7276"/>
                    <a:pt x="241074" y="7276"/>
                  </a:cubicBezTo>
                  <a:cubicBezTo>
                    <a:pt x="240574" y="7276"/>
                    <a:pt x="240071" y="7285"/>
                    <a:pt x="239566" y="7305"/>
                  </a:cubicBezTo>
                  <a:cubicBezTo>
                    <a:pt x="230731" y="7638"/>
                    <a:pt x="221099" y="11043"/>
                    <a:pt x="211681" y="17139"/>
                  </a:cubicBezTo>
                  <a:cubicBezTo>
                    <a:pt x="208490" y="19211"/>
                    <a:pt x="205359" y="21342"/>
                    <a:pt x="202323" y="23402"/>
                  </a:cubicBezTo>
                  <a:cubicBezTo>
                    <a:pt x="187090" y="33751"/>
                    <a:pt x="172575" y="43610"/>
                    <a:pt x="153990" y="43610"/>
                  </a:cubicBezTo>
                  <a:cubicBezTo>
                    <a:pt x="150510" y="43610"/>
                    <a:pt x="146887" y="43265"/>
                    <a:pt x="143089" y="42512"/>
                  </a:cubicBezTo>
                  <a:cubicBezTo>
                    <a:pt x="128683" y="39654"/>
                    <a:pt x="118622" y="31998"/>
                    <a:pt x="107990" y="23902"/>
                  </a:cubicBezTo>
                  <a:cubicBezTo>
                    <a:pt x="101418" y="18913"/>
                    <a:pt x="94631" y="13734"/>
                    <a:pt x="86701" y="9758"/>
                  </a:cubicBezTo>
                  <a:cubicBezTo>
                    <a:pt x="74419" y="3595"/>
                    <a:pt x="58900" y="1"/>
                    <a:pt x="45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29"/>
            <p:cNvSpPr/>
            <p:nvPr/>
          </p:nvSpPr>
          <p:spPr>
            <a:xfrm>
              <a:off x="610775" y="2627700"/>
              <a:ext cx="6663075" cy="1147100"/>
            </a:xfrm>
            <a:custGeom>
              <a:rect b="b" l="l" r="r" t="t"/>
              <a:pathLst>
                <a:path extrusionOk="0" h="45884" w="266523">
                  <a:moveTo>
                    <a:pt x="43919" y="0"/>
                  </a:moveTo>
                  <a:cubicBezTo>
                    <a:pt x="42779" y="0"/>
                    <a:pt x="41652" y="26"/>
                    <a:pt x="40541" y="77"/>
                  </a:cubicBezTo>
                  <a:cubicBezTo>
                    <a:pt x="19515" y="1054"/>
                    <a:pt x="5870" y="4090"/>
                    <a:pt x="1" y="9102"/>
                  </a:cubicBezTo>
                  <a:lnTo>
                    <a:pt x="239" y="9376"/>
                  </a:lnTo>
                  <a:cubicBezTo>
                    <a:pt x="4227" y="5971"/>
                    <a:pt x="14467" y="1649"/>
                    <a:pt x="40553" y="434"/>
                  </a:cubicBezTo>
                  <a:cubicBezTo>
                    <a:pt x="41663" y="383"/>
                    <a:pt x="42788" y="357"/>
                    <a:pt x="43926" y="357"/>
                  </a:cubicBezTo>
                  <a:cubicBezTo>
                    <a:pt x="57980" y="357"/>
                    <a:pt x="73989" y="4252"/>
                    <a:pt x="86523" y="10817"/>
                  </a:cubicBezTo>
                  <a:cubicBezTo>
                    <a:pt x="94346" y="14912"/>
                    <a:pt x="101037" y="20187"/>
                    <a:pt x="107502" y="25283"/>
                  </a:cubicBezTo>
                  <a:cubicBezTo>
                    <a:pt x="118039" y="33593"/>
                    <a:pt x="127981" y="41451"/>
                    <a:pt x="142411" y="44571"/>
                  </a:cubicBezTo>
                  <a:cubicBezTo>
                    <a:pt x="146566" y="45473"/>
                    <a:pt x="150520" y="45883"/>
                    <a:pt x="154313" y="45883"/>
                  </a:cubicBezTo>
                  <a:cubicBezTo>
                    <a:pt x="172548" y="45883"/>
                    <a:pt x="187052" y="36397"/>
                    <a:pt x="202240" y="26461"/>
                  </a:cubicBezTo>
                  <a:cubicBezTo>
                    <a:pt x="205312" y="24449"/>
                    <a:pt x="208491" y="22378"/>
                    <a:pt x="211706" y="20365"/>
                  </a:cubicBezTo>
                  <a:cubicBezTo>
                    <a:pt x="218611" y="16054"/>
                    <a:pt x="229117" y="11007"/>
                    <a:pt x="240446" y="11007"/>
                  </a:cubicBezTo>
                  <a:cubicBezTo>
                    <a:pt x="248983" y="11007"/>
                    <a:pt x="257988" y="13873"/>
                    <a:pt x="266272" y="22080"/>
                  </a:cubicBezTo>
                  <a:lnTo>
                    <a:pt x="266522" y="21818"/>
                  </a:lnTo>
                  <a:cubicBezTo>
                    <a:pt x="259063" y="14429"/>
                    <a:pt x="250259" y="10690"/>
                    <a:pt x="240352" y="10690"/>
                  </a:cubicBezTo>
                  <a:cubicBezTo>
                    <a:pt x="240091" y="10690"/>
                    <a:pt x="239829" y="10692"/>
                    <a:pt x="239566" y="10698"/>
                  </a:cubicBezTo>
                  <a:cubicBezTo>
                    <a:pt x="230732" y="10876"/>
                    <a:pt x="221040" y="14115"/>
                    <a:pt x="211515" y="20056"/>
                  </a:cubicBezTo>
                  <a:cubicBezTo>
                    <a:pt x="208300" y="22068"/>
                    <a:pt x="205122" y="24152"/>
                    <a:pt x="202050" y="26152"/>
                  </a:cubicBezTo>
                  <a:cubicBezTo>
                    <a:pt x="186888" y="36065"/>
                    <a:pt x="172430" y="45521"/>
                    <a:pt x="154274" y="45521"/>
                  </a:cubicBezTo>
                  <a:cubicBezTo>
                    <a:pt x="150515" y="45521"/>
                    <a:pt x="146598" y="45116"/>
                    <a:pt x="142483" y="44226"/>
                  </a:cubicBezTo>
                  <a:cubicBezTo>
                    <a:pt x="128136" y="41118"/>
                    <a:pt x="118218" y="33284"/>
                    <a:pt x="107716" y="24997"/>
                  </a:cubicBezTo>
                  <a:cubicBezTo>
                    <a:pt x="101239" y="19889"/>
                    <a:pt x="94548" y="14603"/>
                    <a:pt x="86690" y="10495"/>
                  </a:cubicBezTo>
                  <a:cubicBezTo>
                    <a:pt x="74109" y="3907"/>
                    <a:pt x="58032" y="0"/>
                    <a:pt x="439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29"/>
            <p:cNvSpPr/>
            <p:nvPr/>
          </p:nvSpPr>
          <p:spPr>
            <a:xfrm>
              <a:off x="617325" y="2530375"/>
              <a:ext cx="6656525" cy="1195600"/>
            </a:xfrm>
            <a:custGeom>
              <a:rect b="b" l="l" r="r" t="t"/>
              <a:pathLst>
                <a:path extrusionOk="0" h="47824" w="266261">
                  <a:moveTo>
                    <a:pt x="42753" y="0"/>
                  </a:moveTo>
                  <a:cubicBezTo>
                    <a:pt x="42062" y="0"/>
                    <a:pt x="41376" y="10"/>
                    <a:pt x="40696" y="29"/>
                  </a:cubicBezTo>
                  <a:cubicBezTo>
                    <a:pt x="19646" y="637"/>
                    <a:pt x="5966" y="3435"/>
                    <a:pt x="1" y="8352"/>
                  </a:cubicBezTo>
                  <a:lnTo>
                    <a:pt x="227" y="8626"/>
                  </a:lnTo>
                  <a:cubicBezTo>
                    <a:pt x="4287" y="5292"/>
                    <a:pt x="14598" y="1149"/>
                    <a:pt x="40696" y="387"/>
                  </a:cubicBezTo>
                  <a:cubicBezTo>
                    <a:pt x="41375" y="367"/>
                    <a:pt x="42061" y="357"/>
                    <a:pt x="42751" y="357"/>
                  </a:cubicBezTo>
                  <a:cubicBezTo>
                    <a:pt x="57119" y="357"/>
                    <a:pt x="73684" y="4580"/>
                    <a:pt x="86476" y="11566"/>
                  </a:cubicBezTo>
                  <a:cubicBezTo>
                    <a:pt x="94239" y="15805"/>
                    <a:pt x="100823" y="21199"/>
                    <a:pt x="107193" y="26402"/>
                  </a:cubicBezTo>
                  <a:cubicBezTo>
                    <a:pt x="117587" y="34903"/>
                    <a:pt x="127397" y="42927"/>
                    <a:pt x="141768" y="46297"/>
                  </a:cubicBezTo>
                  <a:cubicBezTo>
                    <a:pt x="146242" y="47349"/>
                    <a:pt x="150491" y="47823"/>
                    <a:pt x="154562" y="47823"/>
                  </a:cubicBezTo>
                  <a:cubicBezTo>
                    <a:pt x="172376" y="47823"/>
                    <a:pt x="186800" y="38740"/>
                    <a:pt x="201919" y="29223"/>
                  </a:cubicBezTo>
                  <a:cubicBezTo>
                    <a:pt x="205014" y="27271"/>
                    <a:pt x="208229" y="25259"/>
                    <a:pt x="211479" y="23306"/>
                  </a:cubicBezTo>
                  <a:cubicBezTo>
                    <a:pt x="218321" y="19200"/>
                    <a:pt x="228632" y="14450"/>
                    <a:pt x="239705" y="14450"/>
                  </a:cubicBezTo>
                  <a:cubicBezTo>
                    <a:pt x="248443" y="14450"/>
                    <a:pt x="257655" y="17408"/>
                    <a:pt x="266010" y="25973"/>
                  </a:cubicBezTo>
                  <a:lnTo>
                    <a:pt x="266260" y="25711"/>
                  </a:lnTo>
                  <a:cubicBezTo>
                    <a:pt x="258758" y="18019"/>
                    <a:pt x="249789" y="14126"/>
                    <a:pt x="239600" y="14126"/>
                  </a:cubicBezTo>
                  <a:cubicBezTo>
                    <a:pt x="239569" y="14126"/>
                    <a:pt x="239538" y="14126"/>
                    <a:pt x="239507" y="14126"/>
                  </a:cubicBezTo>
                  <a:cubicBezTo>
                    <a:pt x="230672" y="14150"/>
                    <a:pt x="220921" y="17222"/>
                    <a:pt x="211301" y="22996"/>
                  </a:cubicBezTo>
                  <a:cubicBezTo>
                    <a:pt x="208038" y="24949"/>
                    <a:pt x="204824" y="26973"/>
                    <a:pt x="201728" y="28926"/>
                  </a:cubicBezTo>
                  <a:cubicBezTo>
                    <a:pt x="186657" y="38411"/>
                    <a:pt x="172266" y="47461"/>
                    <a:pt x="154532" y="47461"/>
                  </a:cubicBezTo>
                  <a:cubicBezTo>
                    <a:pt x="150494" y="47461"/>
                    <a:pt x="146283" y="46992"/>
                    <a:pt x="141852" y="45952"/>
                  </a:cubicBezTo>
                  <a:cubicBezTo>
                    <a:pt x="127564" y="42594"/>
                    <a:pt x="117777" y="34593"/>
                    <a:pt x="107431" y="26128"/>
                  </a:cubicBezTo>
                  <a:cubicBezTo>
                    <a:pt x="101037" y="20901"/>
                    <a:pt x="94441" y="15507"/>
                    <a:pt x="86654" y="11245"/>
                  </a:cubicBezTo>
                  <a:cubicBezTo>
                    <a:pt x="73804" y="4235"/>
                    <a:pt x="57180" y="0"/>
                    <a:pt x="427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29"/>
            <p:cNvSpPr/>
            <p:nvPr/>
          </p:nvSpPr>
          <p:spPr>
            <a:xfrm>
              <a:off x="625950" y="2432750"/>
              <a:ext cx="6647900" cy="1244800"/>
            </a:xfrm>
            <a:custGeom>
              <a:rect b="b" l="l" r="r" t="t"/>
              <a:pathLst>
                <a:path extrusionOk="0" h="49792" w="265916">
                  <a:moveTo>
                    <a:pt x="41667" y="0"/>
                  </a:moveTo>
                  <a:cubicBezTo>
                    <a:pt x="41386" y="0"/>
                    <a:pt x="41106" y="2"/>
                    <a:pt x="40827" y="5"/>
                  </a:cubicBezTo>
                  <a:cubicBezTo>
                    <a:pt x="19777" y="243"/>
                    <a:pt x="6049" y="2803"/>
                    <a:pt x="1" y="7613"/>
                  </a:cubicBezTo>
                  <a:lnTo>
                    <a:pt x="227" y="7899"/>
                  </a:lnTo>
                  <a:cubicBezTo>
                    <a:pt x="4335" y="4625"/>
                    <a:pt x="14717" y="672"/>
                    <a:pt x="40827" y="362"/>
                  </a:cubicBezTo>
                  <a:cubicBezTo>
                    <a:pt x="41089" y="360"/>
                    <a:pt x="41350" y="358"/>
                    <a:pt x="41613" y="358"/>
                  </a:cubicBezTo>
                  <a:cubicBezTo>
                    <a:pt x="56276" y="358"/>
                    <a:pt x="73363" y="4913"/>
                    <a:pt x="86405" y="12340"/>
                  </a:cubicBezTo>
                  <a:cubicBezTo>
                    <a:pt x="94096" y="16710"/>
                    <a:pt x="100585" y="22210"/>
                    <a:pt x="106871" y="27532"/>
                  </a:cubicBezTo>
                  <a:cubicBezTo>
                    <a:pt x="117111" y="36212"/>
                    <a:pt x="126779" y="44404"/>
                    <a:pt x="141078" y="48035"/>
                  </a:cubicBezTo>
                  <a:cubicBezTo>
                    <a:pt x="145866" y="49249"/>
                    <a:pt x="150405" y="49792"/>
                    <a:pt x="154753" y="49792"/>
                  </a:cubicBezTo>
                  <a:cubicBezTo>
                    <a:pt x="172149" y="49792"/>
                    <a:pt x="186490" y="41108"/>
                    <a:pt x="201502" y="32021"/>
                  </a:cubicBezTo>
                  <a:cubicBezTo>
                    <a:pt x="204645" y="30116"/>
                    <a:pt x="207884" y="28152"/>
                    <a:pt x="211182" y="26258"/>
                  </a:cubicBezTo>
                  <a:cubicBezTo>
                    <a:pt x="217949" y="22353"/>
                    <a:pt x="228064" y="17884"/>
                    <a:pt x="238884" y="17884"/>
                  </a:cubicBezTo>
                  <a:cubicBezTo>
                    <a:pt x="247824" y="17884"/>
                    <a:pt x="257244" y="20936"/>
                    <a:pt x="265653" y="29878"/>
                  </a:cubicBezTo>
                  <a:lnTo>
                    <a:pt x="265915" y="29628"/>
                  </a:lnTo>
                  <a:cubicBezTo>
                    <a:pt x="258521" y="21770"/>
                    <a:pt x="249592" y="17722"/>
                    <a:pt x="239364" y="17567"/>
                  </a:cubicBezTo>
                  <a:cubicBezTo>
                    <a:pt x="239173" y="17564"/>
                    <a:pt x="238981" y="17563"/>
                    <a:pt x="238788" y="17563"/>
                  </a:cubicBezTo>
                  <a:cubicBezTo>
                    <a:pt x="230104" y="17563"/>
                    <a:pt x="220508" y="20451"/>
                    <a:pt x="211003" y="25937"/>
                  </a:cubicBezTo>
                  <a:cubicBezTo>
                    <a:pt x="207717" y="27842"/>
                    <a:pt x="204467" y="29807"/>
                    <a:pt x="201336" y="31700"/>
                  </a:cubicBezTo>
                  <a:cubicBezTo>
                    <a:pt x="186364" y="40762"/>
                    <a:pt x="172056" y="49421"/>
                    <a:pt x="154743" y="49421"/>
                  </a:cubicBezTo>
                  <a:cubicBezTo>
                    <a:pt x="150426" y="49421"/>
                    <a:pt x="145921" y="48883"/>
                    <a:pt x="141173" y="47678"/>
                  </a:cubicBezTo>
                  <a:cubicBezTo>
                    <a:pt x="126945" y="44082"/>
                    <a:pt x="117301" y="35903"/>
                    <a:pt x="107098" y="27259"/>
                  </a:cubicBezTo>
                  <a:cubicBezTo>
                    <a:pt x="100799" y="21925"/>
                    <a:pt x="94298" y="16412"/>
                    <a:pt x="86583" y="12031"/>
                  </a:cubicBezTo>
                  <a:cubicBezTo>
                    <a:pt x="73509" y="4577"/>
                    <a:pt x="56377" y="0"/>
                    <a:pt x="416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29"/>
            <p:cNvSpPr/>
            <p:nvPr/>
          </p:nvSpPr>
          <p:spPr>
            <a:xfrm>
              <a:off x="636675" y="2334800"/>
              <a:ext cx="6637450" cy="1294425"/>
            </a:xfrm>
            <a:custGeom>
              <a:rect b="b" l="l" r="r" t="t"/>
              <a:pathLst>
                <a:path extrusionOk="0" h="51777" w="265498">
                  <a:moveTo>
                    <a:pt x="39287" y="1"/>
                  </a:moveTo>
                  <a:cubicBezTo>
                    <a:pt x="19177" y="1"/>
                    <a:pt x="5968" y="2322"/>
                    <a:pt x="0" y="6900"/>
                  </a:cubicBezTo>
                  <a:lnTo>
                    <a:pt x="227" y="7186"/>
                  </a:lnTo>
                  <a:cubicBezTo>
                    <a:pt x="4311" y="4047"/>
                    <a:pt x="14422" y="359"/>
                    <a:pt x="39404" y="359"/>
                  </a:cubicBezTo>
                  <a:cubicBezTo>
                    <a:pt x="39912" y="359"/>
                    <a:pt x="40426" y="360"/>
                    <a:pt x="40946" y="363"/>
                  </a:cubicBezTo>
                  <a:cubicBezTo>
                    <a:pt x="55781" y="447"/>
                    <a:pt x="73164" y="5340"/>
                    <a:pt x="86309" y="13127"/>
                  </a:cubicBezTo>
                  <a:cubicBezTo>
                    <a:pt x="93917" y="17639"/>
                    <a:pt x="100311" y="23247"/>
                    <a:pt x="106502" y="28676"/>
                  </a:cubicBezTo>
                  <a:cubicBezTo>
                    <a:pt x="116586" y="37535"/>
                    <a:pt x="126111" y="45905"/>
                    <a:pt x="140363" y="49774"/>
                  </a:cubicBezTo>
                  <a:cubicBezTo>
                    <a:pt x="145461" y="51162"/>
                    <a:pt x="150287" y="51777"/>
                    <a:pt x="154911" y="51777"/>
                  </a:cubicBezTo>
                  <a:cubicBezTo>
                    <a:pt x="171899" y="51777"/>
                    <a:pt x="186153" y="43484"/>
                    <a:pt x="201061" y="34808"/>
                  </a:cubicBezTo>
                  <a:cubicBezTo>
                    <a:pt x="204228" y="32963"/>
                    <a:pt x="207503" y="31058"/>
                    <a:pt x="210836" y="29212"/>
                  </a:cubicBezTo>
                  <a:cubicBezTo>
                    <a:pt x="217522" y="25512"/>
                    <a:pt x="227422" y="21326"/>
                    <a:pt x="237978" y="21326"/>
                  </a:cubicBezTo>
                  <a:cubicBezTo>
                    <a:pt x="247122" y="21326"/>
                    <a:pt x="256758" y="24467"/>
                    <a:pt x="265224" y="33784"/>
                  </a:cubicBezTo>
                  <a:lnTo>
                    <a:pt x="265498" y="33546"/>
                  </a:lnTo>
                  <a:cubicBezTo>
                    <a:pt x="258247" y="25569"/>
                    <a:pt x="249377" y="21354"/>
                    <a:pt x="239149" y="21033"/>
                  </a:cubicBezTo>
                  <a:cubicBezTo>
                    <a:pt x="238730" y="21019"/>
                    <a:pt x="238308" y="21012"/>
                    <a:pt x="237884" y="21012"/>
                  </a:cubicBezTo>
                  <a:cubicBezTo>
                    <a:pt x="229391" y="21012"/>
                    <a:pt x="220013" y="23731"/>
                    <a:pt x="210658" y="28903"/>
                  </a:cubicBezTo>
                  <a:cubicBezTo>
                    <a:pt x="207324" y="30748"/>
                    <a:pt x="204050" y="32653"/>
                    <a:pt x="200871" y="34498"/>
                  </a:cubicBezTo>
                  <a:cubicBezTo>
                    <a:pt x="186013" y="43140"/>
                    <a:pt x="171810" y="51406"/>
                    <a:pt x="154899" y="51406"/>
                  </a:cubicBezTo>
                  <a:cubicBezTo>
                    <a:pt x="150304" y="51406"/>
                    <a:pt x="145509" y="50796"/>
                    <a:pt x="140447" y="49417"/>
                  </a:cubicBezTo>
                  <a:cubicBezTo>
                    <a:pt x="126290" y="45571"/>
                    <a:pt x="116789" y="37237"/>
                    <a:pt x="106740" y="28402"/>
                  </a:cubicBezTo>
                  <a:cubicBezTo>
                    <a:pt x="100537" y="22961"/>
                    <a:pt x="94131" y="17342"/>
                    <a:pt x="86499" y="12817"/>
                  </a:cubicBezTo>
                  <a:cubicBezTo>
                    <a:pt x="73295" y="4995"/>
                    <a:pt x="55841" y="89"/>
                    <a:pt x="40958" y="6"/>
                  </a:cubicBezTo>
                  <a:cubicBezTo>
                    <a:pt x="40396" y="3"/>
                    <a:pt x="39839" y="1"/>
                    <a:pt x="392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29"/>
            <p:cNvSpPr/>
            <p:nvPr/>
          </p:nvSpPr>
          <p:spPr>
            <a:xfrm>
              <a:off x="649475" y="2235200"/>
              <a:ext cx="6624950" cy="1345700"/>
            </a:xfrm>
            <a:custGeom>
              <a:rect b="b" l="l" r="r" t="t"/>
              <a:pathLst>
                <a:path extrusionOk="0" h="53828" w="264998">
                  <a:moveTo>
                    <a:pt x="35160" y="0"/>
                  </a:moveTo>
                  <a:cubicBezTo>
                    <a:pt x="17419" y="0"/>
                    <a:pt x="5602" y="2101"/>
                    <a:pt x="0" y="6240"/>
                  </a:cubicBezTo>
                  <a:lnTo>
                    <a:pt x="215" y="6538"/>
                  </a:lnTo>
                  <a:cubicBezTo>
                    <a:pt x="4112" y="3654"/>
                    <a:pt x="13403" y="362"/>
                    <a:pt x="35411" y="362"/>
                  </a:cubicBezTo>
                  <a:cubicBezTo>
                    <a:pt x="37206" y="362"/>
                    <a:pt x="39085" y="384"/>
                    <a:pt x="41053" y="430"/>
                  </a:cubicBezTo>
                  <a:cubicBezTo>
                    <a:pt x="55876" y="787"/>
                    <a:pt x="73176" y="5978"/>
                    <a:pt x="86202" y="13979"/>
                  </a:cubicBezTo>
                  <a:cubicBezTo>
                    <a:pt x="93726" y="18623"/>
                    <a:pt x="100025" y="24350"/>
                    <a:pt x="106109" y="29886"/>
                  </a:cubicBezTo>
                  <a:cubicBezTo>
                    <a:pt x="116039" y="38911"/>
                    <a:pt x="125421" y="47436"/>
                    <a:pt x="139601" y="51567"/>
                  </a:cubicBezTo>
                  <a:cubicBezTo>
                    <a:pt x="145004" y="53139"/>
                    <a:pt x="150116" y="53827"/>
                    <a:pt x="155015" y="53827"/>
                  </a:cubicBezTo>
                  <a:cubicBezTo>
                    <a:pt x="171610" y="53827"/>
                    <a:pt x="185768" y="45925"/>
                    <a:pt x="200549" y="37661"/>
                  </a:cubicBezTo>
                  <a:cubicBezTo>
                    <a:pt x="203752" y="35875"/>
                    <a:pt x="207062" y="34030"/>
                    <a:pt x="210420" y="32244"/>
                  </a:cubicBezTo>
                  <a:cubicBezTo>
                    <a:pt x="217020" y="28737"/>
                    <a:pt x="226700" y="24823"/>
                    <a:pt x="236995" y="24823"/>
                  </a:cubicBezTo>
                  <a:cubicBezTo>
                    <a:pt x="246347" y="24823"/>
                    <a:pt x="256206" y="28053"/>
                    <a:pt x="264724" y="37756"/>
                  </a:cubicBezTo>
                  <a:lnTo>
                    <a:pt x="264998" y="37518"/>
                  </a:lnTo>
                  <a:cubicBezTo>
                    <a:pt x="257890" y="29422"/>
                    <a:pt x="249103" y="25052"/>
                    <a:pt x="238887" y="24552"/>
                  </a:cubicBezTo>
                  <a:cubicBezTo>
                    <a:pt x="238234" y="24520"/>
                    <a:pt x="237575" y="24503"/>
                    <a:pt x="236910" y="24503"/>
                  </a:cubicBezTo>
                  <a:cubicBezTo>
                    <a:pt x="228589" y="24503"/>
                    <a:pt x="219426" y="27049"/>
                    <a:pt x="210253" y="31922"/>
                  </a:cubicBezTo>
                  <a:cubicBezTo>
                    <a:pt x="206883" y="33708"/>
                    <a:pt x="203574" y="35565"/>
                    <a:pt x="200371" y="37351"/>
                  </a:cubicBezTo>
                  <a:cubicBezTo>
                    <a:pt x="185637" y="45583"/>
                    <a:pt x="171528" y="53466"/>
                    <a:pt x="155004" y="53466"/>
                  </a:cubicBezTo>
                  <a:cubicBezTo>
                    <a:pt x="150137" y="53466"/>
                    <a:pt x="145060" y="52782"/>
                    <a:pt x="139696" y="51222"/>
                  </a:cubicBezTo>
                  <a:cubicBezTo>
                    <a:pt x="125599" y="47114"/>
                    <a:pt x="116253" y="38613"/>
                    <a:pt x="106359" y="29612"/>
                  </a:cubicBezTo>
                  <a:cubicBezTo>
                    <a:pt x="100251" y="24064"/>
                    <a:pt x="93941" y="18325"/>
                    <a:pt x="86392" y="13682"/>
                  </a:cubicBezTo>
                  <a:cubicBezTo>
                    <a:pt x="73331" y="5633"/>
                    <a:pt x="55960" y="418"/>
                    <a:pt x="41077" y="73"/>
                  </a:cubicBezTo>
                  <a:cubicBezTo>
                    <a:pt x="39037" y="25"/>
                    <a:pt x="37064" y="0"/>
                    <a:pt x="351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29"/>
            <p:cNvSpPr/>
            <p:nvPr/>
          </p:nvSpPr>
          <p:spPr>
            <a:xfrm>
              <a:off x="664050" y="2134250"/>
              <a:ext cx="6610375" cy="1399125"/>
            </a:xfrm>
            <a:custGeom>
              <a:rect b="b" l="l" r="r" t="t"/>
              <a:pathLst>
                <a:path extrusionOk="0" h="55965" w="264415">
                  <a:moveTo>
                    <a:pt x="31658" y="1"/>
                  </a:moveTo>
                  <a:cubicBezTo>
                    <a:pt x="15910" y="1"/>
                    <a:pt x="5285" y="1898"/>
                    <a:pt x="1" y="5671"/>
                  </a:cubicBezTo>
                  <a:lnTo>
                    <a:pt x="215" y="5968"/>
                  </a:lnTo>
                  <a:cubicBezTo>
                    <a:pt x="3941" y="3311"/>
                    <a:pt x="12454" y="374"/>
                    <a:pt x="31865" y="374"/>
                  </a:cubicBezTo>
                  <a:cubicBezTo>
                    <a:pt x="34721" y="374"/>
                    <a:pt x="37813" y="437"/>
                    <a:pt x="41161" y="575"/>
                  </a:cubicBezTo>
                  <a:cubicBezTo>
                    <a:pt x="55972" y="1182"/>
                    <a:pt x="73177" y="6671"/>
                    <a:pt x="86047" y="14910"/>
                  </a:cubicBezTo>
                  <a:cubicBezTo>
                    <a:pt x="93489" y="19684"/>
                    <a:pt x="99692" y="25518"/>
                    <a:pt x="105681" y="31162"/>
                  </a:cubicBezTo>
                  <a:cubicBezTo>
                    <a:pt x="115456" y="40365"/>
                    <a:pt x="124683" y="49045"/>
                    <a:pt x="138792" y="53427"/>
                  </a:cubicBezTo>
                  <a:cubicBezTo>
                    <a:pt x="144499" y="55196"/>
                    <a:pt x="149895" y="55964"/>
                    <a:pt x="155070" y="55964"/>
                  </a:cubicBezTo>
                  <a:cubicBezTo>
                    <a:pt x="171272" y="55964"/>
                    <a:pt x="185312" y="48439"/>
                    <a:pt x="199966" y="40580"/>
                  </a:cubicBezTo>
                  <a:cubicBezTo>
                    <a:pt x="203205" y="38853"/>
                    <a:pt x="206539" y="37056"/>
                    <a:pt x="209932" y="35329"/>
                  </a:cubicBezTo>
                  <a:cubicBezTo>
                    <a:pt x="216438" y="32021"/>
                    <a:pt x="225885" y="28376"/>
                    <a:pt x="235908" y="28376"/>
                  </a:cubicBezTo>
                  <a:cubicBezTo>
                    <a:pt x="245474" y="28376"/>
                    <a:pt x="255565" y="31695"/>
                    <a:pt x="264129" y="41794"/>
                  </a:cubicBezTo>
                  <a:lnTo>
                    <a:pt x="264415" y="41568"/>
                  </a:lnTo>
                  <a:cubicBezTo>
                    <a:pt x="257438" y="33341"/>
                    <a:pt x="248734" y="28828"/>
                    <a:pt x="238519" y="28138"/>
                  </a:cubicBezTo>
                  <a:cubicBezTo>
                    <a:pt x="237634" y="28078"/>
                    <a:pt x="236737" y="28048"/>
                    <a:pt x="235830" y="28048"/>
                  </a:cubicBezTo>
                  <a:cubicBezTo>
                    <a:pt x="227710" y="28048"/>
                    <a:pt x="218762" y="30434"/>
                    <a:pt x="209765" y="35008"/>
                  </a:cubicBezTo>
                  <a:cubicBezTo>
                    <a:pt x="206372" y="36734"/>
                    <a:pt x="203026" y="38532"/>
                    <a:pt x="199800" y="40258"/>
                  </a:cubicBezTo>
                  <a:cubicBezTo>
                    <a:pt x="185191" y="48086"/>
                    <a:pt x="171191" y="55586"/>
                    <a:pt x="155054" y="55586"/>
                  </a:cubicBezTo>
                  <a:cubicBezTo>
                    <a:pt x="149912" y="55586"/>
                    <a:pt x="144552" y="54824"/>
                    <a:pt x="138887" y="53069"/>
                  </a:cubicBezTo>
                  <a:cubicBezTo>
                    <a:pt x="124862" y="48724"/>
                    <a:pt x="115658" y="40068"/>
                    <a:pt x="105931" y="30900"/>
                  </a:cubicBezTo>
                  <a:cubicBezTo>
                    <a:pt x="99918" y="25245"/>
                    <a:pt x="93715" y="19387"/>
                    <a:pt x="86238" y="14612"/>
                  </a:cubicBezTo>
                  <a:cubicBezTo>
                    <a:pt x="73320" y="6337"/>
                    <a:pt x="56055" y="813"/>
                    <a:pt x="41173" y="206"/>
                  </a:cubicBezTo>
                  <a:cubicBezTo>
                    <a:pt x="37818" y="69"/>
                    <a:pt x="34646" y="1"/>
                    <a:pt x="316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theme" Target="../theme/theme2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da"/>
              <a:buNone/>
              <a:defRPr sz="32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da"/>
              <a:buNone/>
              <a:defRPr sz="32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da"/>
              <a:buNone/>
              <a:defRPr sz="32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da"/>
              <a:buNone/>
              <a:defRPr sz="32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da"/>
              <a:buNone/>
              <a:defRPr sz="32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da"/>
              <a:buNone/>
              <a:defRPr sz="32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da"/>
              <a:buNone/>
              <a:defRPr sz="32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da"/>
              <a:buNone/>
              <a:defRPr sz="32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da"/>
              <a:buNone/>
              <a:defRPr sz="32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4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5.png"/><Relationship Id="rId4" Type="http://schemas.openxmlformats.org/officeDocument/2006/relationships/image" Target="../media/image6.png"/><Relationship Id="rId5" Type="http://schemas.openxmlformats.org/officeDocument/2006/relationships/image" Target="../media/image9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5.png"/><Relationship Id="rId4" Type="http://schemas.openxmlformats.org/officeDocument/2006/relationships/image" Target="../media/image6.png"/><Relationship Id="rId5" Type="http://schemas.openxmlformats.org/officeDocument/2006/relationships/image" Target="../media/image10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5.png"/><Relationship Id="rId4" Type="http://schemas.openxmlformats.org/officeDocument/2006/relationships/image" Target="../media/image6.png"/><Relationship Id="rId5" Type="http://schemas.openxmlformats.org/officeDocument/2006/relationships/image" Target="../media/image9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Relationship Id="rId4" Type="http://schemas.openxmlformats.org/officeDocument/2006/relationships/image" Target="../media/image35.png"/><Relationship Id="rId5" Type="http://schemas.openxmlformats.org/officeDocument/2006/relationships/image" Target="../media/image9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Relationship Id="rId4" Type="http://schemas.openxmlformats.org/officeDocument/2006/relationships/image" Target="../media/image3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Relationship Id="rId4" Type="http://schemas.openxmlformats.org/officeDocument/2006/relationships/image" Target="../media/image35.png"/><Relationship Id="rId5" Type="http://schemas.openxmlformats.org/officeDocument/2006/relationships/image" Target="../media/image9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Relationship Id="rId4" Type="http://schemas.openxmlformats.org/officeDocument/2006/relationships/image" Target="../media/image35.png"/><Relationship Id="rId5" Type="http://schemas.openxmlformats.org/officeDocument/2006/relationships/image" Target="../media/image10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png"/><Relationship Id="rId4" Type="http://schemas.openxmlformats.org/officeDocument/2006/relationships/image" Target="../media/image35.png"/><Relationship Id="rId5" Type="http://schemas.openxmlformats.org/officeDocument/2006/relationships/image" Target="../media/image11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5.png"/><Relationship Id="rId4" Type="http://schemas.openxmlformats.org/officeDocument/2006/relationships/image" Target="../media/image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5.png"/><Relationship Id="rId4" Type="http://schemas.openxmlformats.org/officeDocument/2006/relationships/image" Target="../media/image10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.png"/><Relationship Id="rId4" Type="http://schemas.openxmlformats.org/officeDocument/2006/relationships/image" Target="../media/image10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.png"/><Relationship Id="rId4" Type="http://schemas.openxmlformats.org/officeDocument/2006/relationships/image" Target="../media/image35.png"/><Relationship Id="rId5" Type="http://schemas.openxmlformats.org/officeDocument/2006/relationships/image" Target="../media/image11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5.png"/><Relationship Id="rId4" Type="http://schemas.openxmlformats.org/officeDocument/2006/relationships/image" Target="../media/image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.png"/><Relationship Id="rId4" Type="http://schemas.openxmlformats.org/officeDocument/2006/relationships/image" Target="../media/image35.png"/><Relationship Id="rId5" Type="http://schemas.openxmlformats.org/officeDocument/2006/relationships/image" Target="../media/image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5.png"/><Relationship Id="rId4" Type="http://schemas.openxmlformats.org/officeDocument/2006/relationships/image" Target="../media/image6.png"/><Relationship Id="rId5" Type="http://schemas.openxmlformats.org/officeDocument/2006/relationships/image" Target="../media/image11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5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30"/>
          <p:cNvSpPr txBox="1"/>
          <p:nvPr>
            <p:ph type="ctrTitle"/>
          </p:nvPr>
        </p:nvSpPr>
        <p:spPr>
          <a:xfrm>
            <a:off x="660625" y="1767775"/>
            <a:ext cx="7857000" cy="127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MSPR TPRE501</a:t>
            </a:r>
            <a:endParaRPr/>
          </a:p>
        </p:txBody>
      </p:sp>
      <p:sp>
        <p:nvSpPr>
          <p:cNvPr id="795" name="Google Shape;795;p30"/>
          <p:cNvSpPr txBox="1"/>
          <p:nvPr>
            <p:ph idx="1" type="subTitle"/>
          </p:nvPr>
        </p:nvSpPr>
        <p:spPr>
          <a:xfrm>
            <a:off x="1452000" y="3226925"/>
            <a:ext cx="6240000" cy="6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Réalisé par Florent BACCARD, Tojoniaina RATSIMBAZAFY, Gael SCHENCK et Alessia TORNABENE</a:t>
            </a:r>
            <a:endParaRPr/>
          </a:p>
        </p:txBody>
      </p:sp>
      <p:pic>
        <p:nvPicPr>
          <p:cNvPr id="796" name="Google Shape;796;p30"/>
          <p:cNvPicPr preferRelativeResize="0"/>
          <p:nvPr/>
        </p:nvPicPr>
        <p:blipFill rotWithShape="1">
          <a:blip r:embed="rId3">
            <a:alphaModFix/>
          </a:blip>
          <a:srcRect b="700" l="0" r="0" t="700"/>
          <a:stretch/>
        </p:blipFill>
        <p:spPr>
          <a:xfrm>
            <a:off x="5549487" y="3901250"/>
            <a:ext cx="433501" cy="410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7" name="Google Shape;797;p30"/>
          <p:cNvPicPr preferRelativeResize="0"/>
          <p:nvPr/>
        </p:nvPicPr>
        <p:blipFill rotWithShape="1">
          <a:blip r:embed="rId3">
            <a:alphaModFix/>
          </a:blip>
          <a:srcRect b="700" l="0" r="0" t="700"/>
          <a:stretch/>
        </p:blipFill>
        <p:spPr>
          <a:xfrm>
            <a:off x="3684150" y="773325"/>
            <a:ext cx="707572" cy="6693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98" name="Google Shape;798;p30"/>
          <p:cNvCxnSpPr/>
          <p:nvPr/>
        </p:nvCxnSpPr>
        <p:spPr>
          <a:xfrm>
            <a:off x="1489500" y="3098563"/>
            <a:ext cx="6165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99" name="Google Shape;799;p30"/>
          <p:cNvPicPr preferRelativeResize="0"/>
          <p:nvPr/>
        </p:nvPicPr>
        <p:blipFill rotWithShape="1">
          <a:blip r:embed="rId4">
            <a:alphaModFix/>
          </a:blip>
          <a:srcRect b="2856" l="0" r="0" t="2856"/>
          <a:stretch/>
        </p:blipFill>
        <p:spPr>
          <a:xfrm>
            <a:off x="3104200" y="3901250"/>
            <a:ext cx="947071" cy="856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00" name="Google Shape;800;p30"/>
          <p:cNvPicPr preferRelativeResize="0"/>
          <p:nvPr/>
        </p:nvPicPr>
        <p:blipFill rotWithShape="1">
          <a:blip r:embed="rId5">
            <a:alphaModFix/>
          </a:blip>
          <a:srcRect b="6398" l="6912" r="43289" t="9856"/>
          <a:stretch/>
        </p:blipFill>
        <p:spPr>
          <a:xfrm>
            <a:off x="6970000" y="3604325"/>
            <a:ext cx="1486874" cy="1406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31"/>
          <p:cNvSpPr txBox="1"/>
          <p:nvPr>
            <p:ph idx="8" type="subTitle"/>
          </p:nvPr>
        </p:nvSpPr>
        <p:spPr>
          <a:xfrm>
            <a:off x="641350" y="1796350"/>
            <a:ext cx="2344200" cy="69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&amp; Contexte</a:t>
            </a:r>
            <a:endParaRPr/>
          </a:p>
        </p:txBody>
      </p:sp>
      <p:sp>
        <p:nvSpPr>
          <p:cNvPr id="806" name="Google Shape;806;p31"/>
          <p:cNvSpPr txBox="1"/>
          <p:nvPr>
            <p:ph idx="9" type="subTitle"/>
          </p:nvPr>
        </p:nvSpPr>
        <p:spPr>
          <a:xfrm>
            <a:off x="3399900" y="1838300"/>
            <a:ext cx="2344200" cy="6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Sources des Données &amp; Collecte</a:t>
            </a:r>
            <a:endParaRPr/>
          </a:p>
        </p:txBody>
      </p:sp>
      <p:sp>
        <p:nvSpPr>
          <p:cNvPr id="807" name="Google Shape;807;p31"/>
          <p:cNvSpPr txBox="1"/>
          <p:nvPr>
            <p:ph idx="13" type="subTitle"/>
          </p:nvPr>
        </p:nvSpPr>
        <p:spPr>
          <a:xfrm>
            <a:off x="641350" y="3726425"/>
            <a:ext cx="2344200" cy="6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Modélisation des Données</a:t>
            </a:r>
            <a:endParaRPr/>
          </a:p>
        </p:txBody>
      </p:sp>
      <p:sp>
        <p:nvSpPr>
          <p:cNvPr id="808" name="Google Shape;808;p31"/>
          <p:cNvSpPr txBox="1"/>
          <p:nvPr>
            <p:ph idx="14" type="subTitle"/>
          </p:nvPr>
        </p:nvSpPr>
        <p:spPr>
          <a:xfrm>
            <a:off x="3399900" y="3708575"/>
            <a:ext cx="2344200" cy="6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Mise en place de l’ETL</a:t>
            </a:r>
            <a:endParaRPr/>
          </a:p>
        </p:txBody>
      </p:sp>
      <p:sp>
        <p:nvSpPr>
          <p:cNvPr id="809" name="Google Shape;809;p31"/>
          <p:cNvSpPr txBox="1"/>
          <p:nvPr>
            <p:ph type="title"/>
          </p:nvPr>
        </p:nvSpPr>
        <p:spPr>
          <a:xfrm>
            <a:off x="641350" y="1181700"/>
            <a:ext cx="1275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810" name="Google Shape;810;p31"/>
          <p:cNvSpPr txBox="1"/>
          <p:nvPr>
            <p:ph idx="2" type="title"/>
          </p:nvPr>
        </p:nvSpPr>
        <p:spPr>
          <a:xfrm>
            <a:off x="3399900" y="1181700"/>
            <a:ext cx="1275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811" name="Google Shape;811;p31"/>
          <p:cNvSpPr txBox="1"/>
          <p:nvPr>
            <p:ph idx="4" type="title"/>
          </p:nvPr>
        </p:nvSpPr>
        <p:spPr>
          <a:xfrm>
            <a:off x="641350" y="3058325"/>
            <a:ext cx="1275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812" name="Google Shape;812;p31"/>
          <p:cNvSpPr txBox="1"/>
          <p:nvPr>
            <p:ph idx="6" type="title"/>
          </p:nvPr>
        </p:nvSpPr>
        <p:spPr>
          <a:xfrm>
            <a:off x="3399900" y="3058325"/>
            <a:ext cx="1275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813" name="Google Shape;813;p31"/>
          <p:cNvSpPr txBox="1"/>
          <p:nvPr>
            <p:ph idx="15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Sommaire</a:t>
            </a:r>
            <a:endParaRPr/>
          </a:p>
        </p:txBody>
      </p:sp>
      <p:sp>
        <p:nvSpPr>
          <p:cNvPr id="814" name="Google Shape;814;p31"/>
          <p:cNvSpPr txBox="1"/>
          <p:nvPr>
            <p:ph idx="16" type="title"/>
          </p:nvPr>
        </p:nvSpPr>
        <p:spPr>
          <a:xfrm>
            <a:off x="6087600" y="1181700"/>
            <a:ext cx="1275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815" name="Google Shape;815;p31"/>
          <p:cNvSpPr txBox="1"/>
          <p:nvPr>
            <p:ph idx="18" type="title"/>
          </p:nvPr>
        </p:nvSpPr>
        <p:spPr>
          <a:xfrm>
            <a:off x="6087600" y="3058325"/>
            <a:ext cx="1275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816" name="Google Shape;816;p31"/>
          <p:cNvSpPr txBox="1"/>
          <p:nvPr>
            <p:ph idx="20" type="subTitle"/>
          </p:nvPr>
        </p:nvSpPr>
        <p:spPr>
          <a:xfrm>
            <a:off x="6087600" y="1796350"/>
            <a:ext cx="2344200" cy="95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Nettoyage &amp; Préparation des Données</a:t>
            </a:r>
            <a:endParaRPr/>
          </a:p>
        </p:txBody>
      </p:sp>
      <p:sp>
        <p:nvSpPr>
          <p:cNvPr id="817" name="Google Shape;817;p31"/>
          <p:cNvSpPr txBox="1"/>
          <p:nvPr>
            <p:ph idx="21" type="subTitle"/>
          </p:nvPr>
        </p:nvSpPr>
        <p:spPr>
          <a:xfrm>
            <a:off x="6087600" y="3678725"/>
            <a:ext cx="2344200" cy="69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Développement de l’API</a:t>
            </a:r>
            <a:endParaRPr/>
          </a:p>
        </p:txBody>
      </p:sp>
      <p:cxnSp>
        <p:nvCxnSpPr>
          <p:cNvPr id="818" name="Google Shape;818;p31"/>
          <p:cNvCxnSpPr/>
          <p:nvPr/>
        </p:nvCxnSpPr>
        <p:spPr>
          <a:xfrm>
            <a:off x="687025" y="1795138"/>
            <a:ext cx="2310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9" name="Google Shape;819;p31"/>
          <p:cNvCxnSpPr/>
          <p:nvPr/>
        </p:nvCxnSpPr>
        <p:spPr>
          <a:xfrm>
            <a:off x="687025" y="3678713"/>
            <a:ext cx="2310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0" name="Google Shape;820;p31"/>
          <p:cNvCxnSpPr/>
          <p:nvPr/>
        </p:nvCxnSpPr>
        <p:spPr>
          <a:xfrm>
            <a:off x="3449950" y="1796338"/>
            <a:ext cx="2310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1" name="Google Shape;821;p31"/>
          <p:cNvCxnSpPr/>
          <p:nvPr/>
        </p:nvCxnSpPr>
        <p:spPr>
          <a:xfrm>
            <a:off x="3449950" y="3679913"/>
            <a:ext cx="2310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2" name="Google Shape;822;p31"/>
          <p:cNvCxnSpPr/>
          <p:nvPr/>
        </p:nvCxnSpPr>
        <p:spPr>
          <a:xfrm>
            <a:off x="6146575" y="1796338"/>
            <a:ext cx="2310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3" name="Google Shape;823;p31"/>
          <p:cNvCxnSpPr/>
          <p:nvPr/>
        </p:nvCxnSpPr>
        <p:spPr>
          <a:xfrm>
            <a:off x="6146575" y="3679913"/>
            <a:ext cx="2310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4" name="Google Shape;824;p31"/>
          <p:cNvPicPr preferRelativeResize="0"/>
          <p:nvPr/>
        </p:nvPicPr>
        <p:blipFill rotWithShape="1">
          <a:blip r:embed="rId3">
            <a:alphaModFix/>
          </a:blip>
          <a:srcRect b="709" l="0" r="0" t="699"/>
          <a:stretch/>
        </p:blipFill>
        <p:spPr>
          <a:xfrm>
            <a:off x="66425" y="4486301"/>
            <a:ext cx="620600" cy="587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5" name="Google Shape;825;p31"/>
          <p:cNvPicPr preferRelativeResize="0"/>
          <p:nvPr/>
        </p:nvPicPr>
        <p:blipFill rotWithShape="1">
          <a:blip r:embed="rId4">
            <a:alphaModFix/>
          </a:blip>
          <a:srcRect b="6398" l="6912" r="43289" t="9856"/>
          <a:stretch/>
        </p:blipFill>
        <p:spPr>
          <a:xfrm>
            <a:off x="8121350" y="116150"/>
            <a:ext cx="1424276" cy="1347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6" name="Google Shape;826;p31"/>
          <p:cNvPicPr preferRelativeResize="0"/>
          <p:nvPr/>
        </p:nvPicPr>
        <p:blipFill rotWithShape="1">
          <a:blip r:embed="rId5">
            <a:alphaModFix/>
          </a:blip>
          <a:srcRect b="709" l="0" r="0" t="699"/>
          <a:stretch/>
        </p:blipFill>
        <p:spPr>
          <a:xfrm>
            <a:off x="8424000" y="3181150"/>
            <a:ext cx="470732" cy="445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32"/>
          <p:cNvSpPr txBox="1"/>
          <p:nvPr>
            <p:ph idx="8" type="subTitle"/>
          </p:nvPr>
        </p:nvSpPr>
        <p:spPr>
          <a:xfrm>
            <a:off x="641350" y="1796350"/>
            <a:ext cx="2344200" cy="97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Visualisation des Données avec Power BI</a:t>
            </a:r>
            <a:endParaRPr/>
          </a:p>
        </p:txBody>
      </p:sp>
      <p:sp>
        <p:nvSpPr>
          <p:cNvPr id="832" name="Google Shape;832;p32"/>
          <p:cNvSpPr txBox="1"/>
          <p:nvPr>
            <p:ph idx="9" type="subTitle"/>
          </p:nvPr>
        </p:nvSpPr>
        <p:spPr>
          <a:xfrm>
            <a:off x="3399900" y="1838300"/>
            <a:ext cx="2344200" cy="36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Gestion de Projet</a:t>
            </a:r>
            <a:endParaRPr/>
          </a:p>
        </p:txBody>
      </p:sp>
      <p:sp>
        <p:nvSpPr>
          <p:cNvPr id="833" name="Google Shape;833;p32"/>
          <p:cNvSpPr txBox="1"/>
          <p:nvPr>
            <p:ph type="title"/>
          </p:nvPr>
        </p:nvSpPr>
        <p:spPr>
          <a:xfrm>
            <a:off x="641350" y="1181700"/>
            <a:ext cx="1275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07</a:t>
            </a:r>
            <a:endParaRPr/>
          </a:p>
        </p:txBody>
      </p:sp>
      <p:sp>
        <p:nvSpPr>
          <p:cNvPr id="834" name="Google Shape;834;p32"/>
          <p:cNvSpPr txBox="1"/>
          <p:nvPr>
            <p:ph idx="2" type="title"/>
          </p:nvPr>
        </p:nvSpPr>
        <p:spPr>
          <a:xfrm>
            <a:off x="3399900" y="1181700"/>
            <a:ext cx="1275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08</a:t>
            </a:r>
            <a:endParaRPr/>
          </a:p>
        </p:txBody>
      </p:sp>
      <p:sp>
        <p:nvSpPr>
          <p:cNvPr id="835" name="Google Shape;835;p32"/>
          <p:cNvSpPr txBox="1"/>
          <p:nvPr>
            <p:ph idx="15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Sommaire</a:t>
            </a:r>
            <a:endParaRPr/>
          </a:p>
        </p:txBody>
      </p:sp>
      <p:sp>
        <p:nvSpPr>
          <p:cNvPr id="836" name="Google Shape;836;p32"/>
          <p:cNvSpPr txBox="1"/>
          <p:nvPr>
            <p:ph idx="16" type="title"/>
          </p:nvPr>
        </p:nvSpPr>
        <p:spPr>
          <a:xfrm>
            <a:off x="6087600" y="1181700"/>
            <a:ext cx="1275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09</a:t>
            </a:r>
            <a:endParaRPr/>
          </a:p>
        </p:txBody>
      </p:sp>
      <p:sp>
        <p:nvSpPr>
          <p:cNvPr id="837" name="Google Shape;837;p32"/>
          <p:cNvSpPr txBox="1"/>
          <p:nvPr>
            <p:ph idx="20" type="subTitle"/>
          </p:nvPr>
        </p:nvSpPr>
        <p:spPr>
          <a:xfrm>
            <a:off x="6087600" y="1796350"/>
            <a:ext cx="2344200" cy="69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 &amp; Axes d’Amélioration</a:t>
            </a:r>
            <a:endParaRPr/>
          </a:p>
        </p:txBody>
      </p:sp>
      <p:cxnSp>
        <p:nvCxnSpPr>
          <p:cNvPr id="838" name="Google Shape;838;p32"/>
          <p:cNvCxnSpPr/>
          <p:nvPr/>
        </p:nvCxnSpPr>
        <p:spPr>
          <a:xfrm>
            <a:off x="687025" y="1795138"/>
            <a:ext cx="2310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9" name="Google Shape;839;p32"/>
          <p:cNvCxnSpPr/>
          <p:nvPr/>
        </p:nvCxnSpPr>
        <p:spPr>
          <a:xfrm>
            <a:off x="3449950" y="1796338"/>
            <a:ext cx="2310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0" name="Google Shape;840;p32"/>
          <p:cNvCxnSpPr/>
          <p:nvPr/>
        </p:nvCxnSpPr>
        <p:spPr>
          <a:xfrm>
            <a:off x="6146575" y="1796338"/>
            <a:ext cx="2310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41" name="Google Shape;841;p32"/>
          <p:cNvPicPr preferRelativeResize="0"/>
          <p:nvPr/>
        </p:nvPicPr>
        <p:blipFill rotWithShape="1">
          <a:blip r:embed="rId3">
            <a:alphaModFix/>
          </a:blip>
          <a:srcRect b="709" l="0" r="0" t="699"/>
          <a:stretch/>
        </p:blipFill>
        <p:spPr>
          <a:xfrm>
            <a:off x="66425" y="4486301"/>
            <a:ext cx="620600" cy="587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842" name="Google Shape;842;p32"/>
          <p:cNvPicPr preferRelativeResize="0"/>
          <p:nvPr/>
        </p:nvPicPr>
        <p:blipFill rotWithShape="1">
          <a:blip r:embed="rId4">
            <a:alphaModFix/>
          </a:blip>
          <a:srcRect b="6398" l="6912" r="43289" t="9856"/>
          <a:stretch/>
        </p:blipFill>
        <p:spPr>
          <a:xfrm>
            <a:off x="8121350" y="116150"/>
            <a:ext cx="1424276" cy="1347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43" name="Google Shape;843;p32"/>
          <p:cNvPicPr preferRelativeResize="0"/>
          <p:nvPr/>
        </p:nvPicPr>
        <p:blipFill rotWithShape="1">
          <a:blip r:embed="rId5">
            <a:alphaModFix/>
          </a:blip>
          <a:srcRect b="709" l="0" r="0" t="699"/>
          <a:stretch/>
        </p:blipFill>
        <p:spPr>
          <a:xfrm>
            <a:off x="8424000" y="3181150"/>
            <a:ext cx="470732" cy="445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33"/>
          <p:cNvSpPr txBox="1"/>
          <p:nvPr>
            <p:ph type="title"/>
          </p:nvPr>
        </p:nvSpPr>
        <p:spPr>
          <a:xfrm>
            <a:off x="3395975" y="1962900"/>
            <a:ext cx="4103400" cy="121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&amp; CONTEXTE</a:t>
            </a:r>
            <a:endParaRPr/>
          </a:p>
        </p:txBody>
      </p:sp>
      <p:sp>
        <p:nvSpPr>
          <p:cNvPr id="849" name="Google Shape;849;p33"/>
          <p:cNvSpPr txBox="1"/>
          <p:nvPr>
            <p:ph idx="2" type="title"/>
          </p:nvPr>
        </p:nvSpPr>
        <p:spPr>
          <a:xfrm>
            <a:off x="1593538" y="1811375"/>
            <a:ext cx="1693800" cy="12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r>
              <a:rPr lang="en"/>
              <a:t>1</a:t>
            </a:r>
            <a:endParaRPr/>
          </a:p>
        </p:txBody>
      </p:sp>
      <p:cxnSp>
        <p:nvCxnSpPr>
          <p:cNvPr id="850" name="Google Shape;850;p33"/>
          <p:cNvCxnSpPr/>
          <p:nvPr/>
        </p:nvCxnSpPr>
        <p:spPr>
          <a:xfrm>
            <a:off x="1712850" y="3250963"/>
            <a:ext cx="571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34"/>
          <p:cNvSpPr txBox="1"/>
          <p:nvPr>
            <p:ph idx="1" type="body"/>
          </p:nvPr>
        </p:nvSpPr>
        <p:spPr>
          <a:xfrm>
            <a:off x="952400" y="1753825"/>
            <a:ext cx="3372900" cy="28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L’OMS a besoin de données fiables pour surveiller les pandémies (VIH, COVID, MPOX).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Problème : Les données sont dispersées (WHO, UNICEF, OpenData) et difficiles à exploiter.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Solution : Une plateforme qui collecte, nettoie et visualise ces données pour aider les chercheurs et décideurs.</a:t>
            </a:r>
            <a:endParaRPr/>
          </a:p>
        </p:txBody>
      </p:sp>
      <p:sp>
        <p:nvSpPr>
          <p:cNvPr id="856" name="Google Shape;856;p34"/>
          <p:cNvSpPr txBox="1"/>
          <p:nvPr>
            <p:ph type="title"/>
          </p:nvPr>
        </p:nvSpPr>
        <p:spPr>
          <a:xfrm>
            <a:off x="613450" y="999350"/>
            <a:ext cx="4003200" cy="69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Pourquoi ce projet ?</a:t>
            </a:r>
            <a:endParaRPr/>
          </a:p>
        </p:txBody>
      </p:sp>
      <p:grpSp>
        <p:nvGrpSpPr>
          <p:cNvPr id="857" name="Google Shape;857;p34"/>
          <p:cNvGrpSpPr/>
          <p:nvPr/>
        </p:nvGrpSpPr>
        <p:grpSpPr>
          <a:xfrm>
            <a:off x="5042225" y="598312"/>
            <a:ext cx="3276027" cy="3033325"/>
            <a:chOff x="5034400" y="1273862"/>
            <a:chExt cx="3276027" cy="3033325"/>
          </a:xfrm>
        </p:grpSpPr>
        <p:pic>
          <p:nvPicPr>
            <p:cNvPr id="858" name="Google Shape;858;p34"/>
            <p:cNvPicPr preferRelativeResize="0"/>
            <p:nvPr/>
          </p:nvPicPr>
          <p:blipFill rotWithShape="1">
            <a:blip r:embed="rId3">
              <a:alphaModFix/>
            </a:blip>
            <a:srcRect b="0" l="8905" r="30344" t="0"/>
            <a:stretch/>
          </p:blipFill>
          <p:spPr>
            <a:xfrm>
              <a:off x="5034400" y="1273862"/>
              <a:ext cx="3276027" cy="3033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9" name="Google Shape;859;p34"/>
            <p:cNvPicPr preferRelativeResize="0"/>
            <p:nvPr/>
          </p:nvPicPr>
          <p:blipFill rotWithShape="1">
            <a:blip r:embed="rId4">
              <a:alphaModFix/>
            </a:blip>
            <a:srcRect b="6398" l="6912" r="43289" t="9856"/>
            <a:stretch/>
          </p:blipFill>
          <p:spPr>
            <a:xfrm flipH="1">
              <a:off x="5422876" y="1503700"/>
              <a:ext cx="2311777" cy="218692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860" name="Google Shape;860;p34"/>
          <p:cNvCxnSpPr/>
          <p:nvPr/>
        </p:nvCxnSpPr>
        <p:spPr>
          <a:xfrm>
            <a:off x="4667525" y="1427488"/>
            <a:ext cx="0" cy="2879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1" name="Google Shape;861;p34"/>
          <p:cNvSpPr txBox="1"/>
          <p:nvPr>
            <p:ph idx="1" type="body"/>
          </p:nvPr>
        </p:nvSpPr>
        <p:spPr>
          <a:xfrm>
            <a:off x="4813125" y="3757525"/>
            <a:ext cx="3372900" cy="9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Sans données fiables, il est difficile d’anticiper les prochaines vagues épidémiques.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35"/>
          <p:cNvSpPr txBox="1"/>
          <p:nvPr>
            <p:ph idx="1" type="body"/>
          </p:nvPr>
        </p:nvSpPr>
        <p:spPr>
          <a:xfrm>
            <a:off x="983850" y="1846050"/>
            <a:ext cx="3372900" cy="21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Problèmes actuels 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Données dispersées et non standardisées (CSV, JSON, BDD).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Accès limité aux statistiques clés.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Manque de visualisation claire pour les décideurs.</a:t>
            </a:r>
            <a:endParaRPr/>
          </a:p>
        </p:txBody>
      </p:sp>
      <p:sp>
        <p:nvSpPr>
          <p:cNvPr id="867" name="Google Shape;867;p35"/>
          <p:cNvSpPr txBox="1"/>
          <p:nvPr>
            <p:ph type="title"/>
          </p:nvPr>
        </p:nvSpPr>
        <p:spPr>
          <a:xfrm>
            <a:off x="2713300" y="196650"/>
            <a:ext cx="3790500" cy="111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Problématique et besoins de l’OMS</a:t>
            </a:r>
            <a:endParaRPr/>
          </a:p>
        </p:txBody>
      </p:sp>
      <p:cxnSp>
        <p:nvCxnSpPr>
          <p:cNvPr id="868" name="Google Shape;868;p35"/>
          <p:cNvCxnSpPr/>
          <p:nvPr/>
        </p:nvCxnSpPr>
        <p:spPr>
          <a:xfrm>
            <a:off x="4667525" y="1427488"/>
            <a:ext cx="0" cy="2879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9" name="Google Shape;869;p35"/>
          <p:cNvSpPr txBox="1"/>
          <p:nvPr>
            <p:ph idx="1" type="body"/>
          </p:nvPr>
        </p:nvSpPr>
        <p:spPr>
          <a:xfrm>
            <a:off x="5162925" y="1846050"/>
            <a:ext cx="3372900" cy="28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Objectifs du projet 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Centraliser et structurer les données.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Automatiser le nettoyage et l’analyse.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Créer un tableau de bord interactif pour faciliter la prise de décision.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Aider à anticiper les futures pandémies grâce aux données.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36"/>
          <p:cNvSpPr txBox="1"/>
          <p:nvPr>
            <p:ph type="title"/>
          </p:nvPr>
        </p:nvSpPr>
        <p:spPr>
          <a:xfrm>
            <a:off x="3403850" y="1580800"/>
            <a:ext cx="4103400" cy="154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SOURCES DES DONNÉES &amp; COLLECTE</a:t>
            </a:r>
            <a:endParaRPr sz="3200"/>
          </a:p>
        </p:txBody>
      </p:sp>
      <p:sp>
        <p:nvSpPr>
          <p:cNvPr id="875" name="Google Shape;875;p36"/>
          <p:cNvSpPr txBox="1"/>
          <p:nvPr>
            <p:ph idx="2" type="title"/>
          </p:nvPr>
        </p:nvSpPr>
        <p:spPr>
          <a:xfrm>
            <a:off x="1593538" y="1811375"/>
            <a:ext cx="1693800" cy="12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cxnSp>
        <p:nvCxnSpPr>
          <p:cNvPr id="876" name="Google Shape;876;p36"/>
          <p:cNvCxnSpPr/>
          <p:nvPr/>
        </p:nvCxnSpPr>
        <p:spPr>
          <a:xfrm>
            <a:off x="1712850" y="3250963"/>
            <a:ext cx="571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1" name="Google Shape;881;p37"/>
          <p:cNvPicPr preferRelativeResize="0"/>
          <p:nvPr/>
        </p:nvPicPr>
        <p:blipFill rotWithShape="1">
          <a:blip r:embed="rId3">
            <a:alphaModFix/>
          </a:blip>
          <a:srcRect b="7653" l="3721" r="45158" t="10143"/>
          <a:stretch/>
        </p:blipFill>
        <p:spPr>
          <a:xfrm flipH="1">
            <a:off x="7984403" y="276076"/>
            <a:ext cx="1026924" cy="928958"/>
          </a:xfrm>
          <a:prstGeom prst="rect">
            <a:avLst/>
          </a:prstGeom>
          <a:noFill/>
          <a:ln>
            <a:noFill/>
          </a:ln>
        </p:spPr>
      </p:pic>
      <p:pic>
        <p:nvPicPr>
          <p:cNvPr id="882" name="Google Shape;882;p37"/>
          <p:cNvPicPr preferRelativeResize="0"/>
          <p:nvPr/>
        </p:nvPicPr>
        <p:blipFill rotWithShape="1">
          <a:blip r:embed="rId4">
            <a:alphaModFix/>
          </a:blip>
          <a:srcRect b="2866" l="0" r="0" t="2856"/>
          <a:stretch/>
        </p:blipFill>
        <p:spPr>
          <a:xfrm>
            <a:off x="606500" y="4105650"/>
            <a:ext cx="900074" cy="814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83" name="Google Shape;883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62638" y="1261350"/>
            <a:ext cx="6962775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884" name="Google Shape;884;p37"/>
          <p:cNvSpPr txBox="1"/>
          <p:nvPr>
            <p:ph idx="2" type="title"/>
          </p:nvPr>
        </p:nvSpPr>
        <p:spPr>
          <a:xfrm>
            <a:off x="1918975" y="196650"/>
            <a:ext cx="5450100" cy="66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D’où viennent nos données ?</a:t>
            </a:r>
            <a:endParaRPr/>
          </a:p>
        </p:txBody>
      </p:sp>
      <p:sp>
        <p:nvSpPr>
          <p:cNvPr id="885" name="Google Shape;885;p37"/>
          <p:cNvSpPr txBox="1"/>
          <p:nvPr>
            <p:ph idx="4294967295" type="body"/>
          </p:nvPr>
        </p:nvSpPr>
        <p:spPr>
          <a:xfrm>
            <a:off x="2540300" y="2184250"/>
            <a:ext cx="3515100" cy="17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Nous collectons nos données auprès de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WHO : Données épidémiologiques mondiales sur le VIH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UNICEF : Accès aux soins et prévention chez les enfants.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0" name="Google Shape;890;p38"/>
          <p:cNvCxnSpPr/>
          <p:nvPr/>
        </p:nvCxnSpPr>
        <p:spPr>
          <a:xfrm>
            <a:off x="4667525" y="1427488"/>
            <a:ext cx="0" cy="2879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1" name="Google Shape;891;p38"/>
          <p:cNvSpPr txBox="1"/>
          <p:nvPr>
            <p:ph type="title"/>
          </p:nvPr>
        </p:nvSpPr>
        <p:spPr>
          <a:xfrm>
            <a:off x="2154925" y="196650"/>
            <a:ext cx="4986000" cy="111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Quels défis pour exploiter ces données ?</a:t>
            </a:r>
            <a:endParaRPr/>
          </a:p>
        </p:txBody>
      </p:sp>
      <p:sp>
        <p:nvSpPr>
          <p:cNvPr id="892" name="Google Shape;892;p38"/>
          <p:cNvSpPr txBox="1"/>
          <p:nvPr>
            <p:ph idx="1" type="body"/>
          </p:nvPr>
        </p:nvSpPr>
        <p:spPr>
          <a:xfrm>
            <a:off x="983850" y="1846050"/>
            <a:ext cx="3372900" cy="21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Problèmes rencontrés 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Formats variés : WHO utilise CSV, UNICEF fournit des données JSON, avant le choix d’autres datasets.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Données incomplètes : Certaines valeurs sont absentes ou incohérentes.</a:t>
            </a:r>
            <a:endParaRPr/>
          </a:p>
        </p:txBody>
      </p:sp>
      <p:sp>
        <p:nvSpPr>
          <p:cNvPr id="893" name="Google Shape;893;p38"/>
          <p:cNvSpPr txBox="1"/>
          <p:nvPr>
            <p:ph idx="1" type="body"/>
          </p:nvPr>
        </p:nvSpPr>
        <p:spPr>
          <a:xfrm>
            <a:off x="5162925" y="1846050"/>
            <a:ext cx="3372900" cy="138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Solutions mises en place 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Conversion et uniformisation des formats.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Nettoyage des valeurs manquantes via Pandas.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8" name="Google Shape;898;p39"/>
          <p:cNvPicPr preferRelativeResize="0"/>
          <p:nvPr/>
        </p:nvPicPr>
        <p:blipFill rotWithShape="1">
          <a:blip r:embed="rId3">
            <a:alphaModFix/>
          </a:blip>
          <a:srcRect b="7653" l="3721" r="45158" t="10143"/>
          <a:stretch/>
        </p:blipFill>
        <p:spPr>
          <a:xfrm flipH="1">
            <a:off x="7984403" y="276076"/>
            <a:ext cx="1026924" cy="92895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9" name="Google Shape;899;p39"/>
          <p:cNvPicPr preferRelativeResize="0"/>
          <p:nvPr/>
        </p:nvPicPr>
        <p:blipFill rotWithShape="1">
          <a:blip r:embed="rId4">
            <a:alphaModFix/>
          </a:blip>
          <a:srcRect b="2866" l="0" r="0" t="2856"/>
          <a:stretch/>
        </p:blipFill>
        <p:spPr>
          <a:xfrm>
            <a:off x="606500" y="4105650"/>
            <a:ext cx="900074" cy="814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0" name="Google Shape;900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3725" y="687200"/>
            <a:ext cx="7679602" cy="34995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40"/>
          <p:cNvSpPr txBox="1"/>
          <p:nvPr>
            <p:ph type="title"/>
          </p:nvPr>
        </p:nvSpPr>
        <p:spPr>
          <a:xfrm>
            <a:off x="3403850" y="1415650"/>
            <a:ext cx="4103400" cy="183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NETTOYAGE &amp; PRÉPARATION DES DONNÉES</a:t>
            </a:r>
            <a:endParaRPr/>
          </a:p>
        </p:txBody>
      </p:sp>
      <p:sp>
        <p:nvSpPr>
          <p:cNvPr id="906" name="Google Shape;906;p40"/>
          <p:cNvSpPr txBox="1"/>
          <p:nvPr>
            <p:ph idx="2" type="title"/>
          </p:nvPr>
        </p:nvSpPr>
        <p:spPr>
          <a:xfrm>
            <a:off x="1593538" y="1811375"/>
            <a:ext cx="1693800" cy="12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cxnSp>
        <p:nvCxnSpPr>
          <p:cNvPr id="907" name="Google Shape;907;p40"/>
          <p:cNvCxnSpPr/>
          <p:nvPr/>
        </p:nvCxnSpPr>
        <p:spPr>
          <a:xfrm>
            <a:off x="1712850" y="3250963"/>
            <a:ext cx="571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2" name="Google Shape;912;p41"/>
          <p:cNvCxnSpPr/>
          <p:nvPr/>
        </p:nvCxnSpPr>
        <p:spPr>
          <a:xfrm>
            <a:off x="4667525" y="1427488"/>
            <a:ext cx="0" cy="2879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3" name="Google Shape;913;p41"/>
          <p:cNvSpPr txBox="1"/>
          <p:nvPr>
            <p:ph type="title"/>
          </p:nvPr>
        </p:nvSpPr>
        <p:spPr>
          <a:xfrm>
            <a:off x="1454975" y="196650"/>
            <a:ext cx="6630000" cy="74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au Processus ETL</a:t>
            </a:r>
            <a:endParaRPr/>
          </a:p>
        </p:txBody>
      </p:sp>
      <p:sp>
        <p:nvSpPr>
          <p:cNvPr id="914" name="Google Shape;914;p41"/>
          <p:cNvSpPr txBox="1"/>
          <p:nvPr>
            <p:ph idx="1" type="body"/>
          </p:nvPr>
        </p:nvSpPr>
        <p:spPr>
          <a:xfrm>
            <a:off x="983850" y="1846050"/>
            <a:ext cx="3372900" cy="24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 données brutes ne peuvent pas être exploitées directement car elles sont souvent 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Mal formatées (différents types de fichiers)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Incomplètes (valeurs manquantes)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Incohérentes (doublons, fautes de saisie).</a:t>
            </a:r>
            <a:endParaRPr/>
          </a:p>
        </p:txBody>
      </p:sp>
      <p:sp>
        <p:nvSpPr>
          <p:cNvPr id="915" name="Google Shape;915;p41"/>
          <p:cNvSpPr txBox="1"/>
          <p:nvPr>
            <p:ph idx="1" type="body"/>
          </p:nvPr>
        </p:nvSpPr>
        <p:spPr>
          <a:xfrm>
            <a:off x="5162925" y="1846050"/>
            <a:ext cx="3372900" cy="29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L’ETL (Extract - Transform - Load) permet de 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Extraire les données brutes depuis WHO et UNICEF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Transformer les données (nettoyage et standardisation avec Pandas)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Charger les données nettoyées dans la base SQL pour exploitation via l’API et Power BI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0" name="Google Shape;920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3250" y="152400"/>
            <a:ext cx="3897993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5" name="Google Shape;925;p43"/>
          <p:cNvPicPr preferRelativeResize="0"/>
          <p:nvPr/>
        </p:nvPicPr>
        <p:blipFill rotWithShape="1">
          <a:blip r:embed="rId3">
            <a:alphaModFix/>
          </a:blip>
          <a:srcRect b="7653" l="3721" r="45158" t="10143"/>
          <a:stretch/>
        </p:blipFill>
        <p:spPr>
          <a:xfrm flipH="1">
            <a:off x="7984403" y="276076"/>
            <a:ext cx="1026924" cy="9289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26" name="Google Shape;926;p43"/>
          <p:cNvPicPr preferRelativeResize="0"/>
          <p:nvPr/>
        </p:nvPicPr>
        <p:blipFill rotWithShape="1">
          <a:blip r:embed="rId4">
            <a:alphaModFix/>
          </a:blip>
          <a:srcRect b="2866" l="0" r="0" t="2856"/>
          <a:stretch/>
        </p:blipFill>
        <p:spPr>
          <a:xfrm>
            <a:off x="606500" y="4105650"/>
            <a:ext cx="900074" cy="814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7" name="Google Shape;927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1475" y="1357435"/>
            <a:ext cx="7876959" cy="25958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44"/>
          <p:cNvSpPr txBox="1"/>
          <p:nvPr>
            <p:ph type="title"/>
          </p:nvPr>
        </p:nvSpPr>
        <p:spPr>
          <a:xfrm>
            <a:off x="3403850" y="1874525"/>
            <a:ext cx="4103400" cy="115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MODÉLISATION DES DONNÉES</a:t>
            </a:r>
            <a:endParaRPr/>
          </a:p>
        </p:txBody>
      </p:sp>
      <p:sp>
        <p:nvSpPr>
          <p:cNvPr id="933" name="Google Shape;933;p44"/>
          <p:cNvSpPr txBox="1"/>
          <p:nvPr>
            <p:ph idx="2" type="title"/>
          </p:nvPr>
        </p:nvSpPr>
        <p:spPr>
          <a:xfrm>
            <a:off x="1593538" y="1811375"/>
            <a:ext cx="1693800" cy="12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cxnSp>
        <p:nvCxnSpPr>
          <p:cNvPr id="934" name="Google Shape;934;p44"/>
          <p:cNvCxnSpPr/>
          <p:nvPr/>
        </p:nvCxnSpPr>
        <p:spPr>
          <a:xfrm>
            <a:off x="1712850" y="3250963"/>
            <a:ext cx="571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45"/>
          <p:cNvSpPr txBox="1"/>
          <p:nvPr>
            <p:ph type="title"/>
          </p:nvPr>
        </p:nvSpPr>
        <p:spPr>
          <a:xfrm>
            <a:off x="1454975" y="196650"/>
            <a:ext cx="66300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Choix de la Base de Données</a:t>
            </a:r>
            <a:endParaRPr/>
          </a:p>
        </p:txBody>
      </p:sp>
      <p:sp>
        <p:nvSpPr>
          <p:cNvPr id="940" name="Google Shape;940;p45"/>
          <p:cNvSpPr txBox="1"/>
          <p:nvPr>
            <p:ph idx="1" type="body"/>
          </p:nvPr>
        </p:nvSpPr>
        <p:spPr>
          <a:xfrm>
            <a:off x="1769550" y="2585325"/>
            <a:ext cx="5466000" cy="21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Pourquoi stocker les données en base SQL 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Données structurées : Facilite l’organisation et l’exploitation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Fiabilité : Gestion des contraintes (unicité, intégrité)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Optimisation des requêtes : Accès rapide et requêtes complexes possibles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Interopérabilité : Compatible avec l’API et Power BI pour la visualisation.</a:t>
            </a:r>
            <a:endParaRPr/>
          </a:p>
        </p:txBody>
      </p:sp>
      <p:pic>
        <p:nvPicPr>
          <p:cNvPr id="941" name="Google Shape;941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8800" y="1117950"/>
            <a:ext cx="4619625" cy="105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6" name="Google Shape;946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350" y="668525"/>
            <a:ext cx="8199299" cy="348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47"/>
          <p:cNvSpPr/>
          <p:nvPr/>
        </p:nvSpPr>
        <p:spPr>
          <a:xfrm>
            <a:off x="327563" y="432574"/>
            <a:ext cx="8488877" cy="4089345"/>
          </a:xfrm>
          <a:custGeom>
            <a:rect b="b" l="l" r="r" t="t"/>
            <a:pathLst>
              <a:path extrusionOk="0" h="6676482" w="12576114">
                <a:moveTo>
                  <a:pt x="0" y="0"/>
                </a:moveTo>
                <a:lnTo>
                  <a:pt x="12576114" y="0"/>
                </a:lnTo>
                <a:lnTo>
                  <a:pt x="12576114" y="6676482"/>
                </a:lnTo>
                <a:lnTo>
                  <a:pt x="0" y="66764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6138" l="0" r="-1479" t="-6148"/>
            </a:stretch>
          </a:blipFill>
          <a:ln>
            <a:noFill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48"/>
          <p:cNvSpPr txBox="1"/>
          <p:nvPr>
            <p:ph type="title"/>
          </p:nvPr>
        </p:nvSpPr>
        <p:spPr>
          <a:xfrm>
            <a:off x="3403850" y="2038350"/>
            <a:ext cx="4103400" cy="106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MISE EN PLACE DE L’ETL</a:t>
            </a:r>
            <a:endParaRPr/>
          </a:p>
        </p:txBody>
      </p:sp>
      <p:sp>
        <p:nvSpPr>
          <p:cNvPr id="957" name="Google Shape;957;p48"/>
          <p:cNvSpPr txBox="1"/>
          <p:nvPr>
            <p:ph idx="2" type="title"/>
          </p:nvPr>
        </p:nvSpPr>
        <p:spPr>
          <a:xfrm>
            <a:off x="1533600" y="1811375"/>
            <a:ext cx="1753800" cy="12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cxnSp>
        <p:nvCxnSpPr>
          <p:cNvPr id="958" name="Google Shape;958;p48"/>
          <p:cNvCxnSpPr/>
          <p:nvPr/>
        </p:nvCxnSpPr>
        <p:spPr>
          <a:xfrm>
            <a:off x="1712850" y="3250963"/>
            <a:ext cx="571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3" name="Google Shape;963;p49"/>
          <p:cNvPicPr preferRelativeResize="0"/>
          <p:nvPr/>
        </p:nvPicPr>
        <p:blipFill rotWithShape="1">
          <a:blip r:embed="rId3">
            <a:alphaModFix/>
          </a:blip>
          <a:srcRect b="2866" l="0" r="0" t="2856"/>
          <a:stretch/>
        </p:blipFill>
        <p:spPr>
          <a:xfrm>
            <a:off x="1622875" y="4112975"/>
            <a:ext cx="906129" cy="819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4" name="Google Shape;964;p49"/>
          <p:cNvPicPr preferRelativeResize="0"/>
          <p:nvPr/>
        </p:nvPicPr>
        <p:blipFill rotWithShape="1">
          <a:blip r:embed="rId4">
            <a:alphaModFix/>
          </a:blip>
          <a:srcRect b="7653" l="3721" r="45158" t="10143"/>
          <a:stretch/>
        </p:blipFill>
        <p:spPr>
          <a:xfrm>
            <a:off x="7944925" y="4184725"/>
            <a:ext cx="792289" cy="71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5" name="Google Shape;965;p49"/>
          <p:cNvPicPr preferRelativeResize="0"/>
          <p:nvPr/>
        </p:nvPicPr>
        <p:blipFill rotWithShape="1">
          <a:blip r:embed="rId4">
            <a:alphaModFix/>
          </a:blip>
          <a:srcRect b="7653" l="3721" r="45158" t="10143"/>
          <a:stretch/>
        </p:blipFill>
        <p:spPr>
          <a:xfrm>
            <a:off x="147700" y="1729025"/>
            <a:ext cx="1319823" cy="1193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6" name="Google Shape;966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43579" y="93950"/>
            <a:ext cx="4538490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967" name="Google Shape;967;p49"/>
          <p:cNvSpPr txBox="1"/>
          <p:nvPr>
            <p:ph idx="1" type="subTitle"/>
          </p:nvPr>
        </p:nvSpPr>
        <p:spPr>
          <a:xfrm>
            <a:off x="228075" y="690400"/>
            <a:ext cx="2815500" cy="8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Pourquoi avoir choisis Pandas ?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Quels sont les avantages ?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Est-ce facile d’utilisation ?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50"/>
          <p:cNvSpPr txBox="1"/>
          <p:nvPr>
            <p:ph idx="1" type="subTitle"/>
          </p:nvPr>
        </p:nvSpPr>
        <p:spPr>
          <a:xfrm>
            <a:off x="794325" y="589850"/>
            <a:ext cx="7888200" cy="406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Étapes du traitement des données :</a:t>
            </a:r>
            <a:endParaRPr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-"/>
            </a:pPr>
            <a:r>
              <a:rPr lang="en"/>
              <a:t>Extraction : Chargement des fichiers CSV</a:t>
            </a:r>
            <a:endParaRPr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-"/>
            </a:pPr>
            <a:r>
              <a:rPr lang="en"/>
              <a:t>Transformation :</a:t>
            </a:r>
            <a:endParaRPr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AutoNum type="arabicPeriod"/>
            </a:pPr>
            <a:r>
              <a:rPr lang="en"/>
              <a:t>Renommage des colonnes, suppression des espaces et normalisation</a:t>
            </a:r>
            <a:endParaRPr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AutoNum type="arabicPeriod"/>
            </a:pPr>
            <a:r>
              <a:rPr lang="en"/>
              <a:t>Suppression des doublons</a:t>
            </a:r>
            <a:endParaRPr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AutoNum type="arabicPeriod"/>
            </a:pPr>
            <a:r>
              <a:rPr lang="en"/>
              <a:t>Structuration des types de données</a:t>
            </a:r>
            <a:endParaRPr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-"/>
            </a:pPr>
            <a:r>
              <a:rPr lang="en"/>
              <a:t>Chargement : Intégration dans la base relationnelle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3" name="Google Shape;973;p50"/>
          <p:cNvPicPr preferRelativeResize="0"/>
          <p:nvPr/>
        </p:nvPicPr>
        <p:blipFill rotWithShape="1">
          <a:blip r:embed="rId3">
            <a:alphaModFix/>
          </a:blip>
          <a:srcRect b="6398" l="6912" r="43289" t="9856"/>
          <a:stretch/>
        </p:blipFill>
        <p:spPr>
          <a:xfrm>
            <a:off x="2340800" y="178700"/>
            <a:ext cx="1140398" cy="107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4" name="Google Shape;974;p50"/>
          <p:cNvPicPr preferRelativeResize="0"/>
          <p:nvPr/>
        </p:nvPicPr>
        <p:blipFill rotWithShape="1">
          <a:blip r:embed="rId3">
            <a:alphaModFix/>
          </a:blip>
          <a:srcRect b="6398" l="6912" r="43289" t="9856"/>
          <a:stretch/>
        </p:blipFill>
        <p:spPr>
          <a:xfrm>
            <a:off x="6205131" y="4076078"/>
            <a:ext cx="889846" cy="841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75" name="Google Shape;975;p50"/>
          <p:cNvPicPr preferRelativeResize="0"/>
          <p:nvPr/>
        </p:nvPicPr>
        <p:blipFill rotWithShape="1">
          <a:blip r:embed="rId3">
            <a:alphaModFix/>
          </a:blip>
          <a:srcRect b="6398" l="6912" r="43289" t="9856"/>
          <a:stretch/>
        </p:blipFill>
        <p:spPr>
          <a:xfrm>
            <a:off x="8031807" y="1194696"/>
            <a:ext cx="967875" cy="915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76" name="Google Shape;976;p50"/>
          <p:cNvPicPr preferRelativeResize="0"/>
          <p:nvPr/>
        </p:nvPicPr>
        <p:blipFill rotWithShape="1">
          <a:blip r:embed="rId4">
            <a:alphaModFix/>
          </a:blip>
          <a:srcRect b="7653" l="3721" r="45158" t="10143"/>
          <a:stretch/>
        </p:blipFill>
        <p:spPr>
          <a:xfrm flipH="1">
            <a:off x="2772512" y="4146338"/>
            <a:ext cx="750351" cy="6787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1" name="Google Shape;981;p51"/>
          <p:cNvPicPr preferRelativeResize="0"/>
          <p:nvPr/>
        </p:nvPicPr>
        <p:blipFill rotWithShape="1">
          <a:blip r:embed="rId3">
            <a:alphaModFix/>
          </a:blip>
          <a:srcRect b="2866" l="0" r="0" t="2856"/>
          <a:stretch/>
        </p:blipFill>
        <p:spPr>
          <a:xfrm>
            <a:off x="1622875" y="4112975"/>
            <a:ext cx="906129" cy="819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82" name="Google Shape;982;p51"/>
          <p:cNvPicPr preferRelativeResize="0"/>
          <p:nvPr/>
        </p:nvPicPr>
        <p:blipFill rotWithShape="1">
          <a:blip r:embed="rId4">
            <a:alphaModFix/>
          </a:blip>
          <a:srcRect b="7653" l="3721" r="45158" t="10143"/>
          <a:stretch/>
        </p:blipFill>
        <p:spPr>
          <a:xfrm>
            <a:off x="7944925" y="4184725"/>
            <a:ext cx="792289" cy="71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3" name="Google Shape;983;p51"/>
          <p:cNvPicPr preferRelativeResize="0"/>
          <p:nvPr/>
        </p:nvPicPr>
        <p:blipFill rotWithShape="1">
          <a:blip r:embed="rId4">
            <a:alphaModFix/>
          </a:blip>
          <a:srcRect b="7653" l="3721" r="45158" t="10143"/>
          <a:stretch/>
        </p:blipFill>
        <p:spPr>
          <a:xfrm>
            <a:off x="147700" y="1729025"/>
            <a:ext cx="1319823" cy="1193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84" name="Google Shape;984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40979" y="152400"/>
            <a:ext cx="4833013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9" name="Google Shape;989;p52"/>
          <p:cNvPicPr preferRelativeResize="0"/>
          <p:nvPr/>
        </p:nvPicPr>
        <p:blipFill rotWithShape="1">
          <a:blip r:embed="rId3">
            <a:alphaModFix/>
          </a:blip>
          <a:srcRect b="2866" l="0" r="0" t="2856"/>
          <a:stretch/>
        </p:blipFill>
        <p:spPr>
          <a:xfrm>
            <a:off x="1622875" y="4112975"/>
            <a:ext cx="906129" cy="819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90" name="Google Shape;990;p52"/>
          <p:cNvPicPr preferRelativeResize="0"/>
          <p:nvPr/>
        </p:nvPicPr>
        <p:blipFill rotWithShape="1">
          <a:blip r:embed="rId4">
            <a:alphaModFix/>
          </a:blip>
          <a:srcRect b="7653" l="3721" r="45158" t="10143"/>
          <a:stretch/>
        </p:blipFill>
        <p:spPr>
          <a:xfrm>
            <a:off x="7944925" y="4184725"/>
            <a:ext cx="792289" cy="71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1" name="Google Shape;991;p52"/>
          <p:cNvPicPr preferRelativeResize="0"/>
          <p:nvPr/>
        </p:nvPicPr>
        <p:blipFill rotWithShape="1">
          <a:blip r:embed="rId4">
            <a:alphaModFix/>
          </a:blip>
          <a:srcRect b="7653" l="3721" r="45158" t="10143"/>
          <a:stretch/>
        </p:blipFill>
        <p:spPr>
          <a:xfrm>
            <a:off x="147700" y="1729025"/>
            <a:ext cx="1319823" cy="1193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92" name="Google Shape;992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48416" y="490600"/>
            <a:ext cx="5111121" cy="3971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7" name="Google Shape;997;p53"/>
          <p:cNvPicPr preferRelativeResize="0"/>
          <p:nvPr/>
        </p:nvPicPr>
        <p:blipFill rotWithShape="1">
          <a:blip r:embed="rId3">
            <a:alphaModFix/>
          </a:blip>
          <a:srcRect b="2866" l="0" r="0" t="2856"/>
          <a:stretch/>
        </p:blipFill>
        <p:spPr>
          <a:xfrm>
            <a:off x="1622875" y="4112975"/>
            <a:ext cx="906129" cy="819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98" name="Google Shape;998;p53"/>
          <p:cNvPicPr preferRelativeResize="0"/>
          <p:nvPr/>
        </p:nvPicPr>
        <p:blipFill rotWithShape="1">
          <a:blip r:embed="rId4">
            <a:alphaModFix/>
          </a:blip>
          <a:srcRect b="7653" l="3721" r="45158" t="10143"/>
          <a:stretch/>
        </p:blipFill>
        <p:spPr>
          <a:xfrm>
            <a:off x="7944925" y="4184725"/>
            <a:ext cx="792289" cy="71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9" name="Google Shape;999;p53"/>
          <p:cNvPicPr preferRelativeResize="0"/>
          <p:nvPr/>
        </p:nvPicPr>
        <p:blipFill rotWithShape="1">
          <a:blip r:embed="rId4">
            <a:alphaModFix/>
          </a:blip>
          <a:srcRect b="7653" l="3721" r="45158" t="10143"/>
          <a:stretch/>
        </p:blipFill>
        <p:spPr>
          <a:xfrm>
            <a:off x="147700" y="1729025"/>
            <a:ext cx="1319823" cy="1193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0" name="Google Shape;1000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7823" y="1536575"/>
            <a:ext cx="7371679" cy="19437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54"/>
          <p:cNvSpPr txBox="1"/>
          <p:nvPr>
            <p:ph type="title"/>
          </p:nvPr>
        </p:nvSpPr>
        <p:spPr>
          <a:xfrm>
            <a:off x="1022400" y="1606600"/>
            <a:ext cx="67950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Roboto"/>
                <a:ea typeface="Roboto"/>
                <a:cs typeface="Roboto"/>
                <a:sym typeface="Roboto"/>
              </a:rPr>
              <a:t>Pourquoi Pandas pour un projet uniquement basé sur du CSV ?</a:t>
            </a:r>
            <a:endParaRPr sz="2500">
              <a:latin typeface="Roboto"/>
              <a:ea typeface="Roboto"/>
              <a:cs typeface="Roboto"/>
              <a:sym typeface="Roboto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Font typeface="Roboto"/>
              <a:buChar char="●"/>
            </a:pPr>
            <a:r>
              <a:rPr lang="en" sz="2500">
                <a:latin typeface="Roboto"/>
                <a:ea typeface="Roboto"/>
                <a:cs typeface="Roboto"/>
                <a:sym typeface="Roboto"/>
              </a:rPr>
              <a:t>Extraction simple et rapide des fichiers CSV</a:t>
            </a:r>
            <a:endParaRPr sz="2500">
              <a:latin typeface="Roboto"/>
              <a:ea typeface="Roboto"/>
              <a:cs typeface="Roboto"/>
              <a:sym typeface="Roboto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Font typeface="Roboto"/>
              <a:buChar char="●"/>
            </a:pPr>
            <a:r>
              <a:rPr lang="en" sz="2500">
                <a:latin typeface="Roboto"/>
                <a:ea typeface="Roboto"/>
                <a:cs typeface="Roboto"/>
                <a:sym typeface="Roboto"/>
              </a:rPr>
              <a:t>Nettoyage efficace des données</a:t>
            </a:r>
            <a:endParaRPr sz="2500">
              <a:latin typeface="Roboto"/>
              <a:ea typeface="Roboto"/>
              <a:cs typeface="Roboto"/>
              <a:sym typeface="Roboto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Font typeface="Roboto"/>
              <a:buChar char="●"/>
            </a:pPr>
            <a:r>
              <a:rPr lang="en" sz="2500">
                <a:latin typeface="Roboto"/>
                <a:ea typeface="Roboto"/>
                <a:cs typeface="Roboto"/>
                <a:sym typeface="Roboto"/>
              </a:rPr>
              <a:t>Transformation et structuration avancées</a:t>
            </a:r>
            <a:endParaRPr sz="2500">
              <a:latin typeface="Roboto"/>
              <a:ea typeface="Roboto"/>
              <a:cs typeface="Roboto"/>
              <a:sym typeface="Roboto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Font typeface="Roboto"/>
              <a:buChar char="●"/>
            </a:pPr>
            <a:r>
              <a:rPr lang="en" sz="2500">
                <a:latin typeface="Roboto"/>
                <a:ea typeface="Roboto"/>
                <a:cs typeface="Roboto"/>
                <a:sym typeface="Roboto"/>
              </a:rPr>
              <a:t>Intégration directe avec SQL</a:t>
            </a:r>
            <a:endParaRPr sz="25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06" name="Google Shape;1006;p54"/>
          <p:cNvPicPr preferRelativeResize="0"/>
          <p:nvPr/>
        </p:nvPicPr>
        <p:blipFill rotWithShape="1">
          <a:blip r:embed="rId3">
            <a:alphaModFix/>
          </a:blip>
          <a:srcRect b="7653" l="3721" r="45158" t="10143"/>
          <a:stretch/>
        </p:blipFill>
        <p:spPr>
          <a:xfrm>
            <a:off x="6742050" y="2970676"/>
            <a:ext cx="2401951" cy="217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7" name="Google Shape;1007;p54"/>
          <p:cNvPicPr preferRelativeResize="0"/>
          <p:nvPr/>
        </p:nvPicPr>
        <p:blipFill rotWithShape="1">
          <a:blip r:embed="rId4">
            <a:alphaModFix/>
          </a:blip>
          <a:srcRect b="2866" l="0" r="0" t="2856"/>
          <a:stretch/>
        </p:blipFill>
        <p:spPr>
          <a:xfrm>
            <a:off x="8232825" y="1156000"/>
            <a:ext cx="603048" cy="545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8" name="Google Shape;1008;p54"/>
          <p:cNvPicPr preferRelativeResize="0"/>
          <p:nvPr/>
        </p:nvPicPr>
        <p:blipFill rotWithShape="1">
          <a:blip r:embed="rId4">
            <a:alphaModFix/>
          </a:blip>
          <a:srcRect b="2866" l="0" r="0" t="2856"/>
          <a:stretch/>
        </p:blipFill>
        <p:spPr>
          <a:xfrm>
            <a:off x="2035675" y="4028250"/>
            <a:ext cx="733349" cy="6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55"/>
          <p:cNvSpPr txBox="1"/>
          <p:nvPr>
            <p:ph type="title"/>
          </p:nvPr>
        </p:nvSpPr>
        <p:spPr>
          <a:xfrm>
            <a:off x="3403850" y="1874525"/>
            <a:ext cx="4103400" cy="127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DÉVELOPPEMENT DE l’API</a:t>
            </a:r>
            <a:endParaRPr/>
          </a:p>
        </p:txBody>
      </p:sp>
      <p:sp>
        <p:nvSpPr>
          <p:cNvPr id="1014" name="Google Shape;1014;p55"/>
          <p:cNvSpPr txBox="1"/>
          <p:nvPr>
            <p:ph idx="2" type="title"/>
          </p:nvPr>
        </p:nvSpPr>
        <p:spPr>
          <a:xfrm>
            <a:off x="1525750" y="1811375"/>
            <a:ext cx="1761600" cy="12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cxnSp>
        <p:nvCxnSpPr>
          <p:cNvPr id="1015" name="Google Shape;1015;p55"/>
          <p:cNvCxnSpPr/>
          <p:nvPr/>
        </p:nvCxnSpPr>
        <p:spPr>
          <a:xfrm>
            <a:off x="1712850" y="3250963"/>
            <a:ext cx="571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0" name="Google Shape;1020;p56"/>
          <p:cNvPicPr preferRelativeResize="0"/>
          <p:nvPr/>
        </p:nvPicPr>
        <p:blipFill rotWithShape="1">
          <a:blip r:embed="rId3">
            <a:alphaModFix/>
          </a:blip>
          <a:srcRect b="7653" l="3721" r="45158" t="10143"/>
          <a:stretch/>
        </p:blipFill>
        <p:spPr>
          <a:xfrm flipH="1" rot="10800000">
            <a:off x="7149749" y="177492"/>
            <a:ext cx="783549" cy="7088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1" name="Google Shape;1021;p56"/>
          <p:cNvPicPr preferRelativeResize="0"/>
          <p:nvPr/>
        </p:nvPicPr>
        <p:blipFill rotWithShape="1">
          <a:blip r:embed="rId3">
            <a:alphaModFix/>
          </a:blip>
          <a:srcRect b="7653" l="3721" r="45158" t="10143"/>
          <a:stretch/>
        </p:blipFill>
        <p:spPr>
          <a:xfrm flipH="1" rot="10800000">
            <a:off x="103275" y="120652"/>
            <a:ext cx="663276" cy="599999"/>
          </a:xfrm>
          <a:prstGeom prst="rect">
            <a:avLst/>
          </a:prstGeom>
          <a:noFill/>
          <a:ln>
            <a:noFill/>
          </a:ln>
        </p:spPr>
      </p:pic>
      <p:sp>
        <p:nvSpPr>
          <p:cNvPr id="1022" name="Google Shape;1022;p56"/>
          <p:cNvSpPr txBox="1"/>
          <p:nvPr>
            <p:ph idx="6" type="subTitle"/>
          </p:nvPr>
        </p:nvSpPr>
        <p:spPr>
          <a:xfrm>
            <a:off x="228075" y="690400"/>
            <a:ext cx="2815500" cy="149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Roboto"/>
                <a:ea typeface="Roboto"/>
                <a:cs typeface="Roboto"/>
                <a:sym typeface="Roboto"/>
              </a:rPr>
              <a:t>Environnement choisi : Python (FastAPI, SQLAlchemy, Pydantic, PyMySQL)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Roboto"/>
                <a:ea typeface="Roboto"/>
                <a:cs typeface="Roboto"/>
                <a:sym typeface="Roboto"/>
              </a:rPr>
              <a:t>Mise en place des modèles : représentation des tables BDD avec SQLAlchemy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3" name="Google Shape;1023;p56"/>
          <p:cNvSpPr/>
          <p:nvPr/>
        </p:nvSpPr>
        <p:spPr>
          <a:xfrm>
            <a:off x="4262650" y="534827"/>
            <a:ext cx="3335687" cy="3752788"/>
          </a:xfrm>
          <a:custGeom>
            <a:rect b="b" l="l" r="r" t="t"/>
            <a:pathLst>
              <a:path extrusionOk="0" h="6526587" w="6414782">
                <a:moveTo>
                  <a:pt x="0" y="0"/>
                </a:moveTo>
                <a:lnTo>
                  <a:pt x="6414783" y="0"/>
                </a:lnTo>
                <a:lnTo>
                  <a:pt x="6414783" y="6526587"/>
                </a:lnTo>
                <a:lnTo>
                  <a:pt x="0" y="65265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Google Shape;1028;p57"/>
          <p:cNvPicPr preferRelativeResize="0"/>
          <p:nvPr/>
        </p:nvPicPr>
        <p:blipFill rotWithShape="1">
          <a:blip r:embed="rId3">
            <a:alphaModFix/>
          </a:blip>
          <a:srcRect b="2866" l="0" r="0" t="2856"/>
          <a:stretch/>
        </p:blipFill>
        <p:spPr>
          <a:xfrm>
            <a:off x="8039325" y="235275"/>
            <a:ext cx="1004515" cy="90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9" name="Google Shape;1029;p57"/>
          <p:cNvPicPr preferRelativeResize="0"/>
          <p:nvPr/>
        </p:nvPicPr>
        <p:blipFill rotWithShape="1">
          <a:blip r:embed="rId3">
            <a:alphaModFix/>
          </a:blip>
          <a:srcRect b="2866" l="0" r="0" t="2856"/>
          <a:stretch/>
        </p:blipFill>
        <p:spPr>
          <a:xfrm>
            <a:off x="154650" y="4436525"/>
            <a:ext cx="565350" cy="511424"/>
          </a:xfrm>
          <a:prstGeom prst="rect">
            <a:avLst/>
          </a:prstGeom>
          <a:noFill/>
          <a:ln>
            <a:noFill/>
          </a:ln>
        </p:spPr>
      </p:pic>
      <p:sp>
        <p:nvSpPr>
          <p:cNvPr id="1030" name="Google Shape;1030;p57"/>
          <p:cNvSpPr txBox="1"/>
          <p:nvPr>
            <p:ph idx="4294967295" type="subTitle"/>
          </p:nvPr>
        </p:nvSpPr>
        <p:spPr>
          <a:xfrm>
            <a:off x="291000" y="636350"/>
            <a:ext cx="2815500" cy="112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Endpoints CRUD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(Create, Read, Update, Delete)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Documentation interactive avec Swagger et ReDoc</a:t>
            </a:r>
            <a:endParaRPr/>
          </a:p>
        </p:txBody>
      </p:sp>
      <p:pic>
        <p:nvPicPr>
          <p:cNvPr id="1031" name="Google Shape;1031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45825" y="235275"/>
            <a:ext cx="5106900" cy="454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58"/>
          <p:cNvSpPr txBox="1"/>
          <p:nvPr>
            <p:ph type="title"/>
          </p:nvPr>
        </p:nvSpPr>
        <p:spPr>
          <a:xfrm>
            <a:off x="3403850" y="1313400"/>
            <a:ext cx="4103400" cy="184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VISUALISATION DES DONNÉES AVEC POWER BI</a:t>
            </a:r>
            <a:endParaRPr/>
          </a:p>
        </p:txBody>
      </p:sp>
      <p:sp>
        <p:nvSpPr>
          <p:cNvPr id="1037" name="Google Shape;1037;p58"/>
          <p:cNvSpPr txBox="1"/>
          <p:nvPr>
            <p:ph idx="2" type="title"/>
          </p:nvPr>
        </p:nvSpPr>
        <p:spPr>
          <a:xfrm>
            <a:off x="1525750" y="1811375"/>
            <a:ext cx="1761600" cy="12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07</a:t>
            </a:r>
            <a:endParaRPr/>
          </a:p>
        </p:txBody>
      </p:sp>
      <p:cxnSp>
        <p:nvCxnSpPr>
          <p:cNvPr id="1038" name="Google Shape;1038;p58"/>
          <p:cNvCxnSpPr/>
          <p:nvPr/>
        </p:nvCxnSpPr>
        <p:spPr>
          <a:xfrm>
            <a:off x="1712850" y="3250963"/>
            <a:ext cx="571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3" name="Google Shape;1043;p59"/>
          <p:cNvPicPr preferRelativeResize="0"/>
          <p:nvPr/>
        </p:nvPicPr>
        <p:blipFill rotWithShape="1">
          <a:blip r:embed="rId3">
            <a:alphaModFix/>
          </a:blip>
          <a:srcRect b="2866" l="0" r="0" t="2856"/>
          <a:stretch/>
        </p:blipFill>
        <p:spPr>
          <a:xfrm>
            <a:off x="1622875" y="4112975"/>
            <a:ext cx="906129" cy="819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4" name="Google Shape;1044;p59"/>
          <p:cNvPicPr preferRelativeResize="0"/>
          <p:nvPr/>
        </p:nvPicPr>
        <p:blipFill rotWithShape="1">
          <a:blip r:embed="rId4">
            <a:alphaModFix/>
          </a:blip>
          <a:srcRect b="7653" l="3721" r="45158" t="10143"/>
          <a:stretch/>
        </p:blipFill>
        <p:spPr>
          <a:xfrm>
            <a:off x="7944925" y="4184725"/>
            <a:ext cx="792289" cy="71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5" name="Google Shape;1045;p59"/>
          <p:cNvPicPr preferRelativeResize="0"/>
          <p:nvPr/>
        </p:nvPicPr>
        <p:blipFill rotWithShape="1">
          <a:blip r:embed="rId4">
            <a:alphaModFix/>
          </a:blip>
          <a:srcRect b="7653" l="3721" r="45158" t="10143"/>
          <a:stretch/>
        </p:blipFill>
        <p:spPr>
          <a:xfrm>
            <a:off x="147700" y="1729025"/>
            <a:ext cx="1319823" cy="1193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6" name="Google Shape;1046;p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55429" y="152400"/>
            <a:ext cx="4556892" cy="4838699"/>
          </a:xfrm>
          <a:prstGeom prst="rect">
            <a:avLst/>
          </a:prstGeom>
          <a:noFill/>
          <a:ln>
            <a:noFill/>
          </a:ln>
        </p:spPr>
      </p:pic>
      <p:sp>
        <p:nvSpPr>
          <p:cNvPr id="1047" name="Google Shape;1047;p59"/>
          <p:cNvSpPr txBox="1"/>
          <p:nvPr>
            <p:ph idx="1" type="subTitle"/>
          </p:nvPr>
        </p:nvSpPr>
        <p:spPr>
          <a:xfrm>
            <a:off x="147700" y="784800"/>
            <a:ext cx="3499800" cy="8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Pourquoi avoir choisis PowerBI ?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Quels sont les avantages ?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Est-ce facile d’utilisation ?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2" name="Google Shape;1052;p60"/>
          <p:cNvPicPr preferRelativeResize="0"/>
          <p:nvPr/>
        </p:nvPicPr>
        <p:blipFill rotWithShape="1">
          <a:blip r:embed="rId3">
            <a:alphaModFix/>
          </a:blip>
          <a:srcRect b="7653" l="3721" r="45158" t="10143"/>
          <a:stretch/>
        </p:blipFill>
        <p:spPr>
          <a:xfrm flipH="1">
            <a:off x="7984403" y="276076"/>
            <a:ext cx="1026924" cy="9289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3" name="Google Shape;1053;p60"/>
          <p:cNvPicPr preferRelativeResize="0"/>
          <p:nvPr/>
        </p:nvPicPr>
        <p:blipFill rotWithShape="1">
          <a:blip r:embed="rId4">
            <a:alphaModFix/>
          </a:blip>
          <a:srcRect b="2866" l="0" r="0" t="2856"/>
          <a:stretch/>
        </p:blipFill>
        <p:spPr>
          <a:xfrm>
            <a:off x="606500" y="4105650"/>
            <a:ext cx="900074" cy="814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8" name="Google Shape;1058;p61"/>
          <p:cNvPicPr preferRelativeResize="0"/>
          <p:nvPr/>
        </p:nvPicPr>
        <p:blipFill rotWithShape="1">
          <a:blip r:embed="rId3">
            <a:alphaModFix/>
          </a:blip>
          <a:srcRect b="2866" l="0" r="0" t="2856"/>
          <a:stretch/>
        </p:blipFill>
        <p:spPr>
          <a:xfrm flipH="1">
            <a:off x="4183377" y="4237775"/>
            <a:ext cx="454323" cy="41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9" name="Google Shape;1059;p61"/>
          <p:cNvPicPr preferRelativeResize="0"/>
          <p:nvPr/>
        </p:nvPicPr>
        <p:blipFill rotWithShape="1">
          <a:blip r:embed="rId4">
            <a:alphaModFix/>
          </a:blip>
          <a:srcRect b="7653" l="3721" r="45158" t="10143"/>
          <a:stretch/>
        </p:blipFill>
        <p:spPr>
          <a:xfrm flipH="1">
            <a:off x="1373552" y="226027"/>
            <a:ext cx="1085225" cy="981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0" name="Google Shape;1060;p61"/>
          <p:cNvPicPr preferRelativeResize="0"/>
          <p:nvPr/>
        </p:nvPicPr>
        <p:blipFill rotWithShape="1">
          <a:blip r:embed="rId5">
            <a:alphaModFix/>
          </a:blip>
          <a:srcRect b="2856" l="0" r="0" t="2856"/>
          <a:stretch/>
        </p:blipFill>
        <p:spPr>
          <a:xfrm flipH="1">
            <a:off x="6796696" y="4097295"/>
            <a:ext cx="783549" cy="7088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1" name="Google Shape;1061;p61"/>
          <p:cNvPicPr preferRelativeResize="0"/>
          <p:nvPr/>
        </p:nvPicPr>
        <p:blipFill rotWithShape="1">
          <a:blip r:embed="rId4">
            <a:alphaModFix/>
          </a:blip>
          <a:srcRect b="7653" l="3721" r="45158" t="10143"/>
          <a:stretch/>
        </p:blipFill>
        <p:spPr>
          <a:xfrm flipH="1">
            <a:off x="1685750" y="4229124"/>
            <a:ext cx="933100" cy="84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62"/>
          <p:cNvSpPr txBox="1"/>
          <p:nvPr>
            <p:ph type="title"/>
          </p:nvPr>
        </p:nvSpPr>
        <p:spPr>
          <a:xfrm>
            <a:off x="3403850" y="2060550"/>
            <a:ext cx="46653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GESTION DE PROJET</a:t>
            </a:r>
            <a:endParaRPr/>
          </a:p>
        </p:txBody>
      </p:sp>
      <p:sp>
        <p:nvSpPr>
          <p:cNvPr id="1067" name="Google Shape;1067;p62"/>
          <p:cNvSpPr txBox="1"/>
          <p:nvPr>
            <p:ph idx="2" type="title"/>
          </p:nvPr>
        </p:nvSpPr>
        <p:spPr>
          <a:xfrm>
            <a:off x="1525750" y="1811375"/>
            <a:ext cx="1761600" cy="12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08</a:t>
            </a:r>
            <a:endParaRPr/>
          </a:p>
        </p:txBody>
      </p:sp>
      <p:cxnSp>
        <p:nvCxnSpPr>
          <p:cNvPr id="1068" name="Google Shape;1068;p62"/>
          <p:cNvCxnSpPr/>
          <p:nvPr/>
        </p:nvCxnSpPr>
        <p:spPr>
          <a:xfrm>
            <a:off x="1712850" y="3250963"/>
            <a:ext cx="571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63"/>
          <p:cNvSpPr txBox="1"/>
          <p:nvPr>
            <p:ph idx="3" type="subTitle"/>
          </p:nvPr>
        </p:nvSpPr>
        <p:spPr>
          <a:xfrm>
            <a:off x="1085300" y="833650"/>
            <a:ext cx="6826500" cy="332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Méthodologie utilisée -&gt; Agile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Pourquoi ce choix pour ce projet ?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Outils de gestion de projet -&gt; Trello, Discord, GitHub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Planification et répartition des tâches -&gt; Diagramme de Gantt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 était responsable de quoi ?</a:t>
            </a:r>
            <a:endParaRPr/>
          </a:p>
          <a:p>
            <a: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/>
              <a:t>Florent : Nettoyage, Modélisation, Dataset, ETL</a:t>
            </a:r>
            <a:endParaRPr/>
          </a:p>
          <a:p>
            <a: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/>
              <a:t>Tojo : API et Base de donnée</a:t>
            </a:r>
            <a:endParaRPr/>
          </a:p>
          <a:p>
            <a: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/>
              <a:t>Gael : UML, Power BI, Vérification</a:t>
            </a:r>
            <a:endParaRPr/>
          </a:p>
          <a:p>
            <a: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/>
              <a:t>Alessia : Benchmark, Diagramme de Gantt, Vérification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1074" name="Google Shape;1074;p63"/>
          <p:cNvPicPr preferRelativeResize="0"/>
          <p:nvPr/>
        </p:nvPicPr>
        <p:blipFill rotWithShape="1">
          <a:blip r:embed="rId3">
            <a:alphaModFix/>
          </a:blip>
          <a:srcRect b="2866" l="0" r="0" t="2856"/>
          <a:stretch/>
        </p:blipFill>
        <p:spPr>
          <a:xfrm>
            <a:off x="4083675" y="4464525"/>
            <a:ext cx="681549" cy="61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6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Méthodologie et Gestion de Projet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080" name="Google Shape;1080;p64"/>
          <p:cNvPicPr preferRelativeResize="0"/>
          <p:nvPr/>
        </p:nvPicPr>
        <p:blipFill rotWithShape="1">
          <a:blip r:embed="rId3">
            <a:alphaModFix/>
          </a:blip>
          <a:srcRect b="7653" l="3721" r="45158" t="10143"/>
          <a:stretch/>
        </p:blipFill>
        <p:spPr>
          <a:xfrm flipH="1">
            <a:off x="5631277" y="4573897"/>
            <a:ext cx="456325" cy="412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1" name="Google Shape;1081;p64"/>
          <p:cNvPicPr preferRelativeResize="0"/>
          <p:nvPr/>
        </p:nvPicPr>
        <p:blipFill rotWithShape="1">
          <a:blip r:embed="rId4">
            <a:alphaModFix/>
          </a:blip>
          <a:srcRect b="2866" l="0" r="0" t="2856"/>
          <a:stretch/>
        </p:blipFill>
        <p:spPr>
          <a:xfrm>
            <a:off x="5058075" y="132587"/>
            <a:ext cx="510401" cy="461726"/>
          </a:xfrm>
          <a:prstGeom prst="rect">
            <a:avLst/>
          </a:prstGeom>
          <a:noFill/>
          <a:ln>
            <a:noFill/>
          </a:ln>
        </p:spPr>
      </p:pic>
      <p:sp>
        <p:nvSpPr>
          <p:cNvPr id="1082" name="Google Shape;1082;p64"/>
          <p:cNvSpPr/>
          <p:nvPr/>
        </p:nvSpPr>
        <p:spPr>
          <a:xfrm>
            <a:off x="117600" y="1478550"/>
            <a:ext cx="8908799" cy="3009061"/>
          </a:xfrm>
          <a:custGeom>
            <a:rect b="b" l="l" r="r" t="t"/>
            <a:pathLst>
              <a:path extrusionOk="0" h="5349442" w="16651960">
                <a:moveTo>
                  <a:pt x="0" y="0"/>
                </a:moveTo>
                <a:lnTo>
                  <a:pt x="16651960" y="0"/>
                </a:lnTo>
                <a:lnTo>
                  <a:pt x="16651960" y="5349442"/>
                </a:lnTo>
                <a:lnTo>
                  <a:pt x="0" y="53494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65"/>
          <p:cNvSpPr txBox="1"/>
          <p:nvPr>
            <p:ph type="title"/>
          </p:nvPr>
        </p:nvSpPr>
        <p:spPr>
          <a:xfrm>
            <a:off x="3403850" y="1313400"/>
            <a:ext cx="4103400" cy="184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 &amp; AXES D’AMÉLIORATION</a:t>
            </a:r>
            <a:endParaRPr/>
          </a:p>
        </p:txBody>
      </p:sp>
      <p:sp>
        <p:nvSpPr>
          <p:cNvPr id="1088" name="Google Shape;1088;p65"/>
          <p:cNvSpPr txBox="1"/>
          <p:nvPr>
            <p:ph idx="2" type="title"/>
          </p:nvPr>
        </p:nvSpPr>
        <p:spPr>
          <a:xfrm>
            <a:off x="1525750" y="1811375"/>
            <a:ext cx="1761600" cy="12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09</a:t>
            </a:r>
            <a:endParaRPr/>
          </a:p>
        </p:txBody>
      </p:sp>
      <p:cxnSp>
        <p:nvCxnSpPr>
          <p:cNvPr id="1089" name="Google Shape;1089;p65"/>
          <p:cNvCxnSpPr/>
          <p:nvPr/>
        </p:nvCxnSpPr>
        <p:spPr>
          <a:xfrm>
            <a:off x="1712850" y="3250963"/>
            <a:ext cx="571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66"/>
          <p:cNvSpPr txBox="1"/>
          <p:nvPr>
            <p:ph idx="3" type="subTitle"/>
          </p:nvPr>
        </p:nvSpPr>
        <p:spPr>
          <a:xfrm>
            <a:off x="1543850" y="1305525"/>
            <a:ext cx="5761200" cy="99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Quels étaient les objectifs initiaux du projet ?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Quels sont les principaux résultats obtenus ?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Quelles perspectives d’évolution ?</a:t>
            </a:r>
            <a:endParaRPr/>
          </a:p>
        </p:txBody>
      </p:sp>
      <p:pic>
        <p:nvPicPr>
          <p:cNvPr id="1095" name="Google Shape;1095;p66"/>
          <p:cNvPicPr preferRelativeResize="0"/>
          <p:nvPr/>
        </p:nvPicPr>
        <p:blipFill rotWithShape="1">
          <a:blip r:embed="rId3">
            <a:alphaModFix/>
          </a:blip>
          <a:srcRect b="2866" l="0" r="0" t="2856"/>
          <a:stretch/>
        </p:blipFill>
        <p:spPr>
          <a:xfrm>
            <a:off x="4083675" y="4464525"/>
            <a:ext cx="681549" cy="61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67"/>
          <p:cNvSpPr txBox="1"/>
          <p:nvPr>
            <p:ph idx="4" type="subTitle"/>
          </p:nvPr>
        </p:nvSpPr>
        <p:spPr>
          <a:xfrm>
            <a:off x="808950" y="1630050"/>
            <a:ext cx="2486400" cy="43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Avez vous des questions ?</a:t>
            </a:r>
            <a:endParaRPr/>
          </a:p>
        </p:txBody>
      </p:sp>
      <p:sp>
        <p:nvSpPr>
          <p:cNvPr id="1101" name="Google Shape;1101;p67"/>
          <p:cNvSpPr txBox="1"/>
          <p:nvPr>
            <p:ph type="title"/>
          </p:nvPr>
        </p:nvSpPr>
        <p:spPr>
          <a:xfrm>
            <a:off x="720000" y="445025"/>
            <a:ext cx="7704000" cy="9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800"/>
              <a:t>Merci!</a:t>
            </a:r>
            <a:endParaRPr sz="5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2" name="Google Shape;1102;p67"/>
          <p:cNvPicPr preferRelativeResize="0"/>
          <p:nvPr/>
        </p:nvPicPr>
        <p:blipFill rotWithShape="1">
          <a:blip r:embed="rId3">
            <a:alphaModFix/>
          </a:blip>
          <a:srcRect b="7653" l="3721" r="45158" t="10143"/>
          <a:stretch/>
        </p:blipFill>
        <p:spPr>
          <a:xfrm>
            <a:off x="6566803" y="4252957"/>
            <a:ext cx="913777" cy="8265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3" name="Google Shape;1103;p67"/>
          <p:cNvPicPr preferRelativeResize="0"/>
          <p:nvPr/>
        </p:nvPicPr>
        <p:blipFill rotWithShape="1">
          <a:blip r:embed="rId4">
            <a:alphaModFix/>
          </a:blip>
          <a:srcRect b="2866" l="0" r="0" t="2856"/>
          <a:stretch/>
        </p:blipFill>
        <p:spPr>
          <a:xfrm>
            <a:off x="5322200" y="63300"/>
            <a:ext cx="481201" cy="435301"/>
          </a:xfrm>
          <a:prstGeom prst="rect">
            <a:avLst/>
          </a:prstGeom>
          <a:noFill/>
          <a:ln>
            <a:noFill/>
          </a:ln>
        </p:spPr>
      </p:pic>
      <p:sp>
        <p:nvSpPr>
          <p:cNvPr id="1104" name="Google Shape;1104;p67"/>
          <p:cNvSpPr txBox="1"/>
          <p:nvPr>
            <p:ph idx="4" type="subTitle"/>
          </p:nvPr>
        </p:nvSpPr>
        <p:spPr>
          <a:xfrm>
            <a:off x="808950" y="3817650"/>
            <a:ext cx="3508800" cy="82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Remerciement 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Tom AVENEL (formateur)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Christopher PEREZ (soldat partie trop tôt)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ysophobia by Slidesgo">
  <a:themeElements>
    <a:clrScheme name="Simple Light">
      <a:dk1>
        <a:srgbClr val="FFFFFF"/>
      </a:dk1>
      <a:lt1>
        <a:srgbClr val="4295AA"/>
      </a:lt1>
      <a:dk2>
        <a:srgbClr val="76D1EA"/>
      </a:dk2>
      <a:lt2>
        <a:srgbClr val="17273B"/>
      </a:lt2>
      <a:accent1>
        <a:srgbClr val="2B4C5D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